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2"/>
  </p:notesMasterIdLst>
  <p:handoutMasterIdLst>
    <p:handoutMasterId r:id="rId73"/>
  </p:handoutMasterIdLst>
  <p:sldIdLst>
    <p:sldId id="260" r:id="rId2"/>
    <p:sldId id="261" r:id="rId3"/>
    <p:sldId id="449" r:id="rId4"/>
    <p:sldId id="450" r:id="rId5"/>
    <p:sldId id="475" r:id="rId6"/>
    <p:sldId id="476" r:id="rId7"/>
    <p:sldId id="477" r:id="rId8"/>
    <p:sldId id="478" r:id="rId9"/>
    <p:sldId id="481" r:id="rId10"/>
    <p:sldId id="489" r:id="rId11"/>
    <p:sldId id="483" r:id="rId12"/>
    <p:sldId id="484" r:id="rId13"/>
    <p:sldId id="485" r:id="rId14"/>
    <p:sldId id="486" r:id="rId15"/>
    <p:sldId id="487" r:id="rId16"/>
    <p:sldId id="488" r:id="rId17"/>
    <p:sldId id="490" r:id="rId18"/>
    <p:sldId id="491" r:id="rId19"/>
    <p:sldId id="492" r:id="rId20"/>
    <p:sldId id="493" r:id="rId21"/>
    <p:sldId id="494" r:id="rId22"/>
    <p:sldId id="495" r:id="rId23"/>
    <p:sldId id="452" r:id="rId24"/>
    <p:sldId id="453" r:id="rId25"/>
    <p:sldId id="454" r:id="rId26"/>
    <p:sldId id="455" r:id="rId27"/>
    <p:sldId id="456" r:id="rId28"/>
    <p:sldId id="457" r:id="rId29"/>
    <p:sldId id="458" r:id="rId30"/>
    <p:sldId id="459" r:id="rId31"/>
    <p:sldId id="461" r:id="rId32"/>
    <p:sldId id="462" r:id="rId33"/>
    <p:sldId id="463" r:id="rId34"/>
    <p:sldId id="496" r:id="rId35"/>
    <p:sldId id="464" r:id="rId36"/>
    <p:sldId id="465" r:id="rId37"/>
    <p:sldId id="466" r:id="rId38"/>
    <p:sldId id="467" r:id="rId39"/>
    <p:sldId id="468" r:id="rId40"/>
    <p:sldId id="469" r:id="rId41"/>
    <p:sldId id="470" r:id="rId42"/>
    <p:sldId id="471" r:id="rId43"/>
    <p:sldId id="472" r:id="rId44"/>
    <p:sldId id="473" r:id="rId45"/>
    <p:sldId id="523" r:id="rId46"/>
    <p:sldId id="498" r:id="rId47"/>
    <p:sldId id="499" r:id="rId48"/>
    <p:sldId id="500" r:id="rId49"/>
    <p:sldId id="501" r:id="rId50"/>
    <p:sldId id="502" r:id="rId51"/>
    <p:sldId id="503" r:id="rId52"/>
    <p:sldId id="504" r:id="rId53"/>
    <p:sldId id="505" r:id="rId54"/>
    <p:sldId id="506" r:id="rId55"/>
    <p:sldId id="507" r:id="rId56"/>
    <p:sldId id="508" r:id="rId57"/>
    <p:sldId id="509" r:id="rId58"/>
    <p:sldId id="510" r:id="rId59"/>
    <p:sldId id="524" r:id="rId60"/>
    <p:sldId id="512" r:id="rId61"/>
    <p:sldId id="513" r:id="rId62"/>
    <p:sldId id="514" r:id="rId63"/>
    <p:sldId id="515" r:id="rId64"/>
    <p:sldId id="516" r:id="rId65"/>
    <p:sldId id="517" r:id="rId66"/>
    <p:sldId id="518" r:id="rId67"/>
    <p:sldId id="519" r:id="rId68"/>
    <p:sldId id="520" r:id="rId69"/>
    <p:sldId id="521" r:id="rId70"/>
    <p:sldId id="522" r:id="rId71"/>
  </p:sldIdLst>
  <p:sldSz cx="9144000" cy="6858000" type="screen4x3"/>
  <p:notesSz cx="7315200" cy="9601200"/>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FFFF"/>
    <a:srgbClr val="66FF33"/>
    <a:srgbClr val="993300"/>
    <a:srgbClr val="FF0000"/>
    <a:srgbClr val="990000"/>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63" autoAdjust="0"/>
    <p:restoredTop sz="94660"/>
  </p:normalViewPr>
  <p:slideViewPr>
    <p:cSldViewPr>
      <p:cViewPr varScale="1">
        <p:scale>
          <a:sx n="64" d="100"/>
          <a:sy n="64" d="100"/>
        </p:scale>
        <p:origin x="1572"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2210" name="Rectangle 2"/>
          <p:cNvSpPr>
            <a:spLocks noGrp="1" noChangeArrowheads="1"/>
          </p:cNvSpPr>
          <p:nvPr>
            <p:ph type="hdr" sz="quarter"/>
          </p:nvPr>
        </p:nvSpPr>
        <p:spPr bwMode="auto">
          <a:xfrm>
            <a:off x="0"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lvl1pPr defTabSz="966788">
              <a:defRPr sz="1300"/>
            </a:lvl1pPr>
          </a:lstStyle>
          <a:p>
            <a:endParaRPr lang="en-US"/>
          </a:p>
        </p:txBody>
      </p:sp>
      <p:sp>
        <p:nvSpPr>
          <p:cNvPr id="222211" name="Rectangle 3"/>
          <p:cNvSpPr>
            <a:spLocks noGrp="1" noChangeArrowheads="1"/>
          </p:cNvSpPr>
          <p:nvPr>
            <p:ph type="dt" sz="quarter" idx="1"/>
          </p:nvPr>
        </p:nvSpPr>
        <p:spPr bwMode="auto">
          <a:xfrm>
            <a:off x="4143375"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lvl1pPr algn="r" defTabSz="966788">
              <a:defRPr sz="1300"/>
            </a:lvl1pPr>
          </a:lstStyle>
          <a:p>
            <a:endParaRPr lang="en-US"/>
          </a:p>
        </p:txBody>
      </p:sp>
      <p:sp>
        <p:nvSpPr>
          <p:cNvPr id="222212" name="Rectangle 4"/>
          <p:cNvSpPr>
            <a:spLocks noGrp="1" noChangeArrowheads="1"/>
          </p:cNvSpPr>
          <p:nvPr>
            <p:ph type="ftr" sz="quarter" idx="2"/>
          </p:nvPr>
        </p:nvSpPr>
        <p:spPr bwMode="auto">
          <a:xfrm>
            <a:off x="0"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b" anchorCtr="0" compatLnSpc="1">
            <a:prstTxWarp prst="textNoShape">
              <a:avLst/>
            </a:prstTxWarp>
          </a:bodyPr>
          <a:lstStyle>
            <a:lvl1pPr defTabSz="966788">
              <a:defRPr sz="1300"/>
            </a:lvl1pPr>
          </a:lstStyle>
          <a:p>
            <a:endParaRPr lang="en-US"/>
          </a:p>
        </p:txBody>
      </p:sp>
      <p:sp>
        <p:nvSpPr>
          <p:cNvPr id="222213" name="Rectangle 5"/>
          <p:cNvSpPr>
            <a:spLocks noGrp="1" noChangeArrowheads="1"/>
          </p:cNvSpPr>
          <p:nvPr>
            <p:ph type="sldNum" sz="quarter" idx="3"/>
          </p:nvPr>
        </p:nvSpPr>
        <p:spPr bwMode="auto">
          <a:xfrm>
            <a:off x="4143375"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b" anchorCtr="0" compatLnSpc="1">
            <a:prstTxWarp prst="textNoShape">
              <a:avLst/>
            </a:prstTxWarp>
          </a:bodyPr>
          <a:lstStyle>
            <a:lvl1pPr algn="r" defTabSz="966788">
              <a:defRPr sz="1300"/>
            </a:lvl1pPr>
          </a:lstStyle>
          <a:p>
            <a:fld id="{C0F9516A-C2C1-482F-87B5-FD78D87BF686}" type="slidenum">
              <a:rPr lang="en-US"/>
              <a:pPr/>
              <a:t>‹#›</a:t>
            </a:fld>
            <a:endParaRPr lang="en-US"/>
          </a:p>
        </p:txBody>
      </p:sp>
    </p:spTree>
    <p:extLst>
      <p:ext uri="{BB962C8B-B14F-4D97-AF65-F5344CB8AC3E}">
        <p14:creationId xmlns:p14="http://schemas.microsoft.com/office/powerpoint/2010/main" val="3834776354"/>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7-18T13:29:05.364"/>
    </inkml:context>
    <inkml:brush xml:id="br0">
      <inkml:brushProperty name="width" value="0.05" units="cm"/>
      <inkml:brushProperty name="height" value="0.05" units="cm"/>
      <inkml:brushProperty name="color" value="#F6630D"/>
      <inkml:brushProperty name="ignorePressure" value="1"/>
    </inkml:brush>
  </inkml:definitions>
  <inkml:trace contextRef="#ctx0" brushRef="#br0">1 591,'1'-1,"0"-1,-1 1,1 0,0 0,1 0,-1-1,0 1,0 0,0 0,1 0,-1 1,0-1,1 0,-1 0,1 1,-1-1,1 1,1-1,3-2,85-38,1 4,184-49,-254 81,1 0,-1-2,0-1,-1-1,0-1,0 0,18-14,-9 5,0 2,1 1,55-20,105-22,-16 6,167-67,-308 109</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7-18T13:29:08.390"/>
    </inkml:context>
    <inkml:brush xml:id="br0">
      <inkml:brushProperty name="width" value="0.05" units="cm"/>
      <inkml:brushProperty name="height" value="0.05" units="cm"/>
      <inkml:brushProperty name="color" value="#F6630D"/>
      <inkml:brushProperty name="ignorePressure" value="1"/>
    </inkml:brush>
  </inkml:definitions>
  <inkml:trace contextRef="#ctx0" brushRef="#br0">1 50,'862'0,"-811"-2,49-9,-49 4,55 1,-64 4,70-12,-88 10,-1 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7-18T13:29:13.611"/>
    </inkml:context>
    <inkml:brush xml:id="br0">
      <inkml:brushProperty name="width" value="0.05" units="cm"/>
      <inkml:brushProperty name="height" value="0.05" units="cm"/>
      <inkml:brushProperty name="color" value="#F6630D"/>
      <inkml:brushProperty name="ignorePressure" value="1"/>
    </inkml:brush>
  </inkml:definitions>
  <inkml:trace contextRef="#ctx0" brushRef="#br0">0 462,'30'-1,"49"-10,8 0,-11 9,-42 3,0-3,-1 0,50-12,-24 1,48-14,-43 4,97-19,-135 37,-1 1,1 1,0 2,0 1,0 0,51 9,-7 13,-55-16,0-1,1-1,30 5,-5-5,-11-2,1 1,-1 1,0 2,0 1,33 13,-25-5,0-2,1-2,62 11,8 0,-74-13,0-2,65 5,201 17,-150-11,-144-17,0 0,0-1,0 0,0 0,0-1,0 0,0 0,0-1,-1 1,13-6,-11 2,1 0,-2 0,1-1,0 0,-1 0,0-1,8-10,8-7,0 1,2 1,1 1,0 2,35-19,150-68,-133 68,-49 22,1 2,0 1,1 2,42-11,-35 14,16-2,101-33,-127 34,0 0,1 2,0 1,42-3,117 5,-161 5,-2-1,-1-1,1-1,45-11,-44 10,0 1,0 1,0 1,0 1,0 2,46 10,5-1,-33-7,125 17,179-2,303-22,-645 2,-1 0,1 0,-1 1,0 0,1 0,-1 0,0 0,0 1,1 0,6 4,5 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7-18T13:29:25.319"/>
    </inkml:context>
    <inkml:brush xml:id="br0">
      <inkml:brushProperty name="width" value="0.05" units="cm"/>
      <inkml:brushProperty name="height" value="0.05" units="cm"/>
      <inkml:brushProperty name="color" value="#F6630D"/>
      <inkml:brushProperty name="ignorePressure" value="1"/>
    </inkml:brush>
  </inkml:definitions>
  <inkml:trace contextRef="#ctx0" brushRef="#br0">0 55,'55'0,"10"-1,1 3,88 13,-80-6,1-3,131-8,-68 0,11 4,164-5,-300 1,1-1,-1 0,0-1,0 0,0-1,0 0,13-9,-14 8,-1 0,2 0,-1 2,1-1,-1 2,1-1,20-1,27 4,-33 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7-18T13:29:27.713"/>
    </inkml:context>
    <inkml:brush xml:id="br0">
      <inkml:brushProperty name="width" value="0.05" units="cm"/>
      <inkml:brushProperty name="height" value="0.05" units="cm"/>
      <inkml:brushProperty name="color" value="#F6630D"/>
      <inkml:brushProperty name="ignorePressure" value="1"/>
    </inkml:brush>
  </inkml:definitions>
  <inkml:trace contextRef="#ctx0" brushRef="#br0">1 0,'0'30,"1"-1,1 0,11 48,0-17,-7-25,21 60,-22-79,-1 0,-1 1,0 0,-1 0,-1 0,-1 20,0-15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7-18T13:29:28.163"/>
    </inkml:context>
    <inkml:brush xml:id="br0">
      <inkml:brushProperty name="width" value="0.05" units="cm"/>
      <inkml:brushProperty name="height" value="0.05" units="cm"/>
      <inkml:brushProperty name="color" value="#F6630D"/>
      <inkml:brushProperty name="ignorePressure" value="1"/>
    </inkml:brush>
  </inkml:definitions>
  <inkml:trace contextRef="#ctx0" brushRef="#br0">1 1,'0'0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7-18T13:29:30.210"/>
    </inkml:context>
    <inkml:brush xml:id="br0">
      <inkml:brushProperty name="width" value="0.05" units="cm"/>
      <inkml:brushProperty name="height" value="0.05" units="cm"/>
      <inkml:brushProperty name="color" value="#F6630D"/>
      <inkml:brushProperty name="ignorePressure" value="1"/>
    </inkml:brush>
  </inkml:definitions>
  <inkml:trace contextRef="#ctx0" brushRef="#br0">1 62,'4'0,"7"0,4 0,6 0,2 0,3 0,0 0,1 0,5 0,1-5,-1-1,-1-4,-2 0,-1 1,-5-2,-7 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7-18T13:29:32.973"/>
    </inkml:context>
    <inkml:brush xml:id="br0">
      <inkml:brushProperty name="width" value="0.05" units="cm"/>
      <inkml:brushProperty name="height" value="0.05" units="cm"/>
      <inkml:brushProperty name="color" value="#F6630D"/>
      <inkml:brushProperty name="ignorePressure" value="1"/>
    </inkml:brush>
  </inkml:definitions>
  <inkml:trace contextRef="#ctx0" brushRef="#br0">1 0,'446'0,"-428"1,0 1,35 8,25 3,143-14,38 3,-167 10,-52-6,55 2,64-9,-137 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7-18T13:29:34.106"/>
    </inkml:context>
    <inkml:brush xml:id="br0">
      <inkml:brushProperty name="width" value="0.05" units="cm"/>
      <inkml:brushProperty name="height" value="0.05" units="cm"/>
      <inkml:brushProperty name="color" value="#F6630D"/>
      <inkml:brushProperty name="ignorePressure" value="1"/>
    </inkml:brush>
  </inkml:definitions>
  <inkml:trace contextRef="#ctx0" brushRef="#br0">1 0,'0'5,"0"5,0 6,0 4,0 4,0 2,0 0,0-3</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7-18T13:29:36.975"/>
    </inkml:context>
    <inkml:brush xml:id="br0">
      <inkml:brushProperty name="width" value="0.05" units="cm"/>
      <inkml:brushProperty name="height" value="0.05" units="cm"/>
      <inkml:brushProperty name="color" value="#F6630D"/>
      <inkml:brushProperty name="ignorePressure" value="1"/>
    </inkml:brush>
  </inkml:definitions>
  <inkml:trace contextRef="#ctx0" brushRef="#br0">1 1,'38'2,"47"8,13 1,69-10,28 1,-171 1,0 1,47 15,-50-12,1-1,1-1,41 4,146-12,-116 0,93 8,-117 8,-52-9,1 0,29 1,3-4,-29-1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7-18T13:30:10.938"/>
    </inkml:context>
    <inkml:brush xml:id="br0">
      <inkml:brushProperty name="width" value="0.05" units="cm"/>
      <inkml:brushProperty name="height" value="0.05" units="cm"/>
      <inkml:brushProperty name="color" value="#F6630D"/>
      <inkml:brushProperty name="ignorePressure" value="1"/>
    </inkml:brush>
  </inkml:definitions>
  <inkml:trace contextRef="#ctx0" brushRef="#br0">0 0,'8'0,"0"1,0 0,0 0,-1 0,1 1,0 1,-1-1,0 1,1 0,-1 1,-1-1,1 2,0-1,-1 1,0 0,0 0,0 0,-1 1,0 0,0 0,0 0,6 13,-3-4,0 1,-2-1,0 1,-1 0,0 1,-1-1,-1 1,-1 0,1 28,-2-4,0-19,0 0,-2 0,-3 24,3-40,0 0,-1-1,1 1,-1-1,0 1,-1-1,1 0,-1 0,0 0,0 0,-1 0,1-1,-1 1,0-1,0 0,-8 5,-24 20,19-14</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7-18T13:30:12.584"/>
    </inkml:context>
    <inkml:brush xml:id="br0">
      <inkml:brushProperty name="width" value="0.05" units="cm"/>
      <inkml:brushProperty name="height" value="0.05" units="cm"/>
      <inkml:brushProperty name="color" value="#F6630D"/>
      <inkml:brushProperty name="ignorePressure" value="1"/>
    </inkml:brush>
  </inkml:definitions>
  <inkml:trace contextRef="#ctx0" brushRef="#br0">1 1,'4'0,"2"4,-1 6,4 2,0 2,-1 4,-3 3,-1 3,-6-3,-3-1,-1-4</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7-18T13:29:41.236"/>
    </inkml:context>
    <inkml:brush xml:id="br0">
      <inkml:brushProperty name="width" value="0.05" units="cm"/>
      <inkml:brushProperty name="height" value="0.05" units="cm"/>
      <inkml:brushProperty name="color" value="#F6630D"/>
      <inkml:brushProperty name="ignorePressure" value="1"/>
    </inkml:brush>
  </inkml:definitions>
  <inkml:trace contextRef="#ctx0" brushRef="#br0">1 310,'35'1,"1"-2,-1-2,50-9,5 0,-72 12,0-2,0 0,-1-2,1 0,23-8,2-5,0 2,1 1,1 3,0 1,51-3,-8 3,110-4,-168 12,-1-1,1-1,-1-1,0-2,0 0,36-17,-30 14,49-8,-61 15,-1-1,0-1,0-2,0 0,-1-1,26-13,-11 6,-19 11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7-18T13:29:42"/>
    </inkml:context>
    <inkml:brush xml:id="br0">
      <inkml:brushProperty name="width" value="0.05" units="cm"/>
      <inkml:brushProperty name="height" value="0.05" units="cm"/>
      <inkml:brushProperty name="color" value="#F6630D"/>
      <inkml:brushProperty name="ignorePressure" value="1"/>
    </inkml:brush>
  </inkml:definitions>
  <inkml:trace contextRef="#ctx0" brushRef="#br0">0 0,'5'0,"5"5,1 5,4 1,-1 4,-3-2</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7-18T13:29:44.214"/>
    </inkml:context>
    <inkml:brush xml:id="br0">
      <inkml:brushProperty name="width" value="0.05" units="cm"/>
      <inkml:brushProperty name="height" value="0.05" units="cm"/>
      <inkml:brushProperty name="color" value="#F6630D"/>
      <inkml:brushProperty name="ignorePressure" value="1"/>
    </inkml:brush>
  </inkml:definitions>
  <inkml:trace contextRef="#ctx0" brushRef="#br0">0 58,'22'1,"0"1,30 7,31 4,217-14,-276-2,1-1,-1-1,25-10,-20 6,43-7,-47 12,39-5,106-3,-74 10,-54 0,1 1,-1 2,46 8,-16 13,-55-15,1-2,29 7,-24-10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7-18T13:29:46.086"/>
    </inkml:context>
    <inkml:brush xml:id="br0">
      <inkml:brushProperty name="width" value="0.05" units="cm"/>
      <inkml:brushProperty name="height" value="0.05" units="cm"/>
      <inkml:brushProperty name="color" value="#F6630D"/>
      <inkml:brushProperty name="ignorePressure" value="1"/>
    </inkml:brush>
  </inkml:definitions>
  <inkml:trace contextRef="#ctx0" brushRef="#br0">28 1,'0'340,"0"-345,0-4,1 0,-2 1,1-1,-1 1,0-1,-1 1,0-1,0 1,-6-13,8 21,0 0,0 0,0-1,0 1,-1 0,1 0,0 0,0 0,0 0,0 0,0 0,0 0,0 0,0 0,0 0,0 0,0-1,0 1,-1 0,1 0,0 0,0 0,0 0,0 0,0 0,0 0,0 0,0 0,-1 0,1 0,0 0,0 0,0 0,0 0,0 0,0 0,0 0,0 0,0 0,-1 1,1-1,0 0,0 0,0 0,0 0,0 0,0 0,0 0,0 0,0 0,0 0,0 0,0 0,-1 1,1-1,0 0,0 0,0 0,0 0,0 0,0 0,0 0,0 0,0 0,0 1,-3 12,0 14,2-3,1-1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7-18T13:29:48.601"/>
    </inkml:context>
    <inkml:brush xml:id="br0">
      <inkml:brushProperty name="width" value="0.05" units="cm"/>
      <inkml:brushProperty name="height" value="0.05" units="cm"/>
      <inkml:brushProperty name="color" value="#F6630D"/>
      <inkml:brushProperty name="ignorePressure" value="1"/>
    </inkml:brush>
  </inkml:definitions>
  <inkml:trace contextRef="#ctx0" brushRef="#br0">0 81,'43'-2,"56"-10,-55 6,51-2,1 7,119-17,208-15,5 33,-179 2,-210-2,-8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7-18T13:29:49.236"/>
    </inkml:context>
    <inkml:brush xml:id="br0">
      <inkml:brushProperty name="width" value="0.05" units="cm"/>
      <inkml:brushProperty name="height" value="0.05" units="cm"/>
      <inkml:brushProperty name="color" value="#F6630D"/>
      <inkml:brushProperty name="ignorePressure" value="1"/>
    </inkml:brush>
  </inkml:definitions>
  <inkml:trace contextRef="#ctx0" brushRef="#br0">0 0,'0'5,"0"5,4 1,2 4,0 3,3 3,0 3,-2 1,-1 1,-2 0,-2 1,-1-1,-1 1,0-1,-1 0,1 0,-1 0,1-4</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7-18T13:30:14.182"/>
    </inkml:context>
    <inkml:brush xml:id="br0">
      <inkml:brushProperty name="width" value="0.05" units="cm"/>
      <inkml:brushProperty name="height" value="0.05" units="cm"/>
      <inkml:brushProperty name="color" value="#F6630D"/>
      <inkml:brushProperty name="ignorePressure" value="1"/>
    </inkml:brush>
  </inkml:definitions>
  <inkml:trace contextRef="#ctx0" brushRef="#br0">1 0,'0'5,"0"5,0 6,0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7-18T13:30:15.940"/>
    </inkml:context>
    <inkml:brush xml:id="br0">
      <inkml:brushProperty name="width" value="0.05" units="cm"/>
      <inkml:brushProperty name="height" value="0.05" units="cm"/>
      <inkml:brushProperty name="color" value="#F6630D"/>
      <inkml:brushProperty name="ignorePressure" value="1"/>
    </inkml:brush>
  </inkml:definitions>
  <inkml:trace contextRef="#ctx0" brushRef="#br0">6 0,'4'3,"0"0,0 0,0 0,0 1,0 0,-1-1,0 1,0 0,0 1,3 4,3 4,5 3,-2 0,0 0,13 27,-22-39,0 2,-1-1,0 0,0 0,-1 1,1-1,-1 1,0-1,0 1,-1 0,0-1,0 1,0 0,-1-1,0 1,0-1,-2 8,0-8,1 0,-1-1,0 1,-1-1,1 1,-1-1,0 0,0 0,0-1,-8 6,-51 28,56-33,-9 4</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7-18T13:30:17.726"/>
    </inkml:context>
    <inkml:brush xml:id="br0">
      <inkml:brushProperty name="width" value="0.05" units="cm"/>
      <inkml:brushProperty name="height" value="0.05" units="cm"/>
      <inkml:brushProperty name="color" value="#F6630D"/>
      <inkml:brushProperty name="ignorePressure" value="1"/>
    </inkml:brush>
  </inkml:definitions>
  <inkml:trace contextRef="#ctx0" brushRef="#br0">1 0,'0'0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7-18T13:30:19.589"/>
    </inkml:context>
    <inkml:brush xml:id="br0">
      <inkml:brushProperty name="width" value="0.05" units="cm"/>
      <inkml:brushProperty name="height" value="0.05" units="cm"/>
      <inkml:brushProperty name="color" value="#F6630D"/>
      <inkml:brushProperty name="ignorePressure" value="1"/>
    </inkml:brush>
  </inkml:definitions>
  <inkml:trace contextRef="#ctx0" brushRef="#br0">0 1,'0'0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7-18T13:30:37.484"/>
    </inkml:context>
    <inkml:brush xml:id="br0">
      <inkml:brushProperty name="width" value="0.05" units="cm"/>
      <inkml:brushProperty name="height" value="0.05" units="cm"/>
      <inkml:brushProperty name="color" value="#F6630D"/>
      <inkml:brushProperty name="ignorePressure" value="1"/>
    </inkml:brush>
  </inkml:definitions>
  <inkml:trace contextRef="#ctx0" brushRef="#br0">0 877,'2'-2,"-1"-1,1 1,0 0,0 0,0-1,0 1,1 0,-1 1,1-1,-1 0,1 1,-1 0,1-1,0 1,0 0,0 0,3 0,5-4,46-18,2 2,1 3,94-17,-61 15,298-94,56-13,-12 45,242-52,-529 101,-1-7,-2-6,198-93,-327 131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7-18T13:30:39.185"/>
    </inkml:context>
    <inkml:brush xml:id="br0">
      <inkml:brushProperty name="width" value="0.05" units="cm"/>
      <inkml:brushProperty name="height" value="0.05" units="cm"/>
      <inkml:brushProperty name="color" value="#F6630D"/>
      <inkml:brushProperty name="ignorePressure" value="1"/>
    </inkml:brush>
  </inkml:definitions>
  <inkml:trace contextRef="#ctx0" brushRef="#br0">0 53,'541'-26,"41"0,-443 26,140 4,-215 1,-1 2,85 21,-56-8,1-4,171 8,261-22,-271-4,-219 2</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7-18T13:30:40.256"/>
    </inkml:context>
    <inkml:brush xml:id="br0">
      <inkml:brushProperty name="width" value="0.05" units="cm"/>
      <inkml:brushProperty name="height" value="0.05" units="cm"/>
      <inkml:brushProperty name="color" value="#F6630D"/>
      <inkml:brushProperty name="ignorePressure" value="1"/>
    </inkml:brush>
  </inkml:definitions>
  <inkml:trace contextRef="#ctx0" brushRef="#br0">0 0,'0'5,"0"5,0 6,0 4,0 4,0 2,0 0,0 1,0 0,0 0,0 0,0-1,0 0,0 0,0 0,0 0,0-4</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7-18T13:30:42.323"/>
    </inkml:context>
    <inkml:brush xml:id="br0">
      <inkml:brushProperty name="width" value="0.05" units="cm"/>
      <inkml:brushProperty name="height" value="0.05" units="cm"/>
      <inkml:brushProperty name="color" value="#F6630D"/>
      <inkml:brushProperty name="ignorePressure" value="1"/>
    </inkml:brush>
  </inkml:definitions>
  <inkml:trace contextRef="#ctx0" brushRef="#br0">0 80,'5'-5,"5"-5,6-1,4-4,3 2,3 2,1 4,0 2,-5 3</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7-18T13:30:43.536"/>
    </inkml:context>
    <inkml:brush xml:id="br0">
      <inkml:brushProperty name="width" value="0.05" units="cm"/>
      <inkml:brushProperty name="height" value="0.05" units="cm"/>
      <inkml:brushProperty name="color" value="#F6630D"/>
      <inkml:brushProperty name="ignorePressure" value="1"/>
    </inkml:brush>
  </inkml:definitions>
  <inkml:trace contextRef="#ctx0" brushRef="#br0">1 307,'718'18,"-571"-13,-120-4,7 1,52-4,-75 0,1 0,-1 0,0-1,0 0,0-1,0 0,0-1,12-8,6-3,1 1,0 1,1 2,56-15,134-16,-44 21,313 3,-480 19,120 1,222-26,-275 13,403-54,-357 48,-94 13</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7-18T13:30:45.632"/>
    </inkml:context>
    <inkml:brush xml:id="br0">
      <inkml:brushProperty name="width" value="0.05" units="cm"/>
      <inkml:brushProperty name="height" value="0.05" units="cm"/>
      <inkml:brushProperty name="color" value="#F6630D"/>
      <inkml:brushProperty name="ignorePressure" value="1"/>
    </inkml:brush>
  </inkml:definitions>
  <inkml:trace contextRef="#ctx0" brushRef="#br0">0 54,'80'-3,"89"-16,-11 0,542 6,-444 15,-202-2</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7-18T13:30:46.128"/>
    </inkml:context>
    <inkml:brush xml:id="br0">
      <inkml:brushProperty name="width" value="0.05" units="cm"/>
      <inkml:brushProperty name="height" value="0.05" units="cm"/>
      <inkml:brushProperty name="color" value="#F6630D"/>
      <inkml:brushProperty name="ignorePressure" value="1"/>
    </inkml:brush>
  </inkml:definitions>
  <inkml:trace contextRef="#ctx0" brushRef="#br0">1 0,'0'5,"0"5,0 6,0 4,0 4,0 2,0 0,0 1,0 0,0 0,0 0,0-6</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7-18T13:30:47.637"/>
    </inkml:context>
    <inkml:brush xml:id="br0">
      <inkml:brushProperty name="width" value="0.05" units="cm"/>
      <inkml:brushProperty name="height" value="0.05" units="cm"/>
      <inkml:brushProperty name="color" value="#F6630D"/>
      <inkml:brushProperty name="ignorePressure" value="1"/>
    </inkml:brush>
  </inkml:definitions>
  <inkml:trace contextRef="#ctx0" brushRef="#br0">1 1339,'1'-3,"1"0,-1 0,1 0,0 0,0 0,0 0,1 0,-1 1,0 0,1-1,0 1,-1 0,5-2,0-2,76-60,-49 42,-2-3,42-43,375-447,-336 378,98-159,-130 158,-72 127</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7-18T13:30:48.835"/>
    </inkml:context>
    <inkml:brush xml:id="br0">
      <inkml:brushProperty name="width" value="0.05" units="cm"/>
      <inkml:brushProperty name="height" value="0.05" units="cm"/>
      <inkml:brushProperty name="color" value="#F6630D"/>
      <inkml:brushProperty name="ignorePressure" value="1"/>
    </inkml:brush>
  </inkml:definitions>
  <inkml:trace contextRef="#ctx0" brushRef="#br0">1 62,'4'0,"11"0,11-4,10-2,12 1,12-4,3 0,-3 2,-9 1,-8 2,-7 3,-5 0,-3 0,-3 2,0-5,-5-2</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7-18T13:30:49.599"/>
    </inkml:context>
    <inkml:brush xml:id="br0">
      <inkml:brushProperty name="width" value="0.05" units="cm"/>
      <inkml:brushProperty name="height" value="0.05" units="cm"/>
      <inkml:brushProperty name="color" value="#F6630D"/>
      <inkml:brushProperty name="ignorePressure" value="1"/>
    </inkml:brush>
  </inkml:definitions>
  <inkml:trace contextRef="#ctx0" brushRef="#br0">0 0,'5'0,"1"5,-1 5,4 6,0 9,3 0,0 0,-3 1,-3 0,-2 0,3-5,-1-1,0-4</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7-18T13:31:17.374"/>
    </inkml:context>
    <inkml:brush xml:id="br0">
      <inkml:brushProperty name="width" value="0.05" units="cm"/>
      <inkml:brushProperty name="height" value="0.05" units="cm"/>
      <inkml:brushProperty name="color" value="#F6630D"/>
      <inkml:brushProperty name="ignorePressure" value="1"/>
    </inkml:brush>
  </inkml:definitions>
  <inkml:trace contextRef="#ctx0" brushRef="#br0">1 640,'150'1,"284"-5,-2-34,642-198,-643 129,139 5,10 39,-149 17,-119 9,-261 30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7-18T13:31:18.291"/>
    </inkml:context>
    <inkml:brush xml:id="br0">
      <inkml:brushProperty name="width" value="0.05" units="cm"/>
      <inkml:brushProperty name="height" value="0.05" units="cm"/>
      <inkml:brushProperty name="color" value="#F6630D"/>
      <inkml:brushProperty name="ignorePressure" value="1"/>
    </inkml:brush>
  </inkml:definitions>
  <inkml:trace contextRef="#ctx0" brushRef="#br0">1 1,'25'2,"1"1,-1 1,0 1,0 2,25 10,28 6,481 91,8-39,1002 34,-1030-83,41 19,-8 47,-517-80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7-18T13:31:22.207"/>
    </inkml:context>
    <inkml:brush xml:id="br0">
      <inkml:brushProperty name="width" value="0.05" units="cm"/>
      <inkml:brushProperty name="height" value="0.05" units="cm"/>
      <inkml:brushProperty name="color" value="#F6630D"/>
      <inkml:brushProperty name="ignorePressure" value="1"/>
    </inkml:brush>
  </inkml:definitions>
  <inkml:trace contextRef="#ctx0" brushRef="#br0">0 0,'7'4,"-1"0,1 0,0-1,0 0,0 0,0 0,0-1,1 0,-1-1,1 0,8 1,17 3,83 16,-69-14,53 15,-50-9,-35-11,-1 2,0-1,0 2,0 0,0 0,-1 2,0-1,0 2,-1 0,18 14,85 73,-89-67,2-2,0-1,55 36,-69-52,1-1,0-1,0 0,1-1,-1-1,2 0,-1-1,0-1,1-1,31 1,-15-1,-1 2,1 0,37 12,-38-8,0-2,1-1,40 1,-2-5,116-4,-56-22,-38 15,150-38,-223 43,162-48,-89 23,-79 27,1 0,-1 1,1 1,-1 0,1 1,0 0,-1 2,1-1,-1 2,0 0,0 0,0 2,0 0,0 0,-1 1,0 1,16 11,-10-10,-1 0,1-1,1 0,-1-2,39 6,0 0,40 4,-81-15,0 2,0 0,-1 1,1 1,-1 0,0 2,0-1,25 15,-17-8,0 0,1-1,0-2,35 9,-32-10,17 8,-32-11,0 0,1-1,0-1,25 4,-199-38,110 15</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7-18T13:31:24.382"/>
    </inkml:context>
    <inkml:brush xml:id="br0">
      <inkml:brushProperty name="width" value="0.05" units="cm"/>
      <inkml:brushProperty name="height" value="0.05" units="cm"/>
      <inkml:brushProperty name="color" value="#F6630D"/>
      <inkml:brushProperty name="ignorePressure" value="1"/>
    </inkml:brush>
  </inkml:definitions>
  <inkml:trace contextRef="#ctx0" brushRef="#br0">0 26,'135'2,"147"-5,-202-9,-66 8,1 1,-1 0,1 2,0 0,-1 0,1 1,0 1,0 0,21 6,79 24,65 21,2 15,-51-19,-67-32,103 21,-163-36,0 0,-1 0,1 1,0-1,0 1,-1 0,0 0,1 0,-1 0,0 1,0 0,0-1,0 1,0 0,-1 0,1 1,1 3,6 10,-1 0,11 26,1 4,-10-28,0-1,2 0,0-1,0 0,2-1,0 0,1-2,0 0,1 0,1-2,0 0,34 16,5-1,2-2,76 22,-99-41,0-1,1-1,-1-3,63-4,-19 0,-60 2,1-1,-1-1,0-1,37-13,74-36,-32 7,-2-5,119-83,-205 122,-15 7,-23 5,-10 8</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7-18T13:31:25.144"/>
    </inkml:context>
    <inkml:brush xml:id="br0">
      <inkml:brushProperty name="width" value="0.05" units="cm"/>
      <inkml:brushProperty name="height" value="0.05" units="cm"/>
      <inkml:brushProperty name="color" value="#F6630D"/>
      <inkml:brushProperty name="ignorePressure" value="1"/>
    </inkml:brush>
  </inkml:definitions>
  <inkml:trace contextRef="#ctx0" brushRef="#br0">1 28,'4'0,"15"0,18 0,11 0,6 0,3-5,5-1,0 1,8 0,23 2,13 1,6 1,-8 0,-7 1,-21 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7-18T13:31:38.261"/>
    </inkml:context>
    <inkml:brush xml:id="br0">
      <inkml:brushProperty name="width" value="0.05" units="cm"/>
      <inkml:brushProperty name="height" value="0.05" units="cm"/>
      <inkml:brushProperty name="color" value="#F6630D"/>
      <inkml:brushProperty name="ignorePressure" value="1"/>
    </inkml:brush>
  </inkml:definitions>
  <inkml:trace contextRef="#ctx0" brushRef="#br0">1 134,'4427'-66,"-1415"-1,-2591 66,868 14,-1203-10,-11-3,0 5,0 2,104 25,-170-29,1 0,-1 0,1 2,-1-1,0 1,-1 0,1 1,-1 0,0 0,-1 0,0 1,0 1,9 10,6 6,5 1,2-1,1-1,55 31,-22-14,162 99,-192-118</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7-18T13:31:40.196"/>
    </inkml:context>
    <inkml:brush xml:id="br0">
      <inkml:brushProperty name="width" value="0.05" units="cm"/>
      <inkml:brushProperty name="height" value="0.05" units="cm"/>
      <inkml:brushProperty name="color" value="#F6630D"/>
      <inkml:brushProperty name="ignorePressure" value="1"/>
    </inkml:brush>
  </inkml:definitions>
  <inkml:trace contextRef="#ctx0" brushRef="#br0">1 0,'0'526,"1"-497,11 55,-7-53,3 52,-9 57,1-112</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7-18T13:31:49.955"/>
    </inkml:context>
    <inkml:brush xml:id="br0">
      <inkml:brushProperty name="width" value="0.05" units="cm"/>
      <inkml:brushProperty name="height" value="0.05" units="cm"/>
      <inkml:brushProperty name="color" value="#F6630D"/>
      <inkml:brushProperty name="ignorePressure" value="1"/>
    </inkml:brush>
  </inkml:definitions>
  <inkml:trace contextRef="#ctx0" brushRef="#br0">1 1,'0'1147,"1"-1129,1 1,7 33,-1-14,-5-18</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7-18T13:31:51.149"/>
    </inkml:context>
    <inkml:brush xml:id="br0">
      <inkml:brushProperty name="width" value="0.05" units="cm"/>
      <inkml:brushProperty name="height" value="0.05" units="cm"/>
      <inkml:brushProperty name="color" value="#F6630D"/>
      <inkml:brushProperty name="ignorePressure" value="1"/>
    </inkml:brush>
  </inkml:definitions>
  <inkml:trace contextRef="#ctx0" brushRef="#br0">0 1,'7'17,"-1"0,-1 1,0 0,-2 0,0 0,-1 1,-1 19,10 56,13 40,-5 1,2 237,-21-269,17 137,-14-214</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0594" name="Rectangle 2"/>
          <p:cNvSpPr>
            <a:spLocks noGrp="1" noChangeArrowheads="1"/>
          </p:cNvSpPr>
          <p:nvPr>
            <p:ph type="hdr" sz="quarter"/>
          </p:nvPr>
        </p:nvSpPr>
        <p:spPr bwMode="auto">
          <a:xfrm>
            <a:off x="0"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lvl1pPr defTabSz="966788">
              <a:defRPr sz="1300"/>
            </a:lvl1pPr>
          </a:lstStyle>
          <a:p>
            <a:endParaRPr lang="en-US"/>
          </a:p>
        </p:txBody>
      </p:sp>
      <p:sp>
        <p:nvSpPr>
          <p:cNvPr id="110595" name="Rectangle 3"/>
          <p:cNvSpPr>
            <a:spLocks noGrp="1" noChangeArrowheads="1"/>
          </p:cNvSpPr>
          <p:nvPr>
            <p:ph type="dt" idx="1"/>
          </p:nvPr>
        </p:nvSpPr>
        <p:spPr bwMode="auto">
          <a:xfrm>
            <a:off x="4143375"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lvl1pPr algn="r" defTabSz="966788">
              <a:defRPr sz="1300"/>
            </a:lvl1pPr>
          </a:lstStyle>
          <a:p>
            <a:endParaRPr lang="en-US"/>
          </a:p>
        </p:txBody>
      </p:sp>
      <p:sp>
        <p:nvSpPr>
          <p:cNvPr id="110596"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10597" name="Rectangle 5"/>
          <p:cNvSpPr>
            <a:spLocks noGrp="1" noChangeArrowheads="1"/>
          </p:cNvSpPr>
          <p:nvPr>
            <p:ph type="body" sz="quarter" idx="3"/>
          </p:nvPr>
        </p:nvSpPr>
        <p:spPr bwMode="auto">
          <a:xfrm>
            <a:off x="731838" y="4560888"/>
            <a:ext cx="5851525" cy="4319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0598" name="Rectangle 6"/>
          <p:cNvSpPr>
            <a:spLocks noGrp="1" noChangeArrowheads="1"/>
          </p:cNvSpPr>
          <p:nvPr>
            <p:ph type="ftr" sz="quarter" idx="4"/>
          </p:nvPr>
        </p:nvSpPr>
        <p:spPr bwMode="auto">
          <a:xfrm>
            <a:off x="0"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b" anchorCtr="0" compatLnSpc="1">
            <a:prstTxWarp prst="textNoShape">
              <a:avLst/>
            </a:prstTxWarp>
          </a:bodyPr>
          <a:lstStyle>
            <a:lvl1pPr defTabSz="966788">
              <a:defRPr sz="1300"/>
            </a:lvl1pPr>
          </a:lstStyle>
          <a:p>
            <a:endParaRPr lang="en-US"/>
          </a:p>
        </p:txBody>
      </p:sp>
      <p:sp>
        <p:nvSpPr>
          <p:cNvPr id="110599" name="Rectangle 7"/>
          <p:cNvSpPr>
            <a:spLocks noGrp="1" noChangeArrowheads="1"/>
          </p:cNvSpPr>
          <p:nvPr>
            <p:ph type="sldNum" sz="quarter" idx="5"/>
          </p:nvPr>
        </p:nvSpPr>
        <p:spPr bwMode="auto">
          <a:xfrm>
            <a:off x="4143375"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b" anchorCtr="0" compatLnSpc="1">
            <a:prstTxWarp prst="textNoShape">
              <a:avLst/>
            </a:prstTxWarp>
          </a:bodyPr>
          <a:lstStyle>
            <a:lvl1pPr algn="r" defTabSz="966788">
              <a:defRPr sz="1300"/>
            </a:lvl1pPr>
          </a:lstStyle>
          <a:p>
            <a:fld id="{3B05CE29-FCF7-4664-B845-3797410BEEFF}" type="slidenum">
              <a:rPr lang="en-US"/>
              <a:pPr/>
              <a:t>‹#›</a:t>
            </a:fld>
            <a:endParaRPr lang="en-US"/>
          </a:p>
        </p:txBody>
      </p:sp>
    </p:spTree>
    <p:extLst>
      <p:ext uri="{BB962C8B-B14F-4D97-AF65-F5344CB8AC3E}">
        <p14:creationId xmlns:p14="http://schemas.microsoft.com/office/powerpoint/2010/main" val="910598340"/>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itchFamily="34" charset="0"/>
        <a:ea typeface="+mn-ea"/>
        <a:cs typeface="+mn-cs"/>
      </a:defRPr>
    </a:lvl1pPr>
    <a:lvl2pPr marL="457200" algn="l" rtl="0" fontAlgn="base">
      <a:spcBef>
        <a:spcPct val="30000"/>
      </a:spcBef>
      <a:spcAft>
        <a:spcPct val="0"/>
      </a:spcAft>
      <a:defRPr sz="1200" kern="1200">
        <a:solidFill>
          <a:schemeClr val="tx1"/>
        </a:solidFill>
        <a:latin typeface="Arial" pitchFamily="34" charset="0"/>
        <a:ea typeface="+mn-ea"/>
        <a:cs typeface="+mn-cs"/>
      </a:defRPr>
    </a:lvl2pPr>
    <a:lvl3pPr marL="914400" algn="l" rtl="0" fontAlgn="base">
      <a:spcBef>
        <a:spcPct val="30000"/>
      </a:spcBef>
      <a:spcAft>
        <a:spcPct val="0"/>
      </a:spcAft>
      <a:defRPr sz="1200" kern="1200">
        <a:solidFill>
          <a:schemeClr val="tx1"/>
        </a:solidFill>
        <a:latin typeface="Arial" pitchFamily="34" charset="0"/>
        <a:ea typeface="+mn-ea"/>
        <a:cs typeface="+mn-cs"/>
      </a:defRPr>
    </a:lvl3pPr>
    <a:lvl4pPr marL="1371600" algn="l" rtl="0" fontAlgn="base">
      <a:spcBef>
        <a:spcPct val="30000"/>
      </a:spcBef>
      <a:spcAft>
        <a:spcPct val="0"/>
      </a:spcAft>
      <a:defRPr sz="1200" kern="1200">
        <a:solidFill>
          <a:schemeClr val="tx1"/>
        </a:solidFill>
        <a:latin typeface="Arial" pitchFamily="34" charset="0"/>
        <a:ea typeface="+mn-ea"/>
        <a:cs typeface="+mn-cs"/>
      </a:defRPr>
    </a:lvl4pPr>
    <a:lvl5pPr marL="1828800" algn="l" rtl="0" fontAlgn="base">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7A8E06F-7243-40EA-9650-72320B24A146}" type="slidenum">
              <a:rPr lang="en-US" smtClean="0"/>
              <a:pPr/>
              <a:t>5</a:t>
            </a:fld>
            <a:endParaRPr lang="en-US"/>
          </a:p>
        </p:txBody>
      </p:sp>
    </p:spTree>
    <p:extLst>
      <p:ext uri="{BB962C8B-B14F-4D97-AF65-F5344CB8AC3E}">
        <p14:creationId xmlns:p14="http://schemas.microsoft.com/office/powerpoint/2010/main" val="20681865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7A8E06F-7243-40EA-9650-72320B24A146}" type="slidenum">
              <a:rPr lang="en-US" smtClean="0"/>
              <a:pPr/>
              <a:t>6</a:t>
            </a:fld>
            <a:endParaRPr lang="en-US"/>
          </a:p>
        </p:txBody>
      </p:sp>
    </p:spTree>
    <p:extLst>
      <p:ext uri="{BB962C8B-B14F-4D97-AF65-F5344CB8AC3E}">
        <p14:creationId xmlns:p14="http://schemas.microsoft.com/office/powerpoint/2010/main" val="20681865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7A8E06F-7243-40EA-9650-72320B24A146}" type="slidenum">
              <a:rPr lang="en-US" smtClean="0"/>
              <a:pPr/>
              <a:t>7</a:t>
            </a:fld>
            <a:endParaRPr lang="en-US"/>
          </a:p>
        </p:txBody>
      </p:sp>
    </p:spTree>
    <p:extLst>
      <p:ext uri="{BB962C8B-B14F-4D97-AF65-F5344CB8AC3E}">
        <p14:creationId xmlns:p14="http://schemas.microsoft.com/office/powerpoint/2010/main" val="20681865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7A8E06F-7243-40EA-9650-72320B24A146}" type="slidenum">
              <a:rPr lang="en-US" smtClean="0"/>
              <a:pPr/>
              <a:t>8</a:t>
            </a:fld>
            <a:endParaRPr lang="en-US"/>
          </a:p>
        </p:txBody>
      </p:sp>
    </p:spTree>
    <p:extLst>
      <p:ext uri="{BB962C8B-B14F-4D97-AF65-F5344CB8AC3E}">
        <p14:creationId xmlns:p14="http://schemas.microsoft.com/office/powerpoint/2010/main" val="20681865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7A8E06F-7243-40EA-9650-72320B24A146}" type="slidenum">
              <a:rPr lang="en-US" smtClean="0"/>
              <a:pPr/>
              <a:t>9</a:t>
            </a:fld>
            <a:endParaRPr lang="en-US"/>
          </a:p>
        </p:txBody>
      </p:sp>
    </p:spTree>
    <p:extLst>
      <p:ext uri="{BB962C8B-B14F-4D97-AF65-F5344CB8AC3E}">
        <p14:creationId xmlns:p14="http://schemas.microsoft.com/office/powerpoint/2010/main" val="20681865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7A8E06F-7243-40EA-9650-72320B24A146}" type="slidenum">
              <a:rPr lang="en-US" smtClean="0"/>
              <a:pPr/>
              <a:t>11</a:t>
            </a:fld>
            <a:endParaRPr lang="en-US"/>
          </a:p>
        </p:txBody>
      </p:sp>
    </p:spTree>
    <p:extLst>
      <p:ext uri="{BB962C8B-B14F-4D97-AF65-F5344CB8AC3E}">
        <p14:creationId xmlns:p14="http://schemas.microsoft.com/office/powerpoint/2010/main" val="20681865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7A8E06F-7243-40EA-9650-72320B24A146}" type="slidenum">
              <a:rPr lang="en-US" smtClean="0"/>
              <a:pPr/>
              <a:t>12</a:t>
            </a:fld>
            <a:endParaRPr lang="en-US"/>
          </a:p>
        </p:txBody>
      </p:sp>
    </p:spTree>
    <p:extLst>
      <p:ext uri="{BB962C8B-B14F-4D97-AF65-F5344CB8AC3E}">
        <p14:creationId xmlns:p14="http://schemas.microsoft.com/office/powerpoint/2010/main" val="20681865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7A8E06F-7243-40EA-9650-72320B24A146}" type="slidenum">
              <a:rPr lang="en-US" smtClean="0"/>
              <a:pPr/>
              <a:t>13</a:t>
            </a:fld>
            <a:endParaRPr lang="en-US"/>
          </a:p>
        </p:txBody>
      </p:sp>
    </p:spTree>
    <p:extLst>
      <p:ext uri="{BB962C8B-B14F-4D97-AF65-F5344CB8AC3E}">
        <p14:creationId xmlns:p14="http://schemas.microsoft.com/office/powerpoint/2010/main" val="20681865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7A8E06F-7243-40EA-9650-72320B24A146}" type="slidenum">
              <a:rPr lang="en-US" smtClean="0"/>
              <a:pPr/>
              <a:t>14</a:t>
            </a:fld>
            <a:endParaRPr lang="en-US"/>
          </a:p>
        </p:txBody>
      </p:sp>
    </p:spTree>
    <p:extLst>
      <p:ext uri="{BB962C8B-B14F-4D97-AF65-F5344CB8AC3E}">
        <p14:creationId xmlns:p14="http://schemas.microsoft.com/office/powerpoint/2010/main" val="20681865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7A8E06F-7243-40EA-9650-72320B24A146}" type="slidenum">
              <a:rPr lang="en-US" smtClean="0"/>
              <a:pPr/>
              <a:t>15</a:t>
            </a:fld>
            <a:endParaRPr lang="en-US"/>
          </a:p>
        </p:txBody>
      </p:sp>
    </p:spTree>
    <p:extLst>
      <p:ext uri="{BB962C8B-B14F-4D97-AF65-F5344CB8AC3E}">
        <p14:creationId xmlns:p14="http://schemas.microsoft.com/office/powerpoint/2010/main" val="20681865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7A8E06F-7243-40EA-9650-72320B24A146}" type="slidenum">
              <a:rPr lang="en-US" smtClean="0"/>
              <a:pPr/>
              <a:t>16</a:t>
            </a:fld>
            <a:endParaRPr lang="en-US"/>
          </a:p>
        </p:txBody>
      </p:sp>
    </p:spTree>
    <p:extLst>
      <p:ext uri="{BB962C8B-B14F-4D97-AF65-F5344CB8AC3E}">
        <p14:creationId xmlns:p14="http://schemas.microsoft.com/office/powerpoint/2010/main" val="20681865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7A8E06F-7243-40EA-9650-72320B24A146}" type="slidenum">
              <a:rPr lang="en-US" smtClean="0"/>
              <a:pPr/>
              <a:t>17</a:t>
            </a:fld>
            <a:endParaRPr lang="en-US"/>
          </a:p>
        </p:txBody>
      </p:sp>
    </p:spTree>
    <p:extLst>
      <p:ext uri="{BB962C8B-B14F-4D97-AF65-F5344CB8AC3E}">
        <p14:creationId xmlns:p14="http://schemas.microsoft.com/office/powerpoint/2010/main" val="20681865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7A8E06F-7243-40EA-9650-72320B24A146}" type="slidenum">
              <a:rPr lang="en-US" smtClean="0"/>
              <a:pPr/>
              <a:t>18</a:t>
            </a:fld>
            <a:endParaRPr lang="en-US"/>
          </a:p>
        </p:txBody>
      </p:sp>
    </p:spTree>
    <p:extLst>
      <p:ext uri="{BB962C8B-B14F-4D97-AF65-F5344CB8AC3E}">
        <p14:creationId xmlns:p14="http://schemas.microsoft.com/office/powerpoint/2010/main" val="20681865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7A8E06F-7243-40EA-9650-72320B24A146}" type="slidenum">
              <a:rPr lang="en-US" smtClean="0"/>
              <a:pPr/>
              <a:t>19</a:t>
            </a:fld>
            <a:endParaRPr lang="en-US"/>
          </a:p>
        </p:txBody>
      </p:sp>
    </p:spTree>
    <p:extLst>
      <p:ext uri="{BB962C8B-B14F-4D97-AF65-F5344CB8AC3E}">
        <p14:creationId xmlns:p14="http://schemas.microsoft.com/office/powerpoint/2010/main" val="20681865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7A8E06F-7243-40EA-9650-72320B24A146}" type="slidenum">
              <a:rPr lang="en-US" smtClean="0"/>
              <a:pPr/>
              <a:t>20</a:t>
            </a:fld>
            <a:endParaRPr lang="en-US"/>
          </a:p>
        </p:txBody>
      </p:sp>
    </p:spTree>
    <p:extLst>
      <p:ext uri="{BB962C8B-B14F-4D97-AF65-F5344CB8AC3E}">
        <p14:creationId xmlns:p14="http://schemas.microsoft.com/office/powerpoint/2010/main" val="20681865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7A8E06F-7243-40EA-9650-72320B24A146}" type="slidenum">
              <a:rPr lang="en-US" smtClean="0"/>
              <a:pPr/>
              <a:t>21</a:t>
            </a:fld>
            <a:endParaRPr lang="en-US"/>
          </a:p>
        </p:txBody>
      </p:sp>
    </p:spTree>
    <p:extLst>
      <p:ext uri="{BB962C8B-B14F-4D97-AF65-F5344CB8AC3E}">
        <p14:creationId xmlns:p14="http://schemas.microsoft.com/office/powerpoint/2010/main" val="20681865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7A8E06F-7243-40EA-9650-72320B24A146}" type="slidenum">
              <a:rPr lang="en-US" smtClean="0"/>
              <a:pPr/>
              <a:t>22</a:t>
            </a:fld>
            <a:endParaRPr lang="en-US"/>
          </a:p>
        </p:txBody>
      </p:sp>
    </p:spTree>
    <p:extLst>
      <p:ext uri="{BB962C8B-B14F-4D97-AF65-F5344CB8AC3E}">
        <p14:creationId xmlns:p14="http://schemas.microsoft.com/office/powerpoint/2010/main" val="20681865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B05CE29-FCF7-4664-B845-3797410BEEFF}" type="slidenum">
              <a:rPr lang="en-US" smtClean="0"/>
              <a:pPr/>
              <a:t>27</a:t>
            </a:fld>
            <a:endParaRPr lang="en-US"/>
          </a:p>
        </p:txBody>
      </p:sp>
    </p:spTree>
    <p:extLst>
      <p:ext uri="{BB962C8B-B14F-4D97-AF65-F5344CB8AC3E}">
        <p14:creationId xmlns:p14="http://schemas.microsoft.com/office/powerpoint/2010/main" val="8522847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7A8E06F-7243-40EA-9650-72320B24A146}" type="slidenum">
              <a:rPr lang="en-US" smtClean="0"/>
              <a:pPr/>
              <a:t>34</a:t>
            </a:fld>
            <a:endParaRPr lang="en-US"/>
          </a:p>
        </p:txBody>
      </p:sp>
    </p:spTree>
    <p:extLst>
      <p:ext uri="{BB962C8B-B14F-4D97-AF65-F5344CB8AC3E}">
        <p14:creationId xmlns:p14="http://schemas.microsoft.com/office/powerpoint/2010/main" val="20681865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7A8E06F-7243-40EA-9650-72320B24A146}" type="slidenum">
              <a:rPr lang="en-US" smtClean="0"/>
              <a:pPr/>
              <a:t>46</a:t>
            </a:fld>
            <a:endParaRPr lang="en-US"/>
          </a:p>
        </p:txBody>
      </p:sp>
    </p:spTree>
    <p:extLst>
      <p:ext uri="{BB962C8B-B14F-4D97-AF65-F5344CB8AC3E}">
        <p14:creationId xmlns:p14="http://schemas.microsoft.com/office/powerpoint/2010/main" val="20681865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7A8E06F-7243-40EA-9650-72320B24A146}" type="slidenum">
              <a:rPr lang="en-US" smtClean="0"/>
              <a:pPr/>
              <a:t>47</a:t>
            </a:fld>
            <a:endParaRPr lang="en-US"/>
          </a:p>
        </p:txBody>
      </p:sp>
    </p:spTree>
    <p:extLst>
      <p:ext uri="{BB962C8B-B14F-4D97-AF65-F5344CB8AC3E}">
        <p14:creationId xmlns:p14="http://schemas.microsoft.com/office/powerpoint/2010/main" val="20681865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7A8E06F-7243-40EA-9650-72320B24A146}" type="slidenum">
              <a:rPr lang="en-US" smtClean="0"/>
              <a:pPr/>
              <a:t>48</a:t>
            </a:fld>
            <a:endParaRPr lang="en-US"/>
          </a:p>
        </p:txBody>
      </p:sp>
    </p:spTree>
    <p:extLst>
      <p:ext uri="{BB962C8B-B14F-4D97-AF65-F5344CB8AC3E}">
        <p14:creationId xmlns:p14="http://schemas.microsoft.com/office/powerpoint/2010/main" val="20681865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7A8E06F-7243-40EA-9650-72320B24A146}" type="slidenum">
              <a:rPr lang="en-US" smtClean="0"/>
              <a:pPr/>
              <a:t>49</a:t>
            </a:fld>
            <a:endParaRPr lang="en-US"/>
          </a:p>
        </p:txBody>
      </p:sp>
    </p:spTree>
    <p:extLst>
      <p:ext uri="{BB962C8B-B14F-4D97-AF65-F5344CB8AC3E}">
        <p14:creationId xmlns:p14="http://schemas.microsoft.com/office/powerpoint/2010/main" val="20681865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7A8E06F-7243-40EA-9650-72320B24A146}" type="slidenum">
              <a:rPr lang="en-US" smtClean="0"/>
              <a:pPr/>
              <a:t>50</a:t>
            </a:fld>
            <a:endParaRPr lang="en-US"/>
          </a:p>
        </p:txBody>
      </p:sp>
    </p:spTree>
    <p:extLst>
      <p:ext uri="{BB962C8B-B14F-4D97-AF65-F5344CB8AC3E}">
        <p14:creationId xmlns:p14="http://schemas.microsoft.com/office/powerpoint/2010/main" val="20681865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7A8E06F-7243-40EA-9650-72320B24A146}" type="slidenum">
              <a:rPr lang="en-US" smtClean="0"/>
              <a:pPr/>
              <a:t>51</a:t>
            </a:fld>
            <a:endParaRPr lang="en-US"/>
          </a:p>
        </p:txBody>
      </p:sp>
    </p:spTree>
    <p:extLst>
      <p:ext uri="{BB962C8B-B14F-4D97-AF65-F5344CB8AC3E}">
        <p14:creationId xmlns:p14="http://schemas.microsoft.com/office/powerpoint/2010/main" val="20681865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7A8E06F-7243-40EA-9650-72320B24A146}" type="slidenum">
              <a:rPr lang="en-US" smtClean="0"/>
              <a:pPr/>
              <a:t>52</a:t>
            </a:fld>
            <a:endParaRPr lang="en-US"/>
          </a:p>
        </p:txBody>
      </p:sp>
    </p:spTree>
    <p:extLst>
      <p:ext uri="{BB962C8B-B14F-4D97-AF65-F5344CB8AC3E}">
        <p14:creationId xmlns:p14="http://schemas.microsoft.com/office/powerpoint/2010/main" val="20681865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7A8E06F-7243-40EA-9650-72320B24A146}" type="slidenum">
              <a:rPr lang="en-US" smtClean="0"/>
              <a:pPr/>
              <a:t>53</a:t>
            </a:fld>
            <a:endParaRPr lang="en-US"/>
          </a:p>
        </p:txBody>
      </p:sp>
    </p:spTree>
    <p:extLst>
      <p:ext uri="{BB962C8B-B14F-4D97-AF65-F5344CB8AC3E}">
        <p14:creationId xmlns:p14="http://schemas.microsoft.com/office/powerpoint/2010/main" val="20681865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7A8E06F-7243-40EA-9650-72320B24A146}" type="slidenum">
              <a:rPr lang="en-US" smtClean="0"/>
              <a:pPr/>
              <a:t>54</a:t>
            </a:fld>
            <a:endParaRPr lang="en-US"/>
          </a:p>
        </p:txBody>
      </p:sp>
    </p:spTree>
    <p:extLst>
      <p:ext uri="{BB962C8B-B14F-4D97-AF65-F5344CB8AC3E}">
        <p14:creationId xmlns:p14="http://schemas.microsoft.com/office/powerpoint/2010/main" val="206818652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7A8E06F-7243-40EA-9650-72320B24A146}" type="slidenum">
              <a:rPr lang="en-US" smtClean="0"/>
              <a:pPr/>
              <a:t>55</a:t>
            </a:fld>
            <a:endParaRPr lang="en-US"/>
          </a:p>
        </p:txBody>
      </p:sp>
    </p:spTree>
    <p:extLst>
      <p:ext uri="{BB962C8B-B14F-4D97-AF65-F5344CB8AC3E}">
        <p14:creationId xmlns:p14="http://schemas.microsoft.com/office/powerpoint/2010/main" val="20681865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7A8E06F-7243-40EA-9650-72320B24A146}" type="slidenum">
              <a:rPr lang="en-US" smtClean="0"/>
              <a:pPr/>
              <a:t>56</a:t>
            </a:fld>
            <a:endParaRPr lang="en-US"/>
          </a:p>
        </p:txBody>
      </p:sp>
    </p:spTree>
    <p:extLst>
      <p:ext uri="{BB962C8B-B14F-4D97-AF65-F5344CB8AC3E}">
        <p14:creationId xmlns:p14="http://schemas.microsoft.com/office/powerpoint/2010/main" val="20681865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7A8E06F-7243-40EA-9650-72320B24A146}" type="slidenum">
              <a:rPr lang="en-US" smtClean="0"/>
              <a:pPr/>
              <a:t>57</a:t>
            </a:fld>
            <a:endParaRPr lang="en-US"/>
          </a:p>
        </p:txBody>
      </p:sp>
    </p:spTree>
    <p:extLst>
      <p:ext uri="{BB962C8B-B14F-4D97-AF65-F5344CB8AC3E}">
        <p14:creationId xmlns:p14="http://schemas.microsoft.com/office/powerpoint/2010/main" val="20681865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7A8E06F-7243-40EA-9650-72320B24A146}" type="slidenum">
              <a:rPr lang="en-US" smtClean="0"/>
              <a:pPr/>
              <a:t>58</a:t>
            </a:fld>
            <a:endParaRPr lang="en-US"/>
          </a:p>
        </p:txBody>
      </p:sp>
    </p:spTree>
    <p:extLst>
      <p:ext uri="{BB962C8B-B14F-4D97-AF65-F5344CB8AC3E}">
        <p14:creationId xmlns:p14="http://schemas.microsoft.com/office/powerpoint/2010/main" val="20681865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7A8E06F-7243-40EA-9650-72320B24A146}" type="slidenum">
              <a:rPr lang="en-US" smtClean="0"/>
              <a:pPr/>
              <a:t>60</a:t>
            </a:fld>
            <a:endParaRPr lang="en-US"/>
          </a:p>
        </p:txBody>
      </p:sp>
    </p:spTree>
    <p:extLst>
      <p:ext uri="{BB962C8B-B14F-4D97-AF65-F5344CB8AC3E}">
        <p14:creationId xmlns:p14="http://schemas.microsoft.com/office/powerpoint/2010/main" val="206818652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7A8E06F-7243-40EA-9650-72320B24A146}" type="slidenum">
              <a:rPr lang="en-US" smtClean="0"/>
              <a:pPr/>
              <a:t>61</a:t>
            </a:fld>
            <a:endParaRPr lang="en-US"/>
          </a:p>
        </p:txBody>
      </p:sp>
    </p:spTree>
    <p:extLst>
      <p:ext uri="{BB962C8B-B14F-4D97-AF65-F5344CB8AC3E}">
        <p14:creationId xmlns:p14="http://schemas.microsoft.com/office/powerpoint/2010/main" val="206818652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7A8E06F-7243-40EA-9650-72320B24A146}" type="slidenum">
              <a:rPr lang="en-US" smtClean="0"/>
              <a:pPr/>
              <a:t>62</a:t>
            </a:fld>
            <a:endParaRPr lang="en-US"/>
          </a:p>
        </p:txBody>
      </p:sp>
    </p:spTree>
    <p:extLst>
      <p:ext uri="{BB962C8B-B14F-4D97-AF65-F5344CB8AC3E}">
        <p14:creationId xmlns:p14="http://schemas.microsoft.com/office/powerpoint/2010/main" val="206818652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7A8E06F-7243-40EA-9650-72320B24A146}" type="slidenum">
              <a:rPr lang="en-US" smtClean="0"/>
              <a:pPr/>
              <a:t>63</a:t>
            </a:fld>
            <a:endParaRPr lang="en-US"/>
          </a:p>
        </p:txBody>
      </p:sp>
    </p:spTree>
    <p:extLst>
      <p:ext uri="{BB962C8B-B14F-4D97-AF65-F5344CB8AC3E}">
        <p14:creationId xmlns:p14="http://schemas.microsoft.com/office/powerpoint/2010/main" val="206818652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7A8E06F-7243-40EA-9650-72320B24A146}" type="slidenum">
              <a:rPr lang="en-US" smtClean="0"/>
              <a:pPr/>
              <a:t>64</a:t>
            </a:fld>
            <a:endParaRPr lang="en-US"/>
          </a:p>
        </p:txBody>
      </p:sp>
    </p:spTree>
    <p:extLst>
      <p:ext uri="{BB962C8B-B14F-4D97-AF65-F5344CB8AC3E}">
        <p14:creationId xmlns:p14="http://schemas.microsoft.com/office/powerpoint/2010/main" val="206818652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7A8E06F-7243-40EA-9650-72320B24A146}" type="slidenum">
              <a:rPr lang="en-US" smtClean="0"/>
              <a:pPr/>
              <a:t>65</a:t>
            </a:fld>
            <a:endParaRPr lang="en-US"/>
          </a:p>
        </p:txBody>
      </p:sp>
    </p:spTree>
    <p:extLst>
      <p:ext uri="{BB962C8B-B14F-4D97-AF65-F5344CB8AC3E}">
        <p14:creationId xmlns:p14="http://schemas.microsoft.com/office/powerpoint/2010/main" val="206818652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7A8E06F-7243-40EA-9650-72320B24A146}" type="slidenum">
              <a:rPr lang="en-US" smtClean="0"/>
              <a:pPr/>
              <a:t>66</a:t>
            </a:fld>
            <a:endParaRPr lang="en-US"/>
          </a:p>
        </p:txBody>
      </p:sp>
    </p:spTree>
    <p:extLst>
      <p:ext uri="{BB962C8B-B14F-4D97-AF65-F5344CB8AC3E}">
        <p14:creationId xmlns:p14="http://schemas.microsoft.com/office/powerpoint/2010/main" val="206818652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7A8E06F-7243-40EA-9650-72320B24A146}" type="slidenum">
              <a:rPr lang="en-US" smtClean="0"/>
              <a:pPr/>
              <a:t>67</a:t>
            </a:fld>
            <a:endParaRPr lang="en-US"/>
          </a:p>
        </p:txBody>
      </p:sp>
    </p:spTree>
    <p:extLst>
      <p:ext uri="{BB962C8B-B14F-4D97-AF65-F5344CB8AC3E}">
        <p14:creationId xmlns:p14="http://schemas.microsoft.com/office/powerpoint/2010/main" val="206818652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7A8E06F-7243-40EA-9650-72320B24A146}" type="slidenum">
              <a:rPr lang="en-US" smtClean="0"/>
              <a:pPr/>
              <a:t>68</a:t>
            </a:fld>
            <a:endParaRPr lang="en-US"/>
          </a:p>
        </p:txBody>
      </p:sp>
    </p:spTree>
    <p:extLst>
      <p:ext uri="{BB962C8B-B14F-4D97-AF65-F5344CB8AC3E}">
        <p14:creationId xmlns:p14="http://schemas.microsoft.com/office/powerpoint/2010/main" val="206818652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7A8E06F-7243-40EA-9650-72320B24A146}" type="slidenum">
              <a:rPr lang="en-US" smtClean="0"/>
              <a:pPr/>
              <a:t>69</a:t>
            </a:fld>
            <a:endParaRPr lang="en-US"/>
          </a:p>
        </p:txBody>
      </p:sp>
    </p:spTree>
    <p:extLst>
      <p:ext uri="{BB962C8B-B14F-4D97-AF65-F5344CB8AC3E}">
        <p14:creationId xmlns:p14="http://schemas.microsoft.com/office/powerpoint/2010/main" val="206818652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7A8E06F-7243-40EA-9650-72320B24A146}" type="slidenum">
              <a:rPr lang="en-US" smtClean="0"/>
              <a:pPr/>
              <a:t>70</a:t>
            </a:fld>
            <a:endParaRPr lang="en-US"/>
          </a:p>
        </p:txBody>
      </p:sp>
    </p:spTree>
    <p:extLst>
      <p:ext uri="{BB962C8B-B14F-4D97-AF65-F5344CB8AC3E}">
        <p14:creationId xmlns:p14="http://schemas.microsoft.com/office/powerpoint/2010/main" val="20681865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A998162F-DCBE-4FE1-9E1F-6C72CF41F5E1}" type="slidenum">
              <a:rPr lang="en-US"/>
              <a:pPr/>
              <a:t>‹#›</a:t>
            </a:fld>
            <a:endParaRPr lang="en-US"/>
          </a:p>
        </p:txBody>
      </p:sp>
    </p:spTree>
    <p:extLst>
      <p:ext uri="{BB962C8B-B14F-4D97-AF65-F5344CB8AC3E}">
        <p14:creationId xmlns:p14="http://schemas.microsoft.com/office/powerpoint/2010/main" val="11239240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B88AC9F-9AF9-46EB-9D3D-BCC81B0A8FBA}" type="slidenum">
              <a:rPr lang="en-US"/>
              <a:pPr/>
              <a:t>‹#›</a:t>
            </a:fld>
            <a:endParaRPr lang="en-US"/>
          </a:p>
        </p:txBody>
      </p:sp>
    </p:spTree>
    <p:extLst>
      <p:ext uri="{BB962C8B-B14F-4D97-AF65-F5344CB8AC3E}">
        <p14:creationId xmlns:p14="http://schemas.microsoft.com/office/powerpoint/2010/main" val="2123859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40DFC1D9-BA69-4CD2-8666-64F4C514DC08}" type="slidenum">
              <a:rPr lang="en-US"/>
              <a:pPr/>
              <a:t>‹#›</a:t>
            </a:fld>
            <a:endParaRPr lang="en-US"/>
          </a:p>
        </p:txBody>
      </p:sp>
    </p:spTree>
    <p:extLst>
      <p:ext uri="{BB962C8B-B14F-4D97-AF65-F5344CB8AC3E}">
        <p14:creationId xmlns:p14="http://schemas.microsoft.com/office/powerpoint/2010/main" val="92867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1920D11F-774E-4B63-800F-782235185A81}" type="slidenum">
              <a:rPr lang="en-US"/>
              <a:pPr/>
              <a:t>‹#›</a:t>
            </a:fld>
            <a:endParaRPr lang="en-US"/>
          </a:p>
        </p:txBody>
      </p:sp>
    </p:spTree>
    <p:extLst>
      <p:ext uri="{BB962C8B-B14F-4D97-AF65-F5344CB8AC3E}">
        <p14:creationId xmlns:p14="http://schemas.microsoft.com/office/powerpoint/2010/main" val="29484013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75B32FAA-5809-455B-9D8A-6DBCCA901430}" type="slidenum">
              <a:rPr lang="en-US"/>
              <a:pPr/>
              <a:t>‹#›</a:t>
            </a:fld>
            <a:endParaRPr lang="en-US"/>
          </a:p>
        </p:txBody>
      </p:sp>
    </p:spTree>
    <p:extLst>
      <p:ext uri="{BB962C8B-B14F-4D97-AF65-F5344CB8AC3E}">
        <p14:creationId xmlns:p14="http://schemas.microsoft.com/office/powerpoint/2010/main" val="3333864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DEDA08BA-3423-40C3-A777-1786670DF4FC}" type="slidenum">
              <a:rPr lang="en-US"/>
              <a:pPr/>
              <a:t>‹#›</a:t>
            </a:fld>
            <a:endParaRPr lang="en-US"/>
          </a:p>
        </p:txBody>
      </p:sp>
    </p:spTree>
    <p:extLst>
      <p:ext uri="{BB962C8B-B14F-4D97-AF65-F5344CB8AC3E}">
        <p14:creationId xmlns:p14="http://schemas.microsoft.com/office/powerpoint/2010/main" val="17147744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09B8979C-350C-4EC9-B042-9036C45FD284}" type="slidenum">
              <a:rPr lang="en-US"/>
              <a:pPr/>
              <a:t>‹#›</a:t>
            </a:fld>
            <a:endParaRPr lang="en-US"/>
          </a:p>
        </p:txBody>
      </p:sp>
    </p:spTree>
    <p:extLst>
      <p:ext uri="{BB962C8B-B14F-4D97-AF65-F5344CB8AC3E}">
        <p14:creationId xmlns:p14="http://schemas.microsoft.com/office/powerpoint/2010/main" val="14695805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5192BBB8-FBA8-448C-90A9-C6FABA00A71C}" type="slidenum">
              <a:rPr lang="en-US"/>
              <a:pPr/>
              <a:t>‹#›</a:t>
            </a:fld>
            <a:endParaRPr lang="en-US"/>
          </a:p>
        </p:txBody>
      </p:sp>
    </p:spTree>
    <p:extLst>
      <p:ext uri="{BB962C8B-B14F-4D97-AF65-F5344CB8AC3E}">
        <p14:creationId xmlns:p14="http://schemas.microsoft.com/office/powerpoint/2010/main" val="6569257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AD601701-93EB-4FD5-BD3D-8F77F9FCF9C7}" type="slidenum">
              <a:rPr lang="en-US"/>
              <a:pPr/>
              <a:t>‹#›</a:t>
            </a:fld>
            <a:endParaRPr lang="en-US"/>
          </a:p>
        </p:txBody>
      </p:sp>
    </p:spTree>
    <p:extLst>
      <p:ext uri="{BB962C8B-B14F-4D97-AF65-F5344CB8AC3E}">
        <p14:creationId xmlns:p14="http://schemas.microsoft.com/office/powerpoint/2010/main" val="31630781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39E4461F-3F78-481A-8D06-948DA172B208}" type="slidenum">
              <a:rPr lang="en-US"/>
              <a:pPr/>
              <a:t>‹#›</a:t>
            </a:fld>
            <a:endParaRPr lang="en-US"/>
          </a:p>
        </p:txBody>
      </p:sp>
    </p:spTree>
    <p:extLst>
      <p:ext uri="{BB962C8B-B14F-4D97-AF65-F5344CB8AC3E}">
        <p14:creationId xmlns:p14="http://schemas.microsoft.com/office/powerpoint/2010/main" val="9050297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C38AE59F-A7CC-4EB6-B36B-704E30CA27DC}" type="slidenum">
              <a:rPr lang="en-US"/>
              <a:pPr/>
              <a:t>‹#›</a:t>
            </a:fld>
            <a:endParaRPr lang="en-US"/>
          </a:p>
        </p:txBody>
      </p:sp>
    </p:spTree>
    <p:extLst>
      <p:ext uri="{BB962C8B-B14F-4D97-AF65-F5344CB8AC3E}">
        <p14:creationId xmlns:p14="http://schemas.microsoft.com/office/powerpoint/2010/main" val="11504484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457200" y="6245225"/>
            <a:ext cx="2133600" cy="476250"/>
          </a:xfrm>
        </p:spPr>
        <p:txBody>
          <a:bodyPr/>
          <a:lstStyle>
            <a:lvl1pPr>
              <a:defRPr/>
            </a:lvl1pPr>
          </a:lstStyle>
          <a:p>
            <a:endParaRPr lang="en-US"/>
          </a:p>
        </p:txBody>
      </p:sp>
      <p:sp>
        <p:nvSpPr>
          <p:cNvPr id="4" name="Footer Placeholder 3"/>
          <p:cNvSpPr>
            <a:spLocks noGrp="1"/>
          </p:cNvSpPr>
          <p:nvPr>
            <p:ph type="ftr" sz="quarter" idx="11"/>
          </p:nvPr>
        </p:nvSpPr>
        <p:spPr>
          <a:xfrm>
            <a:off x="3124200" y="6245225"/>
            <a:ext cx="2895600" cy="476250"/>
          </a:xfrm>
        </p:spPr>
        <p:txBody>
          <a:bodyPr/>
          <a:lstStyle>
            <a:lvl1pPr>
              <a:defRPr/>
            </a:lvl1pPr>
          </a:lstStyle>
          <a:p>
            <a:endParaRPr lang="en-US"/>
          </a:p>
        </p:txBody>
      </p:sp>
      <p:sp>
        <p:nvSpPr>
          <p:cNvPr id="5" name="Slide Number Placeholder 4"/>
          <p:cNvSpPr>
            <a:spLocks noGrp="1"/>
          </p:cNvSpPr>
          <p:nvPr>
            <p:ph type="sldNum" sz="quarter" idx="12"/>
          </p:nvPr>
        </p:nvSpPr>
        <p:spPr>
          <a:xfrm>
            <a:off x="6553200" y="6245225"/>
            <a:ext cx="2133600" cy="476250"/>
          </a:xfrm>
        </p:spPr>
        <p:txBody>
          <a:bodyPr/>
          <a:lstStyle>
            <a:lvl1pPr>
              <a:defRPr/>
            </a:lvl1pPr>
          </a:lstStyle>
          <a:p>
            <a:fld id="{D0CCF606-69DB-4148-8E65-A9A4C0EAA8E4}" type="slidenum">
              <a:rPr lang="en-US"/>
              <a:pPr/>
              <a:t>‹#›</a:t>
            </a:fld>
            <a:endParaRPr lang="en-US"/>
          </a:p>
        </p:txBody>
      </p:sp>
    </p:spTree>
    <p:extLst>
      <p:ext uri="{BB962C8B-B14F-4D97-AF65-F5344CB8AC3E}">
        <p14:creationId xmlns:p14="http://schemas.microsoft.com/office/powerpoint/2010/main" val="10001631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able Placeholder 2"/>
          <p:cNvSpPr>
            <a:spLocks noGrp="1"/>
          </p:cNvSpPr>
          <p:nvPr>
            <p:ph type="tbl" idx="1"/>
          </p:nvPr>
        </p:nvSpPr>
        <p:spPr>
          <a:xfrm>
            <a:off x="457200" y="1600200"/>
            <a:ext cx="8229600" cy="4525963"/>
          </a:xfrm>
        </p:spPr>
        <p:txBody>
          <a:bodyPr/>
          <a:lstStyle/>
          <a:p>
            <a:endParaRPr lang="en-US"/>
          </a:p>
        </p:txBody>
      </p:sp>
      <p:sp>
        <p:nvSpPr>
          <p:cNvPr id="4" name="Date Placeholder 3"/>
          <p:cNvSpPr>
            <a:spLocks noGrp="1"/>
          </p:cNvSpPr>
          <p:nvPr>
            <p:ph type="dt" sz="half" idx="10"/>
          </p:nvPr>
        </p:nvSpPr>
        <p:spPr>
          <a:xfrm>
            <a:off x="457200" y="6245225"/>
            <a:ext cx="2133600" cy="476250"/>
          </a:xfrm>
        </p:spPr>
        <p:txBody>
          <a:bodyPr/>
          <a:lstStyle>
            <a:lvl1pPr>
              <a:defRPr/>
            </a:lvl1pPr>
          </a:lstStyle>
          <a:p>
            <a:endParaRPr lang="en-US"/>
          </a:p>
        </p:txBody>
      </p:sp>
      <p:sp>
        <p:nvSpPr>
          <p:cNvPr id="5" name="Footer Placeholder 4"/>
          <p:cNvSpPr>
            <a:spLocks noGrp="1"/>
          </p:cNvSpPr>
          <p:nvPr>
            <p:ph type="ftr" sz="quarter" idx="11"/>
          </p:nvPr>
        </p:nvSpPr>
        <p:spPr>
          <a:xfrm>
            <a:off x="3124200" y="6245225"/>
            <a:ext cx="2895600" cy="476250"/>
          </a:xfrm>
        </p:spPr>
        <p:txBody>
          <a:bodyPr/>
          <a:lstStyle>
            <a:lvl1pPr>
              <a:defRPr/>
            </a:lvl1pPr>
          </a:lstStyle>
          <a:p>
            <a:endParaRPr lang="en-US"/>
          </a:p>
        </p:txBody>
      </p:sp>
      <p:sp>
        <p:nvSpPr>
          <p:cNvPr id="6" name="Slide Number Placeholder 5"/>
          <p:cNvSpPr>
            <a:spLocks noGrp="1"/>
          </p:cNvSpPr>
          <p:nvPr>
            <p:ph type="sldNum" sz="quarter" idx="12"/>
          </p:nvPr>
        </p:nvSpPr>
        <p:spPr>
          <a:xfrm>
            <a:off x="6553200" y="6245225"/>
            <a:ext cx="2133600" cy="476250"/>
          </a:xfrm>
        </p:spPr>
        <p:txBody>
          <a:bodyPr/>
          <a:lstStyle>
            <a:lvl1pPr>
              <a:defRPr/>
            </a:lvl1pPr>
          </a:lstStyle>
          <a:p>
            <a:fld id="{4752043E-6981-479C-A717-2A478CA6C7FF}" type="slidenum">
              <a:rPr lang="en-US"/>
              <a:pPr/>
              <a:t>‹#›</a:t>
            </a:fld>
            <a:endParaRPr lang="en-US"/>
          </a:p>
        </p:txBody>
      </p:sp>
    </p:spTree>
    <p:extLst>
      <p:ext uri="{BB962C8B-B14F-4D97-AF65-F5344CB8AC3E}">
        <p14:creationId xmlns:p14="http://schemas.microsoft.com/office/powerpoint/2010/main" val="40235917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smConfetti">
          <a:fgClr>
            <a:srgbClr val="FFC000"/>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dirty="0"/>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dirty="0"/>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8DAE1081-1E02-481E-902D-4104FD77F6D5}" type="slidenum">
              <a:rPr lang="en-US"/>
              <a:pPr/>
              <a:t>‹#›</a:t>
            </a:fld>
            <a:endParaRPr lang="en-US" dirty="0"/>
          </a:p>
        </p:txBody>
      </p:sp>
      <p:sp>
        <p:nvSpPr>
          <p:cNvPr id="8" name="Rectangle 8"/>
          <p:cNvSpPr>
            <a:spLocks noChangeArrowheads="1"/>
          </p:cNvSpPr>
          <p:nvPr userDrawn="1"/>
        </p:nvSpPr>
        <p:spPr bwMode="auto">
          <a:xfrm>
            <a:off x="76200" y="76200"/>
            <a:ext cx="8991600" cy="6348413"/>
          </a:xfrm>
          <a:prstGeom prst="rect">
            <a:avLst/>
          </a:prstGeom>
          <a:noFill/>
          <a:ln w="57150" cmpd="thinThick">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defRPr/>
            </a:pPr>
            <a:endParaRPr lang="en-US" sz="1600" dirty="0">
              <a:latin typeface="Arial" charset="0"/>
            </a:endParaRPr>
          </a:p>
        </p:txBody>
      </p:sp>
      <p:pic>
        <p:nvPicPr>
          <p:cNvPr id="1032" name="Picture 10" descr="bieu tuong truong dai hoc gtvt 1"/>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8027988" y="146050"/>
            <a:ext cx="963612"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33" name="Straight Connector 10"/>
          <p:cNvCxnSpPr>
            <a:cxnSpLocks noChangeShapeType="1"/>
          </p:cNvCxnSpPr>
          <p:nvPr userDrawn="1"/>
        </p:nvCxnSpPr>
        <p:spPr bwMode="auto">
          <a:xfrm>
            <a:off x="76200" y="1171575"/>
            <a:ext cx="8991600" cy="0"/>
          </a:xfrm>
          <a:prstGeom prst="line">
            <a:avLst/>
          </a:prstGeom>
          <a:noFill/>
          <a:ln w="57150" algn="ctr">
            <a:solidFill>
              <a:srgbClr val="FF3399"/>
            </a:solidFill>
            <a:round/>
            <a:headEnd type="none" w="sm" len="sm"/>
            <a:tailEnd type="none" w="sm" len="sm"/>
          </a:ln>
          <a:extLst>
            <a:ext uri="{909E8E84-426E-40DD-AFC4-6F175D3DCCD1}">
              <a14:hiddenFill xmlns:a14="http://schemas.microsoft.com/office/drawing/2010/main">
                <a:noFill/>
              </a14:hiddenFill>
            </a:ext>
          </a:extLst>
        </p:spPr>
      </p:cxnSp>
      <p:sp>
        <p:nvSpPr>
          <p:cNvPr id="1034" name="Text Box 10"/>
          <p:cNvSpPr txBox="1">
            <a:spLocks noChangeArrowheads="1"/>
          </p:cNvSpPr>
          <p:nvPr userDrawn="1"/>
        </p:nvSpPr>
        <p:spPr bwMode="auto">
          <a:xfrm>
            <a:off x="5943600" y="6477000"/>
            <a:ext cx="25908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en-US" sz="1200" b="1" dirty="0"/>
              <a:t>Dr.Eng. </a:t>
            </a:r>
            <a:r>
              <a:rPr lang="en-US" sz="1200" b="1" dirty="0" err="1"/>
              <a:t>Trần</a:t>
            </a:r>
            <a:r>
              <a:rPr lang="en-US" sz="1200" b="1" dirty="0"/>
              <a:t> </a:t>
            </a:r>
            <a:r>
              <a:rPr lang="en-US" sz="1200" b="1" dirty="0" err="1"/>
              <a:t>Thị</a:t>
            </a:r>
            <a:r>
              <a:rPr lang="en-US" sz="1200" b="1" dirty="0"/>
              <a:t> Kim </a:t>
            </a:r>
            <a:r>
              <a:rPr lang="en-US" sz="1200" b="1" dirty="0" err="1"/>
              <a:t>Đăng</a:t>
            </a:r>
            <a:endParaRPr lang="en-US" sz="1200" b="1"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itchFamily="34" charset="0"/>
        </a:defRPr>
      </a:lvl2pPr>
      <a:lvl3pPr algn="ctr" rtl="0" fontAlgn="base">
        <a:spcBef>
          <a:spcPct val="0"/>
        </a:spcBef>
        <a:spcAft>
          <a:spcPct val="0"/>
        </a:spcAft>
        <a:defRPr sz="4400">
          <a:solidFill>
            <a:schemeClr val="tx2"/>
          </a:solidFill>
          <a:latin typeface="Arial" pitchFamily="34" charset="0"/>
        </a:defRPr>
      </a:lvl3pPr>
      <a:lvl4pPr algn="ctr" rtl="0" fontAlgn="base">
        <a:spcBef>
          <a:spcPct val="0"/>
        </a:spcBef>
        <a:spcAft>
          <a:spcPct val="0"/>
        </a:spcAft>
        <a:defRPr sz="4400">
          <a:solidFill>
            <a:schemeClr val="tx2"/>
          </a:solidFill>
          <a:latin typeface="Arial" pitchFamily="34" charset="0"/>
        </a:defRPr>
      </a:lvl4pPr>
      <a:lvl5pPr algn="ctr" rtl="0" fontAlgn="base">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8" Type="http://schemas.openxmlformats.org/officeDocument/2006/relationships/image" Target="../media/image4.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2.w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wmf"/></Relationships>
</file>

<file path=ppt/slides/_rels/slide7.xml.rels><?xml version="1.0" encoding="UTF-8" standalone="yes"?>
<Relationships xmlns="http://schemas.openxmlformats.org/package/2006/relationships"><Relationship Id="rId13" Type="http://schemas.openxmlformats.org/officeDocument/2006/relationships/image" Target="../media/image11.png"/><Relationship Id="rId18" Type="http://schemas.openxmlformats.org/officeDocument/2006/relationships/customXml" Target="../ink/ink8.xml"/><Relationship Id="rId26" Type="http://schemas.openxmlformats.org/officeDocument/2006/relationships/customXml" Target="../ink/ink12.xml"/><Relationship Id="rId39" Type="http://schemas.openxmlformats.org/officeDocument/2006/relationships/image" Target="../media/image24.png"/><Relationship Id="rId21" Type="http://schemas.openxmlformats.org/officeDocument/2006/relationships/image" Target="../media/image15.png"/><Relationship Id="rId34" Type="http://schemas.openxmlformats.org/officeDocument/2006/relationships/customXml" Target="../ink/ink16.xml"/><Relationship Id="rId42" Type="http://schemas.openxmlformats.org/officeDocument/2006/relationships/customXml" Target="../ink/ink20.xml"/><Relationship Id="rId7" Type="http://schemas.openxmlformats.org/officeDocument/2006/relationships/image" Target="../media/image8.png"/><Relationship Id="rId2" Type="http://schemas.openxmlformats.org/officeDocument/2006/relationships/notesSlide" Target="../notesSlides/notesSlide3.xml"/><Relationship Id="rId16" Type="http://schemas.openxmlformats.org/officeDocument/2006/relationships/customXml" Target="../ink/ink7.xml"/><Relationship Id="rId29"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customXml" Target="../ink/ink2.xml"/><Relationship Id="rId11" Type="http://schemas.openxmlformats.org/officeDocument/2006/relationships/image" Target="../media/image10.png"/><Relationship Id="rId24" Type="http://schemas.openxmlformats.org/officeDocument/2006/relationships/customXml" Target="../ink/ink11.xml"/><Relationship Id="rId32" Type="http://schemas.openxmlformats.org/officeDocument/2006/relationships/customXml" Target="../ink/ink15.xml"/><Relationship Id="rId37" Type="http://schemas.openxmlformats.org/officeDocument/2006/relationships/image" Target="../media/image23.png"/><Relationship Id="rId40" Type="http://schemas.openxmlformats.org/officeDocument/2006/relationships/customXml" Target="../ink/ink19.xml"/><Relationship Id="rId45" Type="http://schemas.openxmlformats.org/officeDocument/2006/relationships/customXml" Target="../ink/ink22.xml"/><Relationship Id="rId5" Type="http://schemas.openxmlformats.org/officeDocument/2006/relationships/image" Target="../media/image7.png"/><Relationship Id="rId15" Type="http://schemas.openxmlformats.org/officeDocument/2006/relationships/image" Target="../media/image12.png"/><Relationship Id="rId23" Type="http://schemas.openxmlformats.org/officeDocument/2006/relationships/image" Target="../media/image16.png"/><Relationship Id="rId28" Type="http://schemas.openxmlformats.org/officeDocument/2006/relationships/customXml" Target="../ink/ink13.xml"/><Relationship Id="rId36" Type="http://schemas.openxmlformats.org/officeDocument/2006/relationships/customXml" Target="../ink/ink17.xml"/><Relationship Id="rId10" Type="http://schemas.openxmlformats.org/officeDocument/2006/relationships/customXml" Target="../ink/ink4.xml"/><Relationship Id="rId19" Type="http://schemas.openxmlformats.org/officeDocument/2006/relationships/image" Target="../media/image14.png"/><Relationship Id="rId31" Type="http://schemas.openxmlformats.org/officeDocument/2006/relationships/image" Target="../media/image20.png"/><Relationship Id="rId44" Type="http://schemas.openxmlformats.org/officeDocument/2006/relationships/customXml" Target="../ink/ink21.xml"/><Relationship Id="rId4" Type="http://schemas.openxmlformats.org/officeDocument/2006/relationships/customXml" Target="../ink/ink1.xml"/><Relationship Id="rId9" Type="http://schemas.openxmlformats.org/officeDocument/2006/relationships/image" Target="../media/image9.png"/><Relationship Id="rId14" Type="http://schemas.openxmlformats.org/officeDocument/2006/relationships/customXml" Target="../ink/ink6.xml"/><Relationship Id="rId22" Type="http://schemas.openxmlformats.org/officeDocument/2006/relationships/customXml" Target="../ink/ink10.xml"/><Relationship Id="rId27" Type="http://schemas.openxmlformats.org/officeDocument/2006/relationships/image" Target="../media/image18.png"/><Relationship Id="rId30" Type="http://schemas.openxmlformats.org/officeDocument/2006/relationships/customXml" Target="../ink/ink14.xml"/><Relationship Id="rId35" Type="http://schemas.openxmlformats.org/officeDocument/2006/relationships/image" Target="../media/image22.png"/><Relationship Id="rId43" Type="http://schemas.openxmlformats.org/officeDocument/2006/relationships/image" Target="../media/image26.png"/><Relationship Id="rId8" Type="http://schemas.openxmlformats.org/officeDocument/2006/relationships/customXml" Target="../ink/ink3.xml"/><Relationship Id="rId3" Type="http://schemas.openxmlformats.org/officeDocument/2006/relationships/image" Target="../media/image6.emf"/><Relationship Id="rId12" Type="http://schemas.openxmlformats.org/officeDocument/2006/relationships/customXml" Target="../ink/ink5.xml"/><Relationship Id="rId17" Type="http://schemas.openxmlformats.org/officeDocument/2006/relationships/image" Target="../media/image13.png"/><Relationship Id="rId25" Type="http://schemas.openxmlformats.org/officeDocument/2006/relationships/image" Target="../media/image17.png"/><Relationship Id="rId33" Type="http://schemas.openxmlformats.org/officeDocument/2006/relationships/image" Target="../media/image21.png"/><Relationship Id="rId38" Type="http://schemas.openxmlformats.org/officeDocument/2006/relationships/customXml" Target="../ink/ink18.xml"/><Relationship Id="rId20" Type="http://schemas.openxmlformats.org/officeDocument/2006/relationships/customXml" Target="../ink/ink9.xml"/><Relationship Id="rId41" Type="http://schemas.openxmlformats.org/officeDocument/2006/relationships/image" Target="../media/image2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3" Type="http://schemas.openxmlformats.org/officeDocument/2006/relationships/image" Target="../media/image31.png"/><Relationship Id="rId18" Type="http://schemas.openxmlformats.org/officeDocument/2006/relationships/customXml" Target="../ink/ink30.xml"/><Relationship Id="rId26" Type="http://schemas.openxmlformats.org/officeDocument/2006/relationships/customXml" Target="../ink/ink34.xml"/><Relationship Id="rId39" Type="http://schemas.openxmlformats.org/officeDocument/2006/relationships/image" Target="../media/image44.png"/><Relationship Id="rId21" Type="http://schemas.openxmlformats.org/officeDocument/2006/relationships/image" Target="../media/image35.png"/><Relationship Id="rId34" Type="http://schemas.openxmlformats.org/officeDocument/2006/relationships/customXml" Target="../ink/ink38.xml"/><Relationship Id="rId7" Type="http://schemas.openxmlformats.org/officeDocument/2006/relationships/image" Target="../media/image28.png"/><Relationship Id="rId2" Type="http://schemas.openxmlformats.org/officeDocument/2006/relationships/notesSlide" Target="../notesSlides/notesSlide5.xml"/><Relationship Id="rId16" Type="http://schemas.openxmlformats.org/officeDocument/2006/relationships/customXml" Target="../ink/ink29.xml"/><Relationship Id="rId20" Type="http://schemas.openxmlformats.org/officeDocument/2006/relationships/customXml" Target="../ink/ink31.xml"/><Relationship Id="rId29" Type="http://schemas.openxmlformats.org/officeDocument/2006/relationships/image" Target="../media/image39.png"/><Relationship Id="rId41" Type="http://schemas.openxmlformats.org/officeDocument/2006/relationships/image" Target="../media/image45.png"/><Relationship Id="rId1" Type="http://schemas.openxmlformats.org/officeDocument/2006/relationships/slideLayout" Target="../slideLayouts/slideLayout1.xml"/><Relationship Id="rId6" Type="http://schemas.openxmlformats.org/officeDocument/2006/relationships/customXml" Target="../ink/ink24.xml"/><Relationship Id="rId11" Type="http://schemas.openxmlformats.org/officeDocument/2006/relationships/image" Target="../media/image30.png"/><Relationship Id="rId24" Type="http://schemas.openxmlformats.org/officeDocument/2006/relationships/customXml" Target="../ink/ink33.xml"/><Relationship Id="rId32" Type="http://schemas.openxmlformats.org/officeDocument/2006/relationships/customXml" Target="../ink/ink37.xml"/><Relationship Id="rId37" Type="http://schemas.openxmlformats.org/officeDocument/2006/relationships/image" Target="../media/image43.png"/><Relationship Id="rId40" Type="http://schemas.openxmlformats.org/officeDocument/2006/relationships/customXml" Target="../ink/ink41.xml"/><Relationship Id="rId5" Type="http://schemas.openxmlformats.org/officeDocument/2006/relationships/image" Target="../media/image27.png"/><Relationship Id="rId15" Type="http://schemas.openxmlformats.org/officeDocument/2006/relationships/image" Target="../media/image32.png"/><Relationship Id="rId23" Type="http://schemas.openxmlformats.org/officeDocument/2006/relationships/image" Target="../media/image36.png"/><Relationship Id="rId28" Type="http://schemas.openxmlformats.org/officeDocument/2006/relationships/customXml" Target="../ink/ink35.xml"/><Relationship Id="rId36" Type="http://schemas.openxmlformats.org/officeDocument/2006/relationships/customXml" Target="../ink/ink39.xml"/><Relationship Id="rId10" Type="http://schemas.openxmlformats.org/officeDocument/2006/relationships/customXml" Target="../ink/ink26.xml"/><Relationship Id="rId19" Type="http://schemas.openxmlformats.org/officeDocument/2006/relationships/image" Target="../media/image34.png"/><Relationship Id="rId31" Type="http://schemas.openxmlformats.org/officeDocument/2006/relationships/image" Target="../media/image40.png"/><Relationship Id="rId4" Type="http://schemas.openxmlformats.org/officeDocument/2006/relationships/customXml" Target="../ink/ink23.xml"/><Relationship Id="rId9" Type="http://schemas.openxmlformats.org/officeDocument/2006/relationships/image" Target="../media/image29.png"/><Relationship Id="rId14" Type="http://schemas.openxmlformats.org/officeDocument/2006/relationships/customXml" Target="../ink/ink28.xml"/><Relationship Id="rId22" Type="http://schemas.openxmlformats.org/officeDocument/2006/relationships/customXml" Target="../ink/ink32.xml"/><Relationship Id="rId27" Type="http://schemas.openxmlformats.org/officeDocument/2006/relationships/image" Target="../media/image38.png"/><Relationship Id="rId30" Type="http://schemas.openxmlformats.org/officeDocument/2006/relationships/customXml" Target="../ink/ink36.xml"/><Relationship Id="rId35" Type="http://schemas.openxmlformats.org/officeDocument/2006/relationships/image" Target="../media/image42.png"/><Relationship Id="rId8" Type="http://schemas.openxmlformats.org/officeDocument/2006/relationships/customXml" Target="../ink/ink25.xml"/><Relationship Id="rId3" Type="http://schemas.openxmlformats.org/officeDocument/2006/relationships/image" Target="../media/image70.png"/><Relationship Id="rId12" Type="http://schemas.openxmlformats.org/officeDocument/2006/relationships/customXml" Target="../ink/ink27.xml"/><Relationship Id="rId17" Type="http://schemas.openxmlformats.org/officeDocument/2006/relationships/image" Target="../media/image33.png"/><Relationship Id="rId25" Type="http://schemas.openxmlformats.org/officeDocument/2006/relationships/image" Target="../media/image37.png"/><Relationship Id="rId33" Type="http://schemas.openxmlformats.org/officeDocument/2006/relationships/image" Target="../media/image41.png"/><Relationship Id="rId38" Type="http://schemas.openxmlformats.org/officeDocument/2006/relationships/customXml" Target="../ink/ink40.xml"/></Relationships>
</file>

<file path=ppt/slides/_rels/slide10.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slideLayout" Target="../slideLayouts/slideLayout2.xml"/><Relationship Id="rId4" Type="http://schemas.openxmlformats.org/officeDocument/2006/relationships/image" Target="../media/image9.wmf"/></Relationships>
</file>

<file path=ppt/slides/_rels/slide11.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20.png"/></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14.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52.png"/><Relationship Id="rId4" Type="http://schemas.openxmlformats.org/officeDocument/2006/relationships/image" Target="../media/image51.png"/></Relationships>
</file>

<file path=ppt/slides/_rels/slide1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image" Target="../media/image61.jpeg"/><Relationship Id="rId1" Type="http://schemas.openxmlformats.org/officeDocument/2006/relationships/slideLayout" Target="../slideLayouts/slideLayout12.xml"/><Relationship Id="rId4" Type="http://schemas.openxmlformats.org/officeDocument/2006/relationships/image" Target="../media/image63.jpeg"/></Relationships>
</file>

<file path=ppt/slides/_rels/slide32.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image" Target="../media/image63.jpeg"/><Relationship Id="rId1" Type="http://schemas.openxmlformats.org/officeDocument/2006/relationships/slideLayout" Target="../slideLayouts/slideLayout12.xml"/><Relationship Id="rId4" Type="http://schemas.openxmlformats.org/officeDocument/2006/relationships/image" Target="../media/image65.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67.emf"/><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71.wmf"/><Relationship Id="rId4" Type="http://schemas.openxmlformats.org/officeDocument/2006/relationships/image" Target="../media/image70.wmf"/></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390.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400.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p:cNvSpPr txBox="1">
            <a:spLocks noChangeArrowheads="1"/>
          </p:cNvSpPr>
          <p:nvPr/>
        </p:nvSpPr>
        <p:spPr bwMode="auto">
          <a:xfrm>
            <a:off x="304800" y="381000"/>
            <a:ext cx="76962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600" b="1" dirty="0" err="1">
                <a:solidFill>
                  <a:schemeClr val="accent2"/>
                </a:solidFill>
              </a:rPr>
              <a:t>Quản</a:t>
            </a:r>
            <a:r>
              <a:rPr lang="en-US" sz="2600" b="1" dirty="0">
                <a:solidFill>
                  <a:schemeClr val="accent2"/>
                </a:solidFill>
              </a:rPr>
              <a:t> </a:t>
            </a:r>
            <a:r>
              <a:rPr lang="en-US" sz="2600" b="1" dirty="0" err="1">
                <a:solidFill>
                  <a:schemeClr val="accent2"/>
                </a:solidFill>
              </a:rPr>
              <a:t>lý</a:t>
            </a:r>
            <a:r>
              <a:rPr lang="en-US" sz="2600" b="1" dirty="0">
                <a:solidFill>
                  <a:schemeClr val="accent2"/>
                </a:solidFill>
              </a:rPr>
              <a:t> </a:t>
            </a:r>
            <a:r>
              <a:rPr lang="en-US" sz="2600" b="1" dirty="0" err="1">
                <a:solidFill>
                  <a:schemeClr val="accent2"/>
                </a:solidFill>
              </a:rPr>
              <a:t>khai</a:t>
            </a:r>
            <a:r>
              <a:rPr lang="en-US" sz="2600" b="1" dirty="0">
                <a:solidFill>
                  <a:schemeClr val="accent2"/>
                </a:solidFill>
              </a:rPr>
              <a:t> </a:t>
            </a:r>
            <a:r>
              <a:rPr lang="en-US" sz="2600" b="1" dirty="0" err="1">
                <a:solidFill>
                  <a:schemeClr val="accent2"/>
                </a:solidFill>
              </a:rPr>
              <a:t>thác</a:t>
            </a:r>
            <a:r>
              <a:rPr lang="en-US" sz="2600" b="1" dirty="0">
                <a:solidFill>
                  <a:schemeClr val="accent2"/>
                </a:solidFill>
              </a:rPr>
              <a:t> </a:t>
            </a:r>
            <a:r>
              <a:rPr lang="en-US" sz="2600" b="1" dirty="0" err="1">
                <a:solidFill>
                  <a:schemeClr val="accent2"/>
                </a:solidFill>
              </a:rPr>
              <a:t>đường</a:t>
            </a:r>
            <a:r>
              <a:rPr lang="en-US" sz="2600" b="1" dirty="0">
                <a:solidFill>
                  <a:schemeClr val="accent2"/>
                </a:solidFill>
              </a:rPr>
              <a:t> </a:t>
            </a:r>
            <a:r>
              <a:rPr lang="en-US" sz="2600" b="1" dirty="0" err="1">
                <a:solidFill>
                  <a:schemeClr val="accent2"/>
                </a:solidFill>
              </a:rPr>
              <a:t>bộ</a:t>
            </a:r>
            <a:endParaRPr lang="en-US" sz="2600" b="1" dirty="0">
              <a:solidFill>
                <a:schemeClr val="accent2"/>
              </a:solidFill>
            </a:endParaRPr>
          </a:p>
        </p:txBody>
      </p:sp>
      <p:sp>
        <p:nvSpPr>
          <p:cNvPr id="6147" name="Text Box 3"/>
          <p:cNvSpPr txBox="1">
            <a:spLocks noChangeArrowheads="1"/>
          </p:cNvSpPr>
          <p:nvPr/>
        </p:nvSpPr>
        <p:spPr bwMode="auto">
          <a:xfrm>
            <a:off x="533400" y="2057400"/>
            <a:ext cx="815340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itchFamily="34" charset="0"/>
              </a:defRPr>
            </a:lvl1pPr>
            <a:lvl2pPr marL="800100" indent="-342900">
              <a:defRPr>
                <a:solidFill>
                  <a:schemeClr val="tx1"/>
                </a:solidFill>
                <a:latin typeface="Arial" pitchFamily="34" charset="0"/>
              </a:defRPr>
            </a:lvl2pPr>
            <a:lvl3pPr marL="1257300" indent="-342900">
              <a:defRPr>
                <a:solidFill>
                  <a:schemeClr val="tx1"/>
                </a:solidFill>
                <a:latin typeface="Arial" pitchFamily="34" charset="0"/>
              </a:defRPr>
            </a:lvl3pPr>
            <a:lvl4pPr marL="1714500" indent="-342900">
              <a:defRPr>
                <a:solidFill>
                  <a:schemeClr val="tx1"/>
                </a:solidFill>
                <a:latin typeface="Arial" pitchFamily="34" charset="0"/>
              </a:defRPr>
            </a:lvl4pPr>
            <a:lvl5pPr marL="2171700" indent="-342900">
              <a:defRPr>
                <a:solidFill>
                  <a:schemeClr val="tx1"/>
                </a:solidFill>
                <a:latin typeface="Arial" pitchFamily="34" charset="0"/>
              </a:defRPr>
            </a:lvl5pPr>
            <a:lvl6pPr marL="2628900" indent="-342900" fontAlgn="base">
              <a:spcBef>
                <a:spcPct val="0"/>
              </a:spcBef>
              <a:spcAft>
                <a:spcPct val="0"/>
              </a:spcAft>
              <a:defRPr>
                <a:solidFill>
                  <a:schemeClr val="tx1"/>
                </a:solidFill>
                <a:latin typeface="Arial" pitchFamily="34" charset="0"/>
              </a:defRPr>
            </a:lvl6pPr>
            <a:lvl7pPr marL="3086100" indent="-342900" fontAlgn="base">
              <a:spcBef>
                <a:spcPct val="0"/>
              </a:spcBef>
              <a:spcAft>
                <a:spcPct val="0"/>
              </a:spcAft>
              <a:defRPr>
                <a:solidFill>
                  <a:schemeClr val="tx1"/>
                </a:solidFill>
                <a:latin typeface="Arial" pitchFamily="34" charset="0"/>
              </a:defRPr>
            </a:lvl7pPr>
            <a:lvl8pPr marL="3543300" indent="-342900" fontAlgn="base">
              <a:spcBef>
                <a:spcPct val="0"/>
              </a:spcBef>
              <a:spcAft>
                <a:spcPct val="0"/>
              </a:spcAft>
              <a:defRPr>
                <a:solidFill>
                  <a:schemeClr val="tx1"/>
                </a:solidFill>
                <a:latin typeface="Arial" pitchFamily="34" charset="0"/>
              </a:defRPr>
            </a:lvl8pPr>
            <a:lvl9pPr marL="4000500" indent="-342900" fontAlgn="base">
              <a:spcBef>
                <a:spcPct val="0"/>
              </a:spcBef>
              <a:spcAft>
                <a:spcPct val="0"/>
              </a:spcAft>
              <a:defRPr>
                <a:solidFill>
                  <a:schemeClr val="tx1"/>
                </a:solidFill>
                <a:latin typeface="Arial" pitchFamily="34" charset="0"/>
              </a:defRPr>
            </a:lvl9pPr>
          </a:lstStyle>
          <a:p>
            <a:pPr>
              <a:spcBef>
                <a:spcPct val="20000"/>
              </a:spcBef>
              <a:spcAft>
                <a:spcPct val="20000"/>
              </a:spcAft>
              <a:buFontTx/>
              <a:buAutoNum type="arabicPeriod"/>
            </a:pPr>
            <a:r>
              <a:rPr lang="en-US" sz="2000" dirty="0" err="1"/>
              <a:t>Hệ</a:t>
            </a:r>
            <a:r>
              <a:rPr lang="en-US" sz="2000" dirty="0"/>
              <a:t> </a:t>
            </a:r>
            <a:r>
              <a:rPr lang="en-US" sz="2000" dirty="0" err="1"/>
              <a:t>thống</a:t>
            </a:r>
            <a:r>
              <a:rPr lang="en-US" sz="2000" dirty="0"/>
              <a:t> </a:t>
            </a:r>
            <a:r>
              <a:rPr lang="en-US" sz="2000" dirty="0" err="1"/>
              <a:t>tổ</a:t>
            </a:r>
            <a:r>
              <a:rPr lang="en-US" sz="2000" dirty="0"/>
              <a:t> </a:t>
            </a:r>
            <a:r>
              <a:rPr lang="en-US" sz="2000" dirty="0" err="1"/>
              <a:t>chức</a:t>
            </a:r>
            <a:r>
              <a:rPr lang="en-US" sz="2000" dirty="0"/>
              <a:t> </a:t>
            </a:r>
            <a:r>
              <a:rPr lang="en-US" sz="2000" dirty="0" err="1"/>
              <a:t>và</a:t>
            </a:r>
            <a:r>
              <a:rPr lang="en-US" sz="2000" dirty="0"/>
              <a:t> </a:t>
            </a:r>
            <a:r>
              <a:rPr lang="en-US" sz="2000" dirty="0" err="1"/>
              <a:t>thể</a:t>
            </a:r>
            <a:r>
              <a:rPr lang="en-US" sz="2000" dirty="0"/>
              <a:t> </a:t>
            </a:r>
            <a:r>
              <a:rPr lang="en-US" sz="2000" dirty="0" err="1"/>
              <a:t>chế</a:t>
            </a:r>
            <a:r>
              <a:rPr lang="en-US" sz="2000" dirty="0"/>
              <a:t> </a:t>
            </a:r>
            <a:r>
              <a:rPr lang="en-US" sz="2000" dirty="0" err="1"/>
              <a:t>trong</a:t>
            </a:r>
            <a:r>
              <a:rPr lang="en-US" sz="2000" dirty="0"/>
              <a:t> </a:t>
            </a:r>
            <a:r>
              <a:rPr lang="en-US" sz="2000" dirty="0" err="1"/>
              <a:t>quan</a:t>
            </a:r>
            <a:r>
              <a:rPr lang="en-US" sz="2000" dirty="0"/>
              <a:t> </a:t>
            </a:r>
            <a:r>
              <a:rPr lang="en-US" sz="2000" dirty="0" err="1"/>
              <a:t>lý</a:t>
            </a:r>
            <a:r>
              <a:rPr lang="en-US" sz="2000" dirty="0"/>
              <a:t> </a:t>
            </a:r>
            <a:r>
              <a:rPr lang="en-US" sz="2000" dirty="0" err="1"/>
              <a:t>khai</a:t>
            </a:r>
            <a:r>
              <a:rPr lang="en-US" sz="2000" dirty="0"/>
              <a:t> </a:t>
            </a:r>
            <a:r>
              <a:rPr lang="en-US" sz="2000" dirty="0" err="1"/>
              <a:t>thác</a:t>
            </a:r>
            <a:r>
              <a:rPr lang="en-US" sz="2000" dirty="0"/>
              <a:t> </a:t>
            </a:r>
            <a:r>
              <a:rPr lang="en-US" sz="2000" dirty="0" err="1"/>
              <a:t>đường</a:t>
            </a:r>
            <a:r>
              <a:rPr lang="en-US" sz="2000" dirty="0"/>
              <a:t> </a:t>
            </a:r>
            <a:r>
              <a:rPr lang="en-US" sz="2000" dirty="0" err="1"/>
              <a:t>bộ</a:t>
            </a:r>
            <a:endParaRPr lang="en-US" sz="2000" dirty="0"/>
          </a:p>
          <a:p>
            <a:pPr>
              <a:spcBef>
                <a:spcPct val="20000"/>
              </a:spcBef>
              <a:spcAft>
                <a:spcPct val="20000"/>
              </a:spcAft>
              <a:buFontTx/>
              <a:buAutoNum type="arabicPeriod"/>
            </a:pPr>
            <a:r>
              <a:rPr lang="en-US" sz="2000" b="1" dirty="0" err="1">
                <a:solidFill>
                  <a:srgbClr val="FF0000"/>
                </a:solidFill>
              </a:rPr>
              <a:t>Quản</a:t>
            </a:r>
            <a:r>
              <a:rPr lang="en-US" sz="2000" b="1" dirty="0">
                <a:solidFill>
                  <a:srgbClr val="FF0000"/>
                </a:solidFill>
              </a:rPr>
              <a:t> </a:t>
            </a:r>
            <a:r>
              <a:rPr lang="en-US" sz="2000" b="1" dirty="0" err="1">
                <a:solidFill>
                  <a:srgbClr val="FF0000"/>
                </a:solidFill>
              </a:rPr>
              <a:t>lý</a:t>
            </a:r>
            <a:r>
              <a:rPr lang="en-US" sz="2000" b="1" dirty="0">
                <a:solidFill>
                  <a:srgbClr val="FF0000"/>
                </a:solidFill>
              </a:rPr>
              <a:t> </a:t>
            </a:r>
            <a:r>
              <a:rPr lang="en-US" sz="2000" b="1" dirty="0" err="1">
                <a:solidFill>
                  <a:srgbClr val="FF0000"/>
                </a:solidFill>
              </a:rPr>
              <a:t>bảo</a:t>
            </a:r>
            <a:r>
              <a:rPr lang="en-US" sz="2000" b="1" dirty="0">
                <a:solidFill>
                  <a:srgbClr val="FF0000"/>
                </a:solidFill>
              </a:rPr>
              <a:t> </a:t>
            </a:r>
            <a:r>
              <a:rPr lang="en-US" sz="2000" b="1" dirty="0" err="1">
                <a:solidFill>
                  <a:srgbClr val="FF0000"/>
                </a:solidFill>
              </a:rPr>
              <a:t>dưỡng</a:t>
            </a:r>
            <a:r>
              <a:rPr lang="en-US" sz="2000" b="1" dirty="0">
                <a:solidFill>
                  <a:srgbClr val="FF0000"/>
                </a:solidFill>
              </a:rPr>
              <a:t> </a:t>
            </a:r>
            <a:r>
              <a:rPr lang="en-US" sz="2000" b="1" dirty="0" err="1">
                <a:solidFill>
                  <a:srgbClr val="FF0000"/>
                </a:solidFill>
              </a:rPr>
              <a:t>mặt</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 </a:t>
            </a:r>
            <a:r>
              <a:rPr lang="en-US" sz="2000" b="1" dirty="0" err="1">
                <a:solidFill>
                  <a:srgbClr val="FF0000"/>
                </a:solidFill>
              </a:rPr>
              <a:t>các</a:t>
            </a:r>
            <a:r>
              <a:rPr lang="en-US" sz="2000" b="1" dirty="0">
                <a:solidFill>
                  <a:srgbClr val="FF0000"/>
                </a:solidFill>
              </a:rPr>
              <a:t> </a:t>
            </a:r>
            <a:r>
              <a:rPr lang="en-US" sz="2000" b="1" dirty="0" err="1">
                <a:solidFill>
                  <a:srgbClr val="FF0000"/>
                </a:solidFill>
              </a:rPr>
              <a:t>chỉ</a:t>
            </a:r>
            <a:r>
              <a:rPr lang="en-US" sz="2000" b="1" dirty="0">
                <a:solidFill>
                  <a:srgbClr val="FF0000"/>
                </a:solidFill>
              </a:rPr>
              <a:t> </a:t>
            </a:r>
            <a:r>
              <a:rPr lang="en-US" sz="2000" b="1" dirty="0" err="1">
                <a:solidFill>
                  <a:srgbClr val="FF0000"/>
                </a:solidFill>
              </a:rPr>
              <a:t>tiêu</a:t>
            </a:r>
            <a:r>
              <a:rPr lang="en-US" sz="2000" b="1" dirty="0">
                <a:solidFill>
                  <a:srgbClr val="FF0000"/>
                </a:solidFill>
              </a:rPr>
              <a:t> </a:t>
            </a:r>
            <a:r>
              <a:rPr lang="en-US" sz="2000" b="1" dirty="0" err="1">
                <a:solidFill>
                  <a:srgbClr val="FF0000"/>
                </a:solidFill>
              </a:rPr>
              <a:t>đánh</a:t>
            </a:r>
            <a:r>
              <a:rPr lang="en-US" sz="2000" b="1" dirty="0">
                <a:solidFill>
                  <a:srgbClr val="FF0000"/>
                </a:solidFill>
              </a:rPr>
              <a:t> </a:t>
            </a:r>
            <a:r>
              <a:rPr lang="en-US" sz="2000" b="1" dirty="0" err="1">
                <a:solidFill>
                  <a:srgbClr val="FF0000"/>
                </a:solidFill>
              </a:rPr>
              <a:t>giá</a:t>
            </a:r>
            <a:endParaRPr lang="en-US" sz="2000" b="1" dirty="0">
              <a:solidFill>
                <a:srgbClr val="FF0000"/>
              </a:solidFill>
            </a:endParaRPr>
          </a:p>
          <a:p>
            <a:pPr>
              <a:spcBef>
                <a:spcPct val="20000"/>
              </a:spcBef>
              <a:spcAft>
                <a:spcPct val="20000"/>
              </a:spcAft>
              <a:buFontTx/>
              <a:buAutoNum type="arabicPeriod"/>
            </a:pPr>
            <a:r>
              <a:rPr lang="en-US" sz="2000" dirty="0" err="1"/>
              <a:t>Vật</a:t>
            </a:r>
            <a:r>
              <a:rPr lang="en-US" sz="2000" dirty="0"/>
              <a:t> </a:t>
            </a:r>
            <a:r>
              <a:rPr lang="en-US" sz="2000" dirty="0" err="1"/>
              <a:t>liệu</a:t>
            </a:r>
            <a:r>
              <a:rPr lang="en-US" sz="2000" dirty="0"/>
              <a:t> </a:t>
            </a:r>
            <a:r>
              <a:rPr lang="en-US" sz="2000" dirty="0" err="1"/>
              <a:t>trong</a:t>
            </a:r>
            <a:r>
              <a:rPr lang="en-US" sz="2000" dirty="0"/>
              <a:t> </a:t>
            </a:r>
            <a:r>
              <a:rPr lang="en-US" sz="2000" dirty="0" err="1"/>
              <a:t>bảo</a:t>
            </a:r>
            <a:r>
              <a:rPr lang="en-US" sz="2000" dirty="0"/>
              <a:t> </a:t>
            </a:r>
            <a:r>
              <a:rPr lang="en-US" sz="2000" dirty="0" err="1"/>
              <a:t>dưỡng</a:t>
            </a:r>
            <a:r>
              <a:rPr lang="en-US" sz="2000" dirty="0"/>
              <a:t> </a:t>
            </a:r>
            <a:r>
              <a:rPr lang="en-US" sz="2000" dirty="0" err="1"/>
              <a:t>mặt</a:t>
            </a:r>
            <a:r>
              <a:rPr lang="en-US" sz="2000" dirty="0"/>
              <a:t> </a:t>
            </a:r>
            <a:r>
              <a:rPr lang="en-US" sz="2000" dirty="0" err="1"/>
              <a:t>đường</a:t>
            </a:r>
            <a:endParaRPr lang="en-US" sz="2000" dirty="0"/>
          </a:p>
          <a:p>
            <a:pPr>
              <a:spcBef>
                <a:spcPct val="20000"/>
              </a:spcBef>
              <a:spcAft>
                <a:spcPct val="20000"/>
              </a:spcAft>
              <a:buFontTx/>
              <a:buAutoNum type="arabicPeriod"/>
            </a:pPr>
            <a:r>
              <a:rPr lang="en-US" sz="2000" dirty="0" err="1"/>
              <a:t>Lập</a:t>
            </a:r>
            <a:r>
              <a:rPr lang="en-US" sz="2000" dirty="0"/>
              <a:t> </a:t>
            </a:r>
            <a:r>
              <a:rPr lang="en-US" sz="2000" dirty="0" err="1"/>
              <a:t>kế</a:t>
            </a:r>
            <a:r>
              <a:rPr lang="en-US" sz="2000" dirty="0"/>
              <a:t> </a:t>
            </a:r>
            <a:r>
              <a:rPr lang="en-US" sz="2000" dirty="0" err="1"/>
              <a:t>hoạch</a:t>
            </a:r>
            <a:r>
              <a:rPr lang="en-US" sz="2000" dirty="0"/>
              <a:t> </a:t>
            </a:r>
            <a:r>
              <a:rPr lang="en-US" sz="2000" dirty="0" err="1"/>
              <a:t>trong</a:t>
            </a:r>
            <a:r>
              <a:rPr lang="en-US" sz="2000" dirty="0"/>
              <a:t> </a:t>
            </a:r>
            <a:r>
              <a:rPr lang="en-US" sz="2000" dirty="0" err="1"/>
              <a:t>bảo</a:t>
            </a:r>
            <a:r>
              <a:rPr lang="en-US" sz="2000" dirty="0"/>
              <a:t> </a:t>
            </a:r>
            <a:r>
              <a:rPr lang="en-US" sz="2000" dirty="0" err="1"/>
              <a:t>dưỡng</a:t>
            </a:r>
            <a:r>
              <a:rPr lang="en-US" sz="2000" dirty="0"/>
              <a:t> </a:t>
            </a:r>
            <a:r>
              <a:rPr lang="en-US" sz="2000" dirty="0" err="1"/>
              <a:t>mặt</a:t>
            </a:r>
            <a:r>
              <a:rPr lang="en-US" sz="2000" dirty="0"/>
              <a:t> </a:t>
            </a:r>
            <a:r>
              <a:rPr lang="en-US" sz="2000" dirty="0" err="1"/>
              <a:t>đường</a:t>
            </a:r>
            <a:endParaRPr lang="en-US" sz="2000" dirty="0"/>
          </a:p>
          <a:p>
            <a:pPr>
              <a:spcBef>
                <a:spcPct val="20000"/>
              </a:spcBef>
              <a:spcAft>
                <a:spcPct val="20000"/>
              </a:spcAft>
              <a:buFontTx/>
              <a:buAutoNum type="arabicPeriod"/>
            </a:pPr>
            <a:r>
              <a:rPr lang="en-US" sz="2000" dirty="0" err="1"/>
              <a:t>Quản</a:t>
            </a:r>
            <a:r>
              <a:rPr lang="en-US" sz="2000" dirty="0"/>
              <a:t> </a:t>
            </a:r>
            <a:r>
              <a:rPr lang="en-US" sz="2000" dirty="0" err="1"/>
              <a:t>lý</a:t>
            </a:r>
            <a:r>
              <a:rPr lang="en-US" sz="2000" dirty="0"/>
              <a:t> </a:t>
            </a:r>
            <a:r>
              <a:rPr lang="en-US" sz="2000" dirty="0" err="1"/>
              <a:t>vận</a:t>
            </a:r>
            <a:r>
              <a:rPr lang="en-US" sz="2000" dirty="0"/>
              <a:t> </a:t>
            </a:r>
            <a:r>
              <a:rPr lang="en-US" sz="2000" dirty="0" err="1"/>
              <a:t>hành</a:t>
            </a:r>
            <a:r>
              <a:rPr lang="en-US" sz="2000" dirty="0"/>
              <a:t> </a:t>
            </a:r>
            <a:r>
              <a:rPr lang="en-US" sz="2000" dirty="0" err="1"/>
              <a:t>đường</a:t>
            </a:r>
            <a:r>
              <a:rPr lang="en-US" sz="2000" dirty="0"/>
              <a:t> </a:t>
            </a:r>
            <a:r>
              <a:rPr lang="en-US" sz="2000" dirty="0" err="1"/>
              <a:t>cao</a:t>
            </a:r>
            <a:r>
              <a:rPr lang="en-US" sz="2000" dirty="0"/>
              <a:t> </a:t>
            </a:r>
            <a:r>
              <a:rPr lang="en-US" sz="2000" dirty="0" err="1"/>
              <a:t>tốc</a:t>
            </a:r>
            <a:endParaRPr lang="en-US" sz="2000"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304800" y="381000"/>
            <a:ext cx="769620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200" b="1" dirty="0" err="1"/>
              <a:t>Quản</a:t>
            </a:r>
            <a:r>
              <a:rPr lang="en-US" sz="2200" b="1" dirty="0"/>
              <a:t> </a:t>
            </a:r>
            <a:r>
              <a:rPr lang="en-US" sz="2200" b="1" dirty="0" err="1"/>
              <a:t>lý</a:t>
            </a:r>
            <a:r>
              <a:rPr lang="en-US" sz="2200" b="1" dirty="0"/>
              <a:t> </a:t>
            </a:r>
            <a:r>
              <a:rPr lang="en-US" sz="2200" b="1" dirty="0" err="1"/>
              <a:t>bảo</a:t>
            </a:r>
            <a:r>
              <a:rPr lang="en-US" sz="2200" b="1" dirty="0"/>
              <a:t> </a:t>
            </a:r>
            <a:r>
              <a:rPr lang="en-US" sz="2200" b="1" dirty="0" err="1"/>
              <a:t>dưỡng</a:t>
            </a:r>
            <a:r>
              <a:rPr lang="en-US" sz="2200" b="1" dirty="0"/>
              <a:t> </a:t>
            </a:r>
            <a:r>
              <a:rPr lang="en-US" sz="2200" b="1" dirty="0" err="1"/>
              <a:t>mặt</a:t>
            </a:r>
            <a:r>
              <a:rPr lang="en-US" sz="2200" b="1" dirty="0"/>
              <a:t> </a:t>
            </a:r>
            <a:r>
              <a:rPr lang="en-US" sz="2200" b="1" dirty="0" err="1"/>
              <a:t>đường</a:t>
            </a:r>
            <a:r>
              <a:rPr lang="en-US" sz="2200" b="1" dirty="0"/>
              <a:t> – </a:t>
            </a:r>
            <a:r>
              <a:rPr lang="en-US" sz="2200" b="1" dirty="0" err="1"/>
              <a:t>các</a:t>
            </a:r>
            <a:r>
              <a:rPr lang="en-US" sz="2200" b="1" dirty="0"/>
              <a:t> </a:t>
            </a:r>
            <a:r>
              <a:rPr lang="en-US" sz="2200" b="1" dirty="0" err="1"/>
              <a:t>chỉ</a:t>
            </a:r>
            <a:r>
              <a:rPr lang="en-US" sz="2200" b="1" dirty="0"/>
              <a:t> </a:t>
            </a:r>
            <a:r>
              <a:rPr lang="en-US" sz="2200" b="1" dirty="0" err="1"/>
              <a:t>tiêu</a:t>
            </a:r>
            <a:r>
              <a:rPr lang="en-US" sz="2200" b="1" dirty="0"/>
              <a:t> </a:t>
            </a:r>
            <a:r>
              <a:rPr lang="en-US" sz="2200" b="1" dirty="0" err="1"/>
              <a:t>đánh</a:t>
            </a:r>
            <a:r>
              <a:rPr lang="en-US" sz="2200" b="1" dirty="0"/>
              <a:t> </a:t>
            </a:r>
            <a:r>
              <a:rPr lang="en-US" sz="2200" b="1" dirty="0" err="1"/>
              <a:t>giá</a:t>
            </a:r>
            <a:endParaRPr lang="en-US" sz="2200" b="1" dirty="0"/>
          </a:p>
        </p:txBody>
      </p:sp>
      <p:sp>
        <p:nvSpPr>
          <p:cNvPr id="4" name="Text Box 3"/>
          <p:cNvSpPr txBox="1">
            <a:spLocks noChangeArrowheads="1"/>
          </p:cNvSpPr>
          <p:nvPr/>
        </p:nvSpPr>
        <p:spPr bwMode="auto">
          <a:xfrm>
            <a:off x="609600" y="1524000"/>
            <a:ext cx="7696200"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defRPr>
                <a:solidFill>
                  <a:schemeClr val="tx1"/>
                </a:solidFill>
                <a:latin typeface="Arial" pitchFamily="34" charset="0"/>
              </a:defRPr>
            </a:lvl1pPr>
            <a:lvl2pPr marL="800100" indent="-342900">
              <a:defRPr>
                <a:solidFill>
                  <a:schemeClr val="tx1"/>
                </a:solidFill>
                <a:latin typeface="Arial" pitchFamily="34" charset="0"/>
              </a:defRPr>
            </a:lvl2pPr>
            <a:lvl3pPr marL="1257300" indent="-342900">
              <a:defRPr>
                <a:solidFill>
                  <a:schemeClr val="tx1"/>
                </a:solidFill>
                <a:latin typeface="Arial" pitchFamily="34" charset="0"/>
              </a:defRPr>
            </a:lvl3pPr>
            <a:lvl4pPr marL="1714500" indent="-342900">
              <a:defRPr>
                <a:solidFill>
                  <a:schemeClr val="tx1"/>
                </a:solidFill>
                <a:latin typeface="Arial" pitchFamily="34" charset="0"/>
              </a:defRPr>
            </a:lvl4pPr>
            <a:lvl5pPr marL="2171700" indent="-342900">
              <a:defRPr>
                <a:solidFill>
                  <a:schemeClr val="tx1"/>
                </a:solidFill>
                <a:latin typeface="Arial" pitchFamily="34" charset="0"/>
              </a:defRPr>
            </a:lvl5pPr>
            <a:lvl6pPr marL="2628900" indent="-342900" fontAlgn="base">
              <a:spcBef>
                <a:spcPct val="0"/>
              </a:spcBef>
              <a:spcAft>
                <a:spcPct val="0"/>
              </a:spcAft>
              <a:defRPr>
                <a:solidFill>
                  <a:schemeClr val="tx1"/>
                </a:solidFill>
                <a:latin typeface="Arial" pitchFamily="34" charset="0"/>
              </a:defRPr>
            </a:lvl6pPr>
            <a:lvl7pPr marL="3086100" indent="-342900" fontAlgn="base">
              <a:spcBef>
                <a:spcPct val="0"/>
              </a:spcBef>
              <a:spcAft>
                <a:spcPct val="0"/>
              </a:spcAft>
              <a:defRPr>
                <a:solidFill>
                  <a:schemeClr val="tx1"/>
                </a:solidFill>
                <a:latin typeface="Arial" pitchFamily="34" charset="0"/>
              </a:defRPr>
            </a:lvl7pPr>
            <a:lvl8pPr marL="3543300" indent="-342900" fontAlgn="base">
              <a:spcBef>
                <a:spcPct val="0"/>
              </a:spcBef>
              <a:spcAft>
                <a:spcPct val="0"/>
              </a:spcAft>
              <a:defRPr>
                <a:solidFill>
                  <a:schemeClr val="tx1"/>
                </a:solidFill>
                <a:latin typeface="Arial" pitchFamily="34" charset="0"/>
              </a:defRPr>
            </a:lvl8pPr>
            <a:lvl9pPr marL="4000500" indent="-342900" fontAlgn="base">
              <a:spcBef>
                <a:spcPct val="0"/>
              </a:spcBef>
              <a:spcAft>
                <a:spcPct val="0"/>
              </a:spcAft>
              <a:defRPr>
                <a:solidFill>
                  <a:schemeClr val="tx1"/>
                </a:solidFill>
                <a:latin typeface="Arial" pitchFamily="34" charset="0"/>
              </a:defRPr>
            </a:lvl9pPr>
          </a:lstStyle>
          <a:p>
            <a:pPr>
              <a:spcBef>
                <a:spcPct val="50000"/>
              </a:spcBef>
              <a:buFontTx/>
              <a:buAutoNum type="arabicPeriod"/>
            </a:pPr>
            <a:r>
              <a:rPr lang="en-US" sz="2000" b="1" dirty="0" err="1">
                <a:solidFill>
                  <a:srgbClr val="FF0000"/>
                </a:solidFill>
              </a:rPr>
              <a:t>Các</a:t>
            </a:r>
            <a:r>
              <a:rPr lang="en-US" sz="2000" b="1" dirty="0">
                <a:solidFill>
                  <a:srgbClr val="FF0000"/>
                </a:solidFill>
              </a:rPr>
              <a:t> </a:t>
            </a:r>
            <a:r>
              <a:rPr lang="en-US" sz="2000" b="1" dirty="0" err="1">
                <a:solidFill>
                  <a:srgbClr val="FF0000"/>
                </a:solidFill>
              </a:rPr>
              <a:t>chỉ</a:t>
            </a:r>
            <a:r>
              <a:rPr lang="en-US" sz="2000" b="1" dirty="0">
                <a:solidFill>
                  <a:srgbClr val="FF0000"/>
                </a:solidFill>
              </a:rPr>
              <a:t> </a:t>
            </a:r>
            <a:r>
              <a:rPr lang="en-US" sz="2000" b="1" dirty="0" err="1">
                <a:solidFill>
                  <a:srgbClr val="FF0000"/>
                </a:solidFill>
              </a:rPr>
              <a:t>tiêu</a:t>
            </a:r>
            <a:r>
              <a:rPr lang="en-US" sz="2000" b="1" dirty="0">
                <a:solidFill>
                  <a:srgbClr val="FF0000"/>
                </a:solidFill>
              </a:rPr>
              <a:t> </a:t>
            </a:r>
            <a:r>
              <a:rPr lang="en-US" sz="2000" b="1" dirty="0" err="1">
                <a:solidFill>
                  <a:srgbClr val="FF0000"/>
                </a:solidFill>
              </a:rPr>
              <a:t>đặc</a:t>
            </a:r>
            <a:r>
              <a:rPr lang="en-US" sz="2000" b="1" dirty="0">
                <a:solidFill>
                  <a:srgbClr val="FF0000"/>
                </a:solidFill>
              </a:rPr>
              <a:t> </a:t>
            </a:r>
            <a:r>
              <a:rPr lang="en-US" sz="2000" b="1" dirty="0" err="1">
                <a:solidFill>
                  <a:srgbClr val="FF0000"/>
                </a:solidFill>
              </a:rPr>
              <a:t>trưng</a:t>
            </a:r>
            <a:r>
              <a:rPr lang="en-US" sz="2000" b="1" dirty="0">
                <a:solidFill>
                  <a:srgbClr val="FF0000"/>
                </a:solidFill>
              </a:rPr>
              <a:t> </a:t>
            </a:r>
            <a:r>
              <a:rPr lang="en-US" sz="2000" b="1" dirty="0" err="1">
                <a:solidFill>
                  <a:srgbClr val="FF0000"/>
                </a:solidFill>
              </a:rPr>
              <a:t>mặt</a:t>
            </a:r>
            <a:r>
              <a:rPr lang="en-US" sz="2000" b="1" dirty="0">
                <a:solidFill>
                  <a:srgbClr val="FF0000"/>
                </a:solidFill>
              </a:rPr>
              <a:t> </a:t>
            </a:r>
            <a:r>
              <a:rPr lang="en-US" sz="2000" b="1" dirty="0" err="1">
                <a:solidFill>
                  <a:srgbClr val="FF0000"/>
                </a:solidFill>
              </a:rPr>
              <a:t>đường</a:t>
            </a:r>
            <a:endParaRPr lang="en-US" sz="2000" b="1" dirty="0">
              <a:solidFill>
                <a:srgbClr val="FF0000"/>
              </a:solidFill>
            </a:endParaRPr>
          </a:p>
          <a:p>
            <a:pPr marL="739775" indent="-392113">
              <a:spcBef>
                <a:spcPct val="50000"/>
              </a:spcBef>
              <a:buFont typeface="Arial" pitchFamily="34" charset="0"/>
              <a:buChar char="•"/>
            </a:pPr>
            <a:r>
              <a:rPr lang="en-US" sz="2000" dirty="0" err="1">
                <a:solidFill>
                  <a:schemeClr val="bg2">
                    <a:lumMod val="10000"/>
                  </a:schemeClr>
                </a:solidFill>
              </a:rPr>
              <a:t>Hư</a:t>
            </a:r>
            <a:r>
              <a:rPr lang="en-US" sz="2000" dirty="0">
                <a:solidFill>
                  <a:schemeClr val="bg2">
                    <a:lumMod val="10000"/>
                  </a:schemeClr>
                </a:solidFill>
              </a:rPr>
              <a:t> </a:t>
            </a:r>
            <a:r>
              <a:rPr lang="en-US" sz="2000" dirty="0" err="1">
                <a:solidFill>
                  <a:schemeClr val="bg2">
                    <a:lumMod val="10000"/>
                  </a:schemeClr>
                </a:solidFill>
              </a:rPr>
              <a:t>hỏng</a:t>
            </a:r>
            <a:r>
              <a:rPr lang="en-US" sz="2000" dirty="0">
                <a:solidFill>
                  <a:schemeClr val="bg2">
                    <a:lumMod val="10000"/>
                  </a:schemeClr>
                </a:solidFill>
              </a:rPr>
              <a:t> </a:t>
            </a:r>
            <a:r>
              <a:rPr lang="en-US" sz="2000" dirty="0" err="1">
                <a:solidFill>
                  <a:schemeClr val="bg2">
                    <a:lumMod val="10000"/>
                  </a:schemeClr>
                </a:solidFill>
              </a:rPr>
              <a:t>mặt</a:t>
            </a:r>
            <a:r>
              <a:rPr lang="en-US" sz="2000" dirty="0">
                <a:solidFill>
                  <a:schemeClr val="bg2">
                    <a:lumMod val="10000"/>
                  </a:schemeClr>
                </a:solidFill>
              </a:rPr>
              <a:t> </a:t>
            </a:r>
            <a:r>
              <a:rPr lang="en-US" sz="2000" dirty="0" err="1">
                <a:solidFill>
                  <a:schemeClr val="bg2">
                    <a:lumMod val="10000"/>
                  </a:schemeClr>
                </a:solidFill>
              </a:rPr>
              <a:t>đường</a:t>
            </a:r>
            <a:endParaRPr lang="en-US" sz="2000" dirty="0">
              <a:solidFill>
                <a:schemeClr val="bg2">
                  <a:lumMod val="10000"/>
                </a:schemeClr>
              </a:solidFill>
            </a:endParaRPr>
          </a:p>
          <a:p>
            <a:pPr marL="739775" indent="-392113">
              <a:spcBef>
                <a:spcPct val="50000"/>
              </a:spcBef>
              <a:buFont typeface="Arial" pitchFamily="34" charset="0"/>
              <a:buChar char="•"/>
            </a:pPr>
            <a:r>
              <a:rPr lang="en-US" sz="2000" dirty="0" err="1">
                <a:solidFill>
                  <a:schemeClr val="bg2">
                    <a:lumMod val="10000"/>
                  </a:schemeClr>
                </a:solidFill>
              </a:rPr>
              <a:t>Cường</a:t>
            </a:r>
            <a:r>
              <a:rPr lang="en-US" sz="2000" dirty="0">
                <a:solidFill>
                  <a:schemeClr val="bg2">
                    <a:lumMod val="10000"/>
                  </a:schemeClr>
                </a:solidFill>
              </a:rPr>
              <a:t> </a:t>
            </a:r>
            <a:r>
              <a:rPr lang="en-US" sz="2000" dirty="0" err="1">
                <a:solidFill>
                  <a:schemeClr val="bg2">
                    <a:lumMod val="10000"/>
                  </a:schemeClr>
                </a:solidFill>
              </a:rPr>
              <a:t>độ</a:t>
            </a:r>
            <a:r>
              <a:rPr lang="en-US" sz="2000" dirty="0">
                <a:solidFill>
                  <a:schemeClr val="bg2">
                    <a:lumMod val="10000"/>
                  </a:schemeClr>
                </a:solidFill>
              </a:rPr>
              <a:t> </a:t>
            </a:r>
            <a:r>
              <a:rPr lang="en-US" sz="2000" dirty="0" err="1">
                <a:solidFill>
                  <a:schemeClr val="bg2">
                    <a:lumMod val="10000"/>
                  </a:schemeClr>
                </a:solidFill>
              </a:rPr>
              <a:t>mặt</a:t>
            </a:r>
            <a:r>
              <a:rPr lang="en-US" sz="2000" dirty="0">
                <a:solidFill>
                  <a:schemeClr val="bg2">
                    <a:lumMod val="10000"/>
                  </a:schemeClr>
                </a:solidFill>
              </a:rPr>
              <a:t> </a:t>
            </a:r>
            <a:r>
              <a:rPr lang="en-US" sz="2000" dirty="0" err="1">
                <a:solidFill>
                  <a:schemeClr val="bg2">
                    <a:lumMod val="10000"/>
                  </a:schemeClr>
                </a:solidFill>
              </a:rPr>
              <a:t>đường</a:t>
            </a:r>
            <a:endParaRPr lang="en-US" sz="2000" dirty="0">
              <a:solidFill>
                <a:schemeClr val="bg2">
                  <a:lumMod val="10000"/>
                </a:schemeClr>
              </a:solidFill>
            </a:endParaRPr>
          </a:p>
          <a:p>
            <a:pPr marL="739775" indent="-392113">
              <a:spcBef>
                <a:spcPct val="50000"/>
              </a:spcBef>
              <a:buFont typeface="Arial" pitchFamily="34" charset="0"/>
              <a:buChar char="•"/>
            </a:pPr>
            <a:r>
              <a:rPr lang="en-US" sz="2000" dirty="0" err="1">
                <a:solidFill>
                  <a:schemeClr val="bg2">
                    <a:lumMod val="10000"/>
                  </a:schemeClr>
                </a:solidFill>
              </a:rPr>
              <a:t>Độ</a:t>
            </a:r>
            <a:r>
              <a:rPr lang="en-US" sz="2000" dirty="0">
                <a:solidFill>
                  <a:schemeClr val="bg2">
                    <a:lumMod val="10000"/>
                  </a:schemeClr>
                </a:solidFill>
              </a:rPr>
              <a:t> </a:t>
            </a:r>
            <a:r>
              <a:rPr lang="en-US" sz="2000" dirty="0" err="1">
                <a:solidFill>
                  <a:schemeClr val="bg2">
                    <a:lumMod val="10000"/>
                  </a:schemeClr>
                </a:solidFill>
              </a:rPr>
              <a:t>bằng</a:t>
            </a:r>
            <a:r>
              <a:rPr lang="en-US" sz="2000" dirty="0">
                <a:solidFill>
                  <a:schemeClr val="bg2">
                    <a:lumMod val="10000"/>
                  </a:schemeClr>
                </a:solidFill>
              </a:rPr>
              <a:t> </a:t>
            </a:r>
            <a:r>
              <a:rPr lang="en-US" sz="2000" dirty="0" err="1">
                <a:solidFill>
                  <a:schemeClr val="bg2">
                    <a:lumMod val="10000"/>
                  </a:schemeClr>
                </a:solidFill>
              </a:rPr>
              <a:t>phẳng</a:t>
            </a:r>
            <a:r>
              <a:rPr lang="en-US" sz="2000" dirty="0">
                <a:solidFill>
                  <a:schemeClr val="bg2">
                    <a:lumMod val="10000"/>
                  </a:schemeClr>
                </a:solidFill>
              </a:rPr>
              <a:t> </a:t>
            </a:r>
            <a:r>
              <a:rPr lang="en-US" sz="2000" dirty="0" err="1">
                <a:solidFill>
                  <a:schemeClr val="bg2">
                    <a:lumMod val="10000"/>
                  </a:schemeClr>
                </a:solidFill>
              </a:rPr>
              <a:t>của</a:t>
            </a:r>
            <a:r>
              <a:rPr lang="en-US" sz="2000" dirty="0">
                <a:solidFill>
                  <a:schemeClr val="bg2">
                    <a:lumMod val="10000"/>
                  </a:schemeClr>
                </a:solidFill>
              </a:rPr>
              <a:t> </a:t>
            </a:r>
            <a:r>
              <a:rPr lang="en-US" sz="2000" dirty="0" err="1">
                <a:solidFill>
                  <a:schemeClr val="bg2">
                    <a:lumMod val="10000"/>
                  </a:schemeClr>
                </a:solidFill>
              </a:rPr>
              <a:t>mặt</a:t>
            </a:r>
            <a:r>
              <a:rPr lang="en-US" sz="2000" dirty="0">
                <a:solidFill>
                  <a:schemeClr val="bg2">
                    <a:lumMod val="10000"/>
                  </a:schemeClr>
                </a:solidFill>
              </a:rPr>
              <a:t> </a:t>
            </a:r>
            <a:r>
              <a:rPr lang="en-US" sz="2000" dirty="0" err="1">
                <a:solidFill>
                  <a:schemeClr val="bg2">
                    <a:lumMod val="10000"/>
                  </a:schemeClr>
                </a:solidFill>
              </a:rPr>
              <a:t>đường</a:t>
            </a:r>
            <a:endParaRPr lang="en-US" sz="2000" dirty="0">
              <a:solidFill>
                <a:schemeClr val="bg2">
                  <a:lumMod val="10000"/>
                </a:schemeClr>
              </a:solidFill>
            </a:endParaRPr>
          </a:p>
          <a:p>
            <a:pPr marL="739775" indent="-392113">
              <a:spcBef>
                <a:spcPct val="50000"/>
              </a:spcBef>
              <a:buFont typeface="Arial" pitchFamily="34" charset="0"/>
              <a:buChar char="•"/>
            </a:pPr>
            <a:r>
              <a:rPr lang="en-US" sz="2000" dirty="0" err="1">
                <a:solidFill>
                  <a:schemeClr val="bg2">
                    <a:lumMod val="10000"/>
                  </a:schemeClr>
                </a:solidFill>
              </a:rPr>
              <a:t>Cấu</a:t>
            </a:r>
            <a:r>
              <a:rPr lang="en-US" sz="2000" dirty="0">
                <a:solidFill>
                  <a:schemeClr val="bg2">
                    <a:lumMod val="10000"/>
                  </a:schemeClr>
                </a:solidFill>
              </a:rPr>
              <a:t> </a:t>
            </a:r>
            <a:r>
              <a:rPr lang="en-US" sz="2000" dirty="0" err="1">
                <a:solidFill>
                  <a:schemeClr val="bg2">
                    <a:lumMod val="10000"/>
                  </a:schemeClr>
                </a:solidFill>
              </a:rPr>
              <a:t>trúc</a:t>
            </a:r>
            <a:r>
              <a:rPr lang="en-US" sz="2000" dirty="0">
                <a:solidFill>
                  <a:schemeClr val="bg2">
                    <a:lumMod val="10000"/>
                  </a:schemeClr>
                </a:solidFill>
              </a:rPr>
              <a:t> </a:t>
            </a:r>
            <a:r>
              <a:rPr lang="en-US" sz="2000" dirty="0" err="1">
                <a:solidFill>
                  <a:schemeClr val="bg2">
                    <a:lumMod val="10000"/>
                  </a:schemeClr>
                </a:solidFill>
              </a:rPr>
              <a:t>nhám</a:t>
            </a:r>
            <a:r>
              <a:rPr lang="en-US" sz="2000" dirty="0">
                <a:solidFill>
                  <a:schemeClr val="bg2">
                    <a:lumMod val="10000"/>
                  </a:schemeClr>
                </a:solidFill>
              </a:rPr>
              <a:t> </a:t>
            </a:r>
            <a:r>
              <a:rPr lang="en-US" sz="2000" dirty="0" err="1">
                <a:solidFill>
                  <a:schemeClr val="bg2">
                    <a:lumMod val="10000"/>
                  </a:schemeClr>
                </a:solidFill>
              </a:rPr>
              <a:t>bề</a:t>
            </a:r>
            <a:r>
              <a:rPr lang="en-US" sz="2000" dirty="0">
                <a:solidFill>
                  <a:schemeClr val="bg2">
                    <a:lumMod val="10000"/>
                  </a:schemeClr>
                </a:solidFill>
              </a:rPr>
              <a:t> </a:t>
            </a:r>
            <a:r>
              <a:rPr lang="en-US" sz="2000" dirty="0" err="1">
                <a:solidFill>
                  <a:schemeClr val="bg2">
                    <a:lumMod val="10000"/>
                  </a:schemeClr>
                </a:solidFill>
              </a:rPr>
              <a:t>mặt</a:t>
            </a:r>
            <a:r>
              <a:rPr lang="en-US" sz="2000" dirty="0">
                <a:solidFill>
                  <a:schemeClr val="bg2">
                    <a:lumMod val="10000"/>
                  </a:schemeClr>
                </a:solidFill>
              </a:rPr>
              <a:t> </a:t>
            </a:r>
            <a:r>
              <a:rPr lang="en-US" sz="2000" dirty="0" err="1">
                <a:solidFill>
                  <a:schemeClr val="bg2">
                    <a:lumMod val="10000"/>
                  </a:schemeClr>
                </a:solidFill>
              </a:rPr>
              <a:t>và</a:t>
            </a:r>
            <a:r>
              <a:rPr lang="en-US" sz="2000" dirty="0">
                <a:solidFill>
                  <a:schemeClr val="bg2">
                    <a:lumMod val="10000"/>
                  </a:schemeClr>
                </a:solidFill>
              </a:rPr>
              <a:t> </a:t>
            </a:r>
            <a:r>
              <a:rPr lang="en-US" sz="2000" dirty="0" err="1">
                <a:solidFill>
                  <a:schemeClr val="bg2">
                    <a:lumMod val="10000"/>
                  </a:schemeClr>
                </a:solidFill>
              </a:rPr>
              <a:t>cường</a:t>
            </a:r>
            <a:r>
              <a:rPr lang="en-US" sz="2000" dirty="0">
                <a:solidFill>
                  <a:schemeClr val="bg2">
                    <a:lumMod val="10000"/>
                  </a:schemeClr>
                </a:solidFill>
              </a:rPr>
              <a:t> </a:t>
            </a:r>
            <a:r>
              <a:rPr lang="en-US" sz="2000" dirty="0" err="1">
                <a:solidFill>
                  <a:schemeClr val="bg2">
                    <a:lumMod val="10000"/>
                  </a:schemeClr>
                </a:solidFill>
              </a:rPr>
              <a:t>độ</a:t>
            </a:r>
            <a:r>
              <a:rPr lang="en-US" sz="2000" dirty="0">
                <a:solidFill>
                  <a:schemeClr val="bg2">
                    <a:lumMod val="10000"/>
                  </a:schemeClr>
                </a:solidFill>
              </a:rPr>
              <a:t> </a:t>
            </a:r>
            <a:r>
              <a:rPr lang="en-US" sz="2000" dirty="0" err="1">
                <a:solidFill>
                  <a:schemeClr val="bg2">
                    <a:lumMod val="10000"/>
                  </a:schemeClr>
                </a:solidFill>
              </a:rPr>
              <a:t>chống</a:t>
            </a:r>
            <a:r>
              <a:rPr lang="en-US" sz="2000" dirty="0">
                <a:solidFill>
                  <a:schemeClr val="bg2">
                    <a:lumMod val="10000"/>
                  </a:schemeClr>
                </a:solidFill>
              </a:rPr>
              <a:t> </a:t>
            </a:r>
            <a:r>
              <a:rPr lang="en-US" sz="2000" dirty="0" err="1">
                <a:solidFill>
                  <a:schemeClr val="bg2">
                    <a:lumMod val="10000"/>
                  </a:schemeClr>
                </a:solidFill>
              </a:rPr>
              <a:t>trơn</a:t>
            </a:r>
            <a:r>
              <a:rPr lang="en-US" sz="2000" dirty="0">
                <a:solidFill>
                  <a:schemeClr val="bg2">
                    <a:lumMod val="10000"/>
                  </a:schemeClr>
                </a:solidFill>
              </a:rPr>
              <a:t> </a:t>
            </a:r>
            <a:r>
              <a:rPr lang="en-US" sz="2000" dirty="0" err="1">
                <a:solidFill>
                  <a:schemeClr val="bg2">
                    <a:lumMod val="10000"/>
                  </a:schemeClr>
                </a:solidFill>
              </a:rPr>
              <a:t>trượt</a:t>
            </a:r>
            <a:r>
              <a:rPr lang="en-US" sz="2000" dirty="0">
                <a:solidFill>
                  <a:schemeClr val="bg2">
                    <a:lumMod val="10000"/>
                  </a:schemeClr>
                </a:solidFill>
              </a:rPr>
              <a:t> </a:t>
            </a:r>
            <a:r>
              <a:rPr lang="en-US" sz="2000" dirty="0" err="1">
                <a:solidFill>
                  <a:schemeClr val="bg2">
                    <a:lumMod val="10000"/>
                  </a:schemeClr>
                </a:solidFill>
              </a:rPr>
              <a:t>của</a:t>
            </a:r>
            <a:r>
              <a:rPr lang="en-US" sz="2000" dirty="0">
                <a:solidFill>
                  <a:schemeClr val="bg2">
                    <a:lumMod val="10000"/>
                  </a:schemeClr>
                </a:solidFill>
              </a:rPr>
              <a:t> </a:t>
            </a:r>
            <a:r>
              <a:rPr lang="en-US" sz="2000" dirty="0" err="1">
                <a:solidFill>
                  <a:schemeClr val="bg2">
                    <a:lumMod val="10000"/>
                  </a:schemeClr>
                </a:solidFill>
              </a:rPr>
              <a:t>mặt</a:t>
            </a:r>
            <a:r>
              <a:rPr lang="en-US" sz="2000" dirty="0">
                <a:solidFill>
                  <a:schemeClr val="bg2">
                    <a:lumMod val="10000"/>
                  </a:schemeClr>
                </a:solidFill>
              </a:rPr>
              <a:t> </a:t>
            </a:r>
            <a:r>
              <a:rPr lang="en-US" sz="2000" dirty="0" err="1">
                <a:solidFill>
                  <a:schemeClr val="bg2">
                    <a:lumMod val="10000"/>
                  </a:schemeClr>
                </a:solidFill>
              </a:rPr>
              <a:t>đường</a:t>
            </a:r>
            <a:endParaRPr lang="en-US" sz="2000" dirty="0">
              <a:solidFill>
                <a:schemeClr val="bg2">
                  <a:lumMod val="10000"/>
                </a:schemeClr>
              </a:solidFill>
            </a:endParaRPr>
          </a:p>
          <a:p>
            <a:pPr marL="457200" indent="-457200">
              <a:spcBef>
                <a:spcPct val="50000"/>
              </a:spcBef>
              <a:buFont typeface="+mj-lt"/>
              <a:buAutoNum type="arabicPeriod" startAt="2"/>
            </a:pPr>
            <a:r>
              <a:rPr lang="en-US" sz="2000" dirty="0" err="1">
                <a:solidFill>
                  <a:schemeClr val="bg2">
                    <a:lumMod val="10000"/>
                  </a:schemeClr>
                </a:solidFill>
              </a:rPr>
              <a:t>Sự</a:t>
            </a:r>
            <a:r>
              <a:rPr lang="en-US" sz="2000" dirty="0">
                <a:solidFill>
                  <a:schemeClr val="bg2">
                    <a:lumMod val="10000"/>
                  </a:schemeClr>
                </a:solidFill>
              </a:rPr>
              <a:t> </a:t>
            </a:r>
            <a:r>
              <a:rPr lang="en-US" sz="2000" dirty="0" err="1">
                <a:solidFill>
                  <a:schemeClr val="bg2">
                    <a:lumMod val="10000"/>
                  </a:schemeClr>
                </a:solidFill>
              </a:rPr>
              <a:t>xuống</a:t>
            </a:r>
            <a:r>
              <a:rPr lang="en-US" sz="2000" dirty="0">
                <a:solidFill>
                  <a:schemeClr val="bg2">
                    <a:lumMod val="10000"/>
                  </a:schemeClr>
                </a:solidFill>
              </a:rPr>
              <a:t> </a:t>
            </a:r>
            <a:r>
              <a:rPr lang="en-US" sz="2000" dirty="0" err="1">
                <a:solidFill>
                  <a:schemeClr val="bg2">
                    <a:lumMod val="10000"/>
                  </a:schemeClr>
                </a:solidFill>
              </a:rPr>
              <a:t>cấp</a:t>
            </a:r>
            <a:r>
              <a:rPr lang="en-US" sz="2000" dirty="0">
                <a:solidFill>
                  <a:schemeClr val="bg2">
                    <a:lumMod val="10000"/>
                  </a:schemeClr>
                </a:solidFill>
              </a:rPr>
              <a:t> </a:t>
            </a:r>
            <a:r>
              <a:rPr lang="en-US" sz="2000" dirty="0" err="1">
                <a:solidFill>
                  <a:schemeClr val="bg2">
                    <a:lumMod val="10000"/>
                  </a:schemeClr>
                </a:solidFill>
              </a:rPr>
              <a:t>của</a:t>
            </a:r>
            <a:r>
              <a:rPr lang="en-US" sz="2000" dirty="0">
                <a:solidFill>
                  <a:schemeClr val="bg2">
                    <a:lumMod val="10000"/>
                  </a:schemeClr>
                </a:solidFill>
              </a:rPr>
              <a:t> </a:t>
            </a:r>
            <a:r>
              <a:rPr lang="en-US" sz="2000" dirty="0" err="1">
                <a:solidFill>
                  <a:schemeClr val="bg2">
                    <a:lumMod val="10000"/>
                  </a:schemeClr>
                </a:solidFill>
              </a:rPr>
              <a:t>mặt</a:t>
            </a:r>
            <a:r>
              <a:rPr lang="en-US" sz="2000" dirty="0">
                <a:solidFill>
                  <a:schemeClr val="bg2">
                    <a:lumMod val="10000"/>
                  </a:schemeClr>
                </a:solidFill>
              </a:rPr>
              <a:t> </a:t>
            </a:r>
            <a:r>
              <a:rPr lang="en-US" sz="2000" dirty="0" err="1">
                <a:solidFill>
                  <a:schemeClr val="bg2">
                    <a:lumMod val="10000"/>
                  </a:schemeClr>
                </a:solidFill>
              </a:rPr>
              <a:t>đường</a:t>
            </a:r>
            <a:endParaRPr lang="en-US" sz="2000" dirty="0">
              <a:solidFill>
                <a:schemeClr val="bg2">
                  <a:lumMod val="10000"/>
                </a:schemeClr>
              </a:solidFill>
            </a:endParaRPr>
          </a:p>
          <a:p>
            <a:pPr>
              <a:spcBef>
                <a:spcPct val="50000"/>
              </a:spcBef>
              <a:buFontTx/>
              <a:buAutoNum type="arabicPeriod" startAt="2"/>
            </a:pPr>
            <a:r>
              <a:rPr lang="en-US" sz="2000" dirty="0" err="1">
                <a:solidFill>
                  <a:schemeClr val="bg2">
                    <a:lumMod val="10000"/>
                  </a:schemeClr>
                </a:solidFill>
              </a:rPr>
              <a:t>Quản</a:t>
            </a:r>
            <a:r>
              <a:rPr lang="en-US" sz="2000" dirty="0">
                <a:solidFill>
                  <a:schemeClr val="bg2">
                    <a:lumMod val="10000"/>
                  </a:schemeClr>
                </a:solidFill>
              </a:rPr>
              <a:t> </a:t>
            </a:r>
            <a:r>
              <a:rPr lang="en-US" sz="2000" dirty="0" err="1">
                <a:solidFill>
                  <a:schemeClr val="bg2">
                    <a:lumMod val="10000"/>
                  </a:schemeClr>
                </a:solidFill>
              </a:rPr>
              <a:t>lý</a:t>
            </a:r>
            <a:r>
              <a:rPr lang="en-US" sz="2000" dirty="0">
                <a:solidFill>
                  <a:schemeClr val="bg2">
                    <a:lumMod val="10000"/>
                  </a:schemeClr>
                </a:solidFill>
              </a:rPr>
              <a:t> </a:t>
            </a:r>
            <a:r>
              <a:rPr lang="en-US" sz="2000" dirty="0" err="1">
                <a:solidFill>
                  <a:schemeClr val="bg2">
                    <a:lumMod val="10000"/>
                  </a:schemeClr>
                </a:solidFill>
              </a:rPr>
              <a:t>tài</a:t>
            </a:r>
            <a:r>
              <a:rPr lang="en-US" sz="2000" dirty="0">
                <a:solidFill>
                  <a:schemeClr val="bg2">
                    <a:lumMod val="10000"/>
                  </a:schemeClr>
                </a:solidFill>
              </a:rPr>
              <a:t> </a:t>
            </a:r>
            <a:r>
              <a:rPr lang="en-US" sz="2000" dirty="0" err="1">
                <a:solidFill>
                  <a:schemeClr val="bg2">
                    <a:lumMod val="10000"/>
                  </a:schemeClr>
                </a:solidFill>
              </a:rPr>
              <a:t>sản</a:t>
            </a:r>
            <a:r>
              <a:rPr lang="en-US" sz="2000" dirty="0">
                <a:solidFill>
                  <a:schemeClr val="bg2">
                    <a:lumMod val="10000"/>
                  </a:schemeClr>
                </a:solidFill>
              </a:rPr>
              <a:t> </a:t>
            </a:r>
            <a:r>
              <a:rPr lang="en-US" sz="2000" dirty="0" err="1">
                <a:solidFill>
                  <a:schemeClr val="bg2">
                    <a:lumMod val="10000"/>
                  </a:schemeClr>
                </a:solidFill>
              </a:rPr>
              <a:t>cơ</a:t>
            </a:r>
            <a:r>
              <a:rPr lang="en-US" sz="2000" dirty="0">
                <a:solidFill>
                  <a:schemeClr val="bg2">
                    <a:lumMod val="10000"/>
                  </a:schemeClr>
                </a:solidFill>
              </a:rPr>
              <a:t> </a:t>
            </a:r>
            <a:r>
              <a:rPr lang="en-US" sz="2000" dirty="0" err="1">
                <a:solidFill>
                  <a:schemeClr val="bg2">
                    <a:lumMod val="10000"/>
                  </a:schemeClr>
                </a:solidFill>
              </a:rPr>
              <a:t>sở</a:t>
            </a:r>
            <a:r>
              <a:rPr lang="en-US" sz="2000" dirty="0">
                <a:solidFill>
                  <a:schemeClr val="bg2">
                    <a:lumMod val="10000"/>
                  </a:schemeClr>
                </a:solidFill>
              </a:rPr>
              <a:t> </a:t>
            </a:r>
            <a:r>
              <a:rPr lang="en-US" sz="2000" dirty="0" err="1">
                <a:solidFill>
                  <a:schemeClr val="bg2">
                    <a:lumMod val="10000"/>
                  </a:schemeClr>
                </a:solidFill>
              </a:rPr>
              <a:t>hạ</a:t>
            </a:r>
            <a:r>
              <a:rPr lang="en-US" sz="2000" dirty="0">
                <a:solidFill>
                  <a:schemeClr val="bg2">
                    <a:lumMod val="10000"/>
                  </a:schemeClr>
                </a:solidFill>
              </a:rPr>
              <a:t> </a:t>
            </a:r>
            <a:r>
              <a:rPr lang="en-US" sz="2000" dirty="0" err="1">
                <a:solidFill>
                  <a:schemeClr val="bg2">
                    <a:lumMod val="10000"/>
                  </a:schemeClr>
                </a:solidFill>
              </a:rPr>
              <a:t>tầng</a:t>
            </a:r>
            <a:r>
              <a:rPr lang="en-US" sz="2000" dirty="0">
                <a:solidFill>
                  <a:schemeClr val="bg2">
                    <a:lumMod val="10000"/>
                  </a:schemeClr>
                </a:solidFill>
              </a:rPr>
              <a:t> </a:t>
            </a:r>
            <a:r>
              <a:rPr lang="en-US" sz="2000" dirty="0" err="1">
                <a:solidFill>
                  <a:schemeClr val="bg2">
                    <a:lumMod val="10000"/>
                  </a:schemeClr>
                </a:solidFill>
              </a:rPr>
              <a:t>đường</a:t>
            </a:r>
            <a:r>
              <a:rPr lang="en-US" sz="2000" dirty="0">
                <a:solidFill>
                  <a:schemeClr val="bg2">
                    <a:lumMod val="10000"/>
                  </a:schemeClr>
                </a:solidFill>
              </a:rPr>
              <a:t> </a:t>
            </a:r>
            <a:r>
              <a:rPr lang="en-US" sz="2000" dirty="0" err="1">
                <a:solidFill>
                  <a:schemeClr val="bg2">
                    <a:lumMod val="10000"/>
                  </a:schemeClr>
                </a:solidFill>
              </a:rPr>
              <a:t>bộ</a:t>
            </a:r>
            <a:endParaRPr lang="en-US" sz="2000" dirty="0">
              <a:solidFill>
                <a:schemeClr val="bg2">
                  <a:lumMod val="10000"/>
                </a:schemeClr>
              </a:solidFill>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Grp="1" noChangeArrowheads="1"/>
          </p:cNvSpPr>
          <p:nvPr>
            <p:ph type="body" idx="1"/>
          </p:nvPr>
        </p:nvSpPr>
        <p:spPr>
          <a:xfrm>
            <a:off x="685800" y="2362200"/>
            <a:ext cx="7921625" cy="3171825"/>
          </a:xfrm>
          <a:noFill/>
          <a:ln w="38100" cmpd="dbl">
            <a:noFill/>
            <a:miter lim="800000"/>
            <a:headEnd/>
            <a:tailEnd/>
          </a:ln>
        </p:spPr>
        <p:txBody>
          <a:bodyPr/>
          <a:lstStyle/>
          <a:p>
            <a:pPr>
              <a:spcBef>
                <a:spcPct val="40000"/>
              </a:spcBef>
            </a:pPr>
            <a:r>
              <a:rPr lang="en-US" sz="2200" dirty="0" err="1"/>
              <a:t>Cường</a:t>
            </a:r>
            <a:r>
              <a:rPr lang="en-US" sz="2200" dirty="0"/>
              <a:t> </a:t>
            </a:r>
            <a:r>
              <a:rPr lang="en-US" sz="2200" dirty="0" err="1"/>
              <a:t>độ</a:t>
            </a:r>
            <a:r>
              <a:rPr lang="en-US" sz="2200" dirty="0"/>
              <a:t> </a:t>
            </a:r>
            <a:r>
              <a:rPr lang="en-US" sz="2200" dirty="0" err="1"/>
              <a:t>chung</a:t>
            </a:r>
            <a:r>
              <a:rPr lang="en-US" sz="2200" dirty="0"/>
              <a:t> </a:t>
            </a:r>
            <a:r>
              <a:rPr lang="en-US" sz="2200" dirty="0" err="1"/>
              <a:t>của</a:t>
            </a:r>
            <a:r>
              <a:rPr lang="en-US" sz="2200" dirty="0"/>
              <a:t> </a:t>
            </a:r>
            <a:r>
              <a:rPr lang="en-US" sz="2200" dirty="0" err="1"/>
              <a:t>kết</a:t>
            </a:r>
            <a:r>
              <a:rPr lang="en-US" sz="2200" dirty="0"/>
              <a:t> </a:t>
            </a:r>
            <a:r>
              <a:rPr lang="en-US" sz="2200" dirty="0" err="1"/>
              <a:t>cấu</a:t>
            </a:r>
            <a:r>
              <a:rPr lang="en-US" sz="2200" dirty="0"/>
              <a:t> </a:t>
            </a:r>
            <a:r>
              <a:rPr lang="en-US" sz="2200" dirty="0" err="1"/>
              <a:t>áo</a:t>
            </a:r>
            <a:r>
              <a:rPr lang="en-US" sz="2200" dirty="0"/>
              <a:t> </a:t>
            </a:r>
            <a:r>
              <a:rPr lang="en-US" sz="2200" dirty="0" err="1"/>
              <a:t>đường</a:t>
            </a:r>
            <a:endParaRPr lang="en-US" sz="2200" dirty="0"/>
          </a:p>
          <a:p>
            <a:pPr>
              <a:spcBef>
                <a:spcPct val="40000"/>
              </a:spcBef>
            </a:pPr>
            <a:r>
              <a:rPr lang="en-US" sz="2200" dirty="0" err="1"/>
              <a:t>Độ</a:t>
            </a:r>
            <a:r>
              <a:rPr lang="en-US" sz="2200" dirty="0"/>
              <a:t> </a:t>
            </a:r>
            <a:r>
              <a:rPr lang="en-US" sz="2200" dirty="0" err="1"/>
              <a:t>bằng</a:t>
            </a:r>
            <a:r>
              <a:rPr lang="en-US" sz="2200" dirty="0"/>
              <a:t> </a:t>
            </a:r>
            <a:r>
              <a:rPr lang="en-US" sz="2200" dirty="0" err="1"/>
              <a:t>phẳng</a:t>
            </a:r>
            <a:endParaRPr lang="en-US" sz="2200" dirty="0"/>
          </a:p>
          <a:p>
            <a:pPr>
              <a:spcBef>
                <a:spcPct val="40000"/>
              </a:spcBef>
            </a:pPr>
            <a:r>
              <a:rPr lang="en-US" sz="2200" dirty="0" err="1"/>
              <a:t>Độ</a:t>
            </a:r>
            <a:r>
              <a:rPr lang="en-US" sz="2200" dirty="0"/>
              <a:t> </a:t>
            </a:r>
            <a:r>
              <a:rPr lang="en-US" sz="2200" dirty="0" err="1"/>
              <a:t>nhám</a:t>
            </a:r>
            <a:endParaRPr lang="en-US" sz="2200" dirty="0"/>
          </a:p>
          <a:p>
            <a:pPr>
              <a:spcBef>
                <a:spcPct val="40000"/>
              </a:spcBef>
            </a:pPr>
            <a:r>
              <a:rPr lang="en-US" sz="2200" dirty="0" err="1"/>
              <a:t>Độ</a:t>
            </a:r>
            <a:r>
              <a:rPr lang="en-US" sz="2200" dirty="0"/>
              <a:t> </a:t>
            </a:r>
            <a:r>
              <a:rPr lang="en-US" sz="2200" dirty="0" err="1"/>
              <a:t>hao</a:t>
            </a:r>
            <a:r>
              <a:rPr lang="en-US" sz="2200" dirty="0"/>
              <a:t> </a:t>
            </a:r>
            <a:r>
              <a:rPr lang="en-US" sz="2200" dirty="0" err="1"/>
              <a:t>mòn</a:t>
            </a:r>
            <a:endParaRPr lang="en-US" sz="2200" dirty="0"/>
          </a:p>
          <a:p>
            <a:pPr>
              <a:spcBef>
                <a:spcPct val="40000"/>
              </a:spcBef>
            </a:pPr>
            <a:r>
              <a:rPr lang="en-US" sz="2200" dirty="0" err="1"/>
              <a:t>Năng</a:t>
            </a:r>
            <a:r>
              <a:rPr lang="en-US" sz="2200" dirty="0"/>
              <a:t> </a:t>
            </a:r>
            <a:r>
              <a:rPr lang="en-US" sz="2200" dirty="0" err="1"/>
              <a:t>lực</a:t>
            </a:r>
            <a:r>
              <a:rPr lang="en-US" sz="2200" dirty="0"/>
              <a:t> </a:t>
            </a:r>
            <a:r>
              <a:rPr lang="en-US" sz="2200" dirty="0" err="1"/>
              <a:t>thông</a:t>
            </a:r>
            <a:r>
              <a:rPr lang="en-US" sz="2200" dirty="0"/>
              <a:t> </a:t>
            </a:r>
            <a:r>
              <a:rPr lang="en-US" sz="2200" dirty="0" err="1"/>
              <a:t>hành</a:t>
            </a:r>
            <a:endParaRPr lang="en-US" sz="2200" dirty="0"/>
          </a:p>
          <a:p>
            <a:pPr>
              <a:spcBef>
                <a:spcPct val="40000"/>
              </a:spcBef>
            </a:pPr>
            <a:r>
              <a:rPr lang="en-US" sz="2200" dirty="0" err="1"/>
              <a:t>Khả</a:t>
            </a:r>
            <a:r>
              <a:rPr lang="en-US" sz="2200" dirty="0"/>
              <a:t> </a:t>
            </a:r>
            <a:r>
              <a:rPr lang="en-US" sz="2200" dirty="0" err="1"/>
              <a:t>năng</a:t>
            </a:r>
            <a:r>
              <a:rPr lang="en-US" sz="2200" dirty="0"/>
              <a:t> </a:t>
            </a:r>
            <a:r>
              <a:rPr lang="en-US" sz="2200" dirty="0" err="1"/>
              <a:t>tiểm</a:t>
            </a:r>
            <a:r>
              <a:rPr lang="en-US" sz="2200" dirty="0"/>
              <a:t> </a:t>
            </a:r>
            <a:r>
              <a:rPr lang="en-US" sz="2200" dirty="0" err="1"/>
              <a:t>ẩn</a:t>
            </a:r>
            <a:r>
              <a:rPr lang="en-US" sz="2200" dirty="0"/>
              <a:t> </a:t>
            </a:r>
            <a:r>
              <a:rPr lang="en-US" sz="2200" dirty="0" err="1"/>
              <a:t>gây</a:t>
            </a:r>
            <a:r>
              <a:rPr lang="en-US" sz="2200" dirty="0"/>
              <a:t> tai </a:t>
            </a:r>
            <a:r>
              <a:rPr lang="en-US" sz="2200" dirty="0" err="1"/>
              <a:t>nạn</a:t>
            </a:r>
            <a:endParaRPr lang="en-AU" sz="2200" dirty="0"/>
          </a:p>
        </p:txBody>
      </p:sp>
      <p:sp>
        <p:nvSpPr>
          <p:cNvPr id="2" name="Rectangle 1"/>
          <p:cNvSpPr/>
          <p:nvPr/>
        </p:nvSpPr>
        <p:spPr>
          <a:xfrm>
            <a:off x="381000" y="1600200"/>
            <a:ext cx="8153400" cy="400110"/>
          </a:xfrm>
          <a:prstGeom prst="rect">
            <a:avLst/>
          </a:prstGeom>
        </p:spPr>
        <p:txBody>
          <a:bodyPr wrap="square">
            <a:spAutoFit/>
          </a:bodyPr>
          <a:lstStyle/>
          <a:p>
            <a:r>
              <a:rPr lang="en-US" sz="2000" b="1" dirty="0" err="1">
                <a:solidFill>
                  <a:schemeClr val="accent2"/>
                </a:solidFill>
              </a:rPr>
              <a:t>Các</a:t>
            </a:r>
            <a:r>
              <a:rPr lang="en-US" sz="2000" b="1" dirty="0">
                <a:solidFill>
                  <a:schemeClr val="accent2"/>
                </a:solidFill>
              </a:rPr>
              <a:t> </a:t>
            </a:r>
            <a:r>
              <a:rPr lang="en-US" sz="2000" b="1" dirty="0" err="1">
                <a:solidFill>
                  <a:schemeClr val="accent2"/>
                </a:solidFill>
              </a:rPr>
              <a:t>chỉ</a:t>
            </a:r>
            <a:r>
              <a:rPr lang="en-US" sz="2000" b="1" dirty="0">
                <a:solidFill>
                  <a:schemeClr val="accent2"/>
                </a:solidFill>
              </a:rPr>
              <a:t> </a:t>
            </a:r>
            <a:r>
              <a:rPr lang="en-US" sz="2000" b="1" dirty="0" err="1">
                <a:solidFill>
                  <a:schemeClr val="accent2"/>
                </a:solidFill>
              </a:rPr>
              <a:t>tiêu</a:t>
            </a:r>
            <a:r>
              <a:rPr lang="en-US" sz="2000" b="1" dirty="0">
                <a:solidFill>
                  <a:schemeClr val="accent2"/>
                </a:solidFill>
              </a:rPr>
              <a:t> </a:t>
            </a:r>
            <a:r>
              <a:rPr lang="en-US" sz="2000" b="1" dirty="0" err="1">
                <a:solidFill>
                  <a:schemeClr val="accent2"/>
                </a:solidFill>
              </a:rPr>
              <a:t>đánh</a:t>
            </a:r>
            <a:r>
              <a:rPr lang="en-US" sz="2000" b="1" dirty="0">
                <a:solidFill>
                  <a:schemeClr val="accent2"/>
                </a:solidFill>
              </a:rPr>
              <a:t> </a:t>
            </a:r>
            <a:r>
              <a:rPr lang="en-US" sz="2000" b="1" dirty="0" err="1">
                <a:solidFill>
                  <a:schemeClr val="accent2"/>
                </a:solidFill>
              </a:rPr>
              <a:t>giá</a:t>
            </a:r>
            <a:r>
              <a:rPr lang="en-US" sz="2000" b="1" dirty="0">
                <a:solidFill>
                  <a:schemeClr val="accent2"/>
                </a:solidFill>
              </a:rPr>
              <a:t> </a:t>
            </a:r>
            <a:r>
              <a:rPr lang="en-US" sz="2000" b="1" dirty="0" err="1">
                <a:solidFill>
                  <a:schemeClr val="accent2"/>
                </a:solidFill>
              </a:rPr>
              <a:t>tuyến</a:t>
            </a:r>
            <a:r>
              <a:rPr lang="en-US" sz="2000" b="1" dirty="0">
                <a:solidFill>
                  <a:schemeClr val="accent2"/>
                </a:solidFill>
              </a:rPr>
              <a:t> </a:t>
            </a:r>
            <a:r>
              <a:rPr lang="en-US" sz="2000" b="1" dirty="0" err="1">
                <a:solidFill>
                  <a:schemeClr val="accent2"/>
                </a:solidFill>
              </a:rPr>
              <a:t>đường</a:t>
            </a:r>
            <a:r>
              <a:rPr lang="en-US" sz="2000" b="1" dirty="0">
                <a:solidFill>
                  <a:schemeClr val="accent2"/>
                </a:solidFill>
              </a:rPr>
              <a:t> </a:t>
            </a:r>
            <a:r>
              <a:rPr lang="en-US" sz="2000" b="1" dirty="0" err="1">
                <a:solidFill>
                  <a:schemeClr val="accent2"/>
                </a:solidFill>
              </a:rPr>
              <a:t>đang</a:t>
            </a:r>
            <a:r>
              <a:rPr lang="en-US" sz="2000" b="1" dirty="0">
                <a:solidFill>
                  <a:schemeClr val="accent2"/>
                </a:solidFill>
              </a:rPr>
              <a:t> </a:t>
            </a:r>
            <a:r>
              <a:rPr lang="en-US" sz="2000" b="1" dirty="0" err="1">
                <a:solidFill>
                  <a:schemeClr val="accent2"/>
                </a:solidFill>
              </a:rPr>
              <a:t>khai</a:t>
            </a:r>
            <a:r>
              <a:rPr lang="en-US" sz="2000" b="1" dirty="0">
                <a:solidFill>
                  <a:schemeClr val="accent2"/>
                </a:solidFill>
              </a:rPr>
              <a:t> </a:t>
            </a:r>
            <a:r>
              <a:rPr lang="en-US" sz="2000" b="1" dirty="0" err="1">
                <a:solidFill>
                  <a:schemeClr val="accent2"/>
                </a:solidFill>
              </a:rPr>
              <a:t>thác</a:t>
            </a:r>
            <a:r>
              <a:rPr lang="en-US" sz="2000" b="1" dirty="0">
                <a:solidFill>
                  <a:schemeClr val="accent2"/>
                </a:solidFill>
              </a:rPr>
              <a:t> – CHLB </a:t>
            </a:r>
            <a:r>
              <a:rPr lang="en-US" sz="2000" b="1" dirty="0" err="1">
                <a:solidFill>
                  <a:schemeClr val="accent2"/>
                </a:solidFill>
              </a:rPr>
              <a:t>Nga</a:t>
            </a:r>
            <a:endParaRPr lang="en-US" sz="2000" dirty="0">
              <a:solidFill>
                <a:schemeClr val="accent2"/>
              </a:solidFill>
            </a:endParaRPr>
          </a:p>
        </p:txBody>
      </p:sp>
      <p:sp>
        <p:nvSpPr>
          <p:cNvPr id="4" name="Rectangle 3"/>
          <p:cNvSpPr/>
          <p:nvPr/>
        </p:nvSpPr>
        <p:spPr>
          <a:xfrm>
            <a:off x="228600" y="438666"/>
            <a:ext cx="7696200" cy="400110"/>
          </a:xfrm>
          <a:prstGeom prst="rect">
            <a:avLst/>
          </a:prstGeom>
        </p:spPr>
        <p:txBody>
          <a:bodyPr wrap="square">
            <a:spAutoFit/>
          </a:bodyPr>
          <a:lstStyle/>
          <a:p>
            <a:pPr>
              <a:spcBef>
                <a:spcPct val="50000"/>
              </a:spcBef>
            </a:pPr>
            <a:r>
              <a:rPr lang="en-US" sz="2000" b="1" dirty="0" err="1">
                <a:solidFill>
                  <a:srgbClr val="FF0000"/>
                </a:solidFill>
              </a:rPr>
              <a:t>Đặc</a:t>
            </a:r>
            <a:r>
              <a:rPr lang="en-US" sz="2000" b="1" dirty="0">
                <a:solidFill>
                  <a:srgbClr val="FF0000"/>
                </a:solidFill>
              </a:rPr>
              <a:t> </a:t>
            </a:r>
            <a:r>
              <a:rPr lang="en-US" sz="2000" b="1" dirty="0" err="1">
                <a:solidFill>
                  <a:srgbClr val="FF0000"/>
                </a:solidFill>
              </a:rPr>
              <a:t>trưng</a:t>
            </a:r>
            <a:r>
              <a:rPr lang="en-US" sz="2000" b="1" dirty="0">
                <a:solidFill>
                  <a:srgbClr val="FF0000"/>
                </a:solidFill>
              </a:rPr>
              <a:t> </a:t>
            </a:r>
            <a:r>
              <a:rPr lang="en-US" sz="2000" b="1" dirty="0" err="1">
                <a:solidFill>
                  <a:srgbClr val="FF0000"/>
                </a:solidFill>
              </a:rPr>
              <a:t>khai</a:t>
            </a:r>
            <a:r>
              <a:rPr lang="en-US" sz="2000" b="1" dirty="0">
                <a:solidFill>
                  <a:srgbClr val="FF0000"/>
                </a:solidFill>
              </a:rPr>
              <a:t> </a:t>
            </a:r>
            <a:r>
              <a:rPr lang="en-US" sz="2000" b="1" dirty="0" err="1">
                <a:solidFill>
                  <a:srgbClr val="FF0000"/>
                </a:solidFill>
              </a:rPr>
              <a:t>thác</a:t>
            </a:r>
            <a:r>
              <a:rPr lang="en-US" sz="2000" b="1" dirty="0">
                <a:solidFill>
                  <a:srgbClr val="FF0000"/>
                </a:solidFill>
              </a:rPr>
              <a:t> </a:t>
            </a:r>
            <a:r>
              <a:rPr lang="en-US" sz="2000" b="1" dirty="0" err="1">
                <a:solidFill>
                  <a:srgbClr val="FF0000"/>
                </a:solidFill>
              </a:rPr>
              <a:t>mặt</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 </a:t>
            </a:r>
            <a:r>
              <a:rPr lang="en-US" sz="2000" b="1" dirty="0" err="1">
                <a:solidFill>
                  <a:srgbClr val="FF0000"/>
                </a:solidFill>
              </a:rPr>
              <a:t>các</a:t>
            </a:r>
            <a:r>
              <a:rPr lang="en-US" sz="2000" b="1" dirty="0">
                <a:solidFill>
                  <a:srgbClr val="FF0000"/>
                </a:solidFill>
              </a:rPr>
              <a:t> </a:t>
            </a:r>
            <a:r>
              <a:rPr lang="en-US" sz="2000" b="1" dirty="0" err="1">
                <a:solidFill>
                  <a:srgbClr val="FF0000"/>
                </a:solidFill>
              </a:rPr>
              <a:t>chỉ</a:t>
            </a:r>
            <a:r>
              <a:rPr lang="en-US" sz="2000" b="1" dirty="0">
                <a:solidFill>
                  <a:srgbClr val="FF0000"/>
                </a:solidFill>
              </a:rPr>
              <a:t> </a:t>
            </a:r>
            <a:r>
              <a:rPr lang="en-US" sz="2000" b="1" dirty="0" err="1">
                <a:solidFill>
                  <a:srgbClr val="FF0000"/>
                </a:solidFill>
              </a:rPr>
              <a:t>tiêu</a:t>
            </a:r>
            <a:r>
              <a:rPr lang="en-US" sz="2000" b="1" dirty="0">
                <a:solidFill>
                  <a:srgbClr val="FF0000"/>
                </a:solidFill>
              </a:rPr>
              <a:t> </a:t>
            </a:r>
            <a:r>
              <a:rPr lang="en-US" sz="2000" b="1" dirty="0" err="1">
                <a:solidFill>
                  <a:srgbClr val="FF0000"/>
                </a:solidFill>
              </a:rPr>
              <a:t>tổng</a:t>
            </a:r>
            <a:r>
              <a:rPr lang="en-US" sz="2000" b="1" dirty="0">
                <a:solidFill>
                  <a:srgbClr val="FF0000"/>
                </a:solidFill>
              </a:rPr>
              <a:t> </a:t>
            </a:r>
            <a:r>
              <a:rPr lang="en-US" sz="2000" b="1" dirty="0" err="1">
                <a:solidFill>
                  <a:srgbClr val="FF0000"/>
                </a:solidFill>
              </a:rPr>
              <a:t>hợp</a:t>
            </a:r>
            <a:endParaRPr lang="en-US" sz="2000" b="1" dirty="0">
              <a:solidFill>
                <a:srgbClr val="FF0000"/>
              </a:solidFill>
            </a:endParaRPr>
          </a:p>
        </p:txBody>
      </p:sp>
    </p:spTree>
    <p:extLst>
      <p:ext uri="{BB962C8B-B14F-4D97-AF65-F5344CB8AC3E}">
        <p14:creationId xmlns:p14="http://schemas.microsoft.com/office/powerpoint/2010/main" val="1150398612"/>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23" name="Group 3"/>
          <p:cNvGraphicFramePr>
            <a:graphicFrameLocks noGrp="1"/>
          </p:cNvGraphicFramePr>
          <p:nvPr>
            <p:ph idx="1"/>
            <p:extLst>
              <p:ext uri="{D42A27DB-BD31-4B8C-83A1-F6EECF244321}">
                <p14:modId xmlns:p14="http://schemas.microsoft.com/office/powerpoint/2010/main" val="1232042397"/>
              </p:ext>
            </p:extLst>
          </p:nvPr>
        </p:nvGraphicFramePr>
        <p:xfrm>
          <a:off x="228600" y="1651000"/>
          <a:ext cx="8713787" cy="4620896"/>
        </p:xfrm>
        <a:graphic>
          <a:graphicData uri="http://schemas.openxmlformats.org/drawingml/2006/table">
            <a:tbl>
              <a:tblPr/>
              <a:tblGrid>
                <a:gridCol w="2417762">
                  <a:extLst>
                    <a:ext uri="{9D8B030D-6E8A-4147-A177-3AD203B41FA5}">
                      <a16:colId xmlns:a16="http://schemas.microsoft.com/office/drawing/2014/main" val="20000"/>
                    </a:ext>
                  </a:extLst>
                </a:gridCol>
                <a:gridCol w="1743075">
                  <a:extLst>
                    <a:ext uri="{9D8B030D-6E8A-4147-A177-3AD203B41FA5}">
                      <a16:colId xmlns:a16="http://schemas.microsoft.com/office/drawing/2014/main" val="20001"/>
                    </a:ext>
                  </a:extLst>
                </a:gridCol>
                <a:gridCol w="1495425">
                  <a:extLst>
                    <a:ext uri="{9D8B030D-6E8A-4147-A177-3AD203B41FA5}">
                      <a16:colId xmlns:a16="http://schemas.microsoft.com/office/drawing/2014/main" val="20002"/>
                    </a:ext>
                  </a:extLst>
                </a:gridCol>
                <a:gridCol w="1489075">
                  <a:extLst>
                    <a:ext uri="{9D8B030D-6E8A-4147-A177-3AD203B41FA5}">
                      <a16:colId xmlns:a16="http://schemas.microsoft.com/office/drawing/2014/main" val="20003"/>
                    </a:ext>
                  </a:extLst>
                </a:gridCol>
                <a:gridCol w="1568450">
                  <a:extLst>
                    <a:ext uri="{9D8B030D-6E8A-4147-A177-3AD203B41FA5}">
                      <a16:colId xmlns:a16="http://schemas.microsoft.com/office/drawing/2014/main" val="20004"/>
                    </a:ext>
                  </a:extLst>
                </a:gridCol>
              </a:tblGrid>
              <a:tr h="317500">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1400" b="0" i="0" u="none" strike="noStrike" cap="none" normalizeH="0" baseline="0" dirty="0" err="1">
                          <a:ln>
                            <a:noFill/>
                          </a:ln>
                          <a:solidFill>
                            <a:schemeClr val="tx1"/>
                          </a:solidFill>
                          <a:effectLst/>
                          <a:latin typeface="Arial" charset="0"/>
                          <a:ea typeface="MS Mincho" pitchFamily="49" charset="-128"/>
                          <a:cs typeface="Times New Roman" pitchFamily="18" charset="0"/>
                        </a:rPr>
                        <a:t>Các</a:t>
                      </a:r>
                      <a:r>
                        <a:rPr kumimoji="1" lang="en-US" sz="1400" b="0" i="0" u="none" strike="noStrike" cap="none" normalizeH="0" baseline="0" dirty="0">
                          <a:ln>
                            <a:noFill/>
                          </a:ln>
                          <a:solidFill>
                            <a:schemeClr val="tx1"/>
                          </a:solidFill>
                          <a:effectLst/>
                          <a:latin typeface="Arial" charset="0"/>
                          <a:ea typeface="MS Mincho" pitchFamily="49" charset="-128"/>
                          <a:cs typeface="Times New Roman" pitchFamily="18" charset="0"/>
                        </a:rPr>
                        <a:t> </a:t>
                      </a:r>
                      <a:r>
                        <a:rPr kumimoji="1" lang="en-US" sz="1400" b="0" i="0" u="none" strike="noStrike" cap="none" normalizeH="0" baseline="0" dirty="0" err="1">
                          <a:ln>
                            <a:noFill/>
                          </a:ln>
                          <a:solidFill>
                            <a:schemeClr val="tx1"/>
                          </a:solidFill>
                          <a:effectLst/>
                          <a:latin typeface="Arial" charset="0"/>
                          <a:ea typeface="MS Mincho" pitchFamily="49" charset="-128"/>
                          <a:cs typeface="Times New Roman" pitchFamily="18" charset="0"/>
                        </a:rPr>
                        <a:t>tiêu</a:t>
                      </a:r>
                      <a:r>
                        <a:rPr kumimoji="1" lang="en-US" sz="1400" b="0" i="0" u="none" strike="noStrike" cap="none" normalizeH="0" baseline="0" dirty="0">
                          <a:ln>
                            <a:noFill/>
                          </a:ln>
                          <a:solidFill>
                            <a:schemeClr val="tx1"/>
                          </a:solidFill>
                          <a:effectLst/>
                          <a:latin typeface="Arial" charset="0"/>
                          <a:ea typeface="MS Mincho" pitchFamily="49" charset="-128"/>
                          <a:cs typeface="Times New Roman" pitchFamily="18" charset="0"/>
                        </a:rPr>
                        <a:t> </a:t>
                      </a:r>
                      <a:r>
                        <a:rPr kumimoji="1" lang="en-US" sz="1400" b="0" i="0" u="none" strike="noStrike" cap="none" normalizeH="0" baseline="0" dirty="0" err="1">
                          <a:ln>
                            <a:noFill/>
                          </a:ln>
                          <a:solidFill>
                            <a:schemeClr val="tx1"/>
                          </a:solidFill>
                          <a:effectLst/>
                          <a:latin typeface="Arial" charset="0"/>
                          <a:ea typeface="MS Mincho" pitchFamily="49" charset="-128"/>
                          <a:cs typeface="Times New Roman" pitchFamily="18" charset="0"/>
                        </a:rPr>
                        <a:t>chí</a:t>
                      </a:r>
                      <a:endParaRPr kumimoji="1" lang="en-US" sz="1400" b="0" i="0" u="none" strike="noStrike" cap="none" normalizeH="0" baseline="0" dirty="0">
                        <a:ln>
                          <a:noFill/>
                        </a:ln>
                        <a:solidFill>
                          <a:schemeClr val="tx1"/>
                        </a:solidFill>
                        <a:effectLst/>
                        <a:latin typeface="Arial" charset="0"/>
                        <a:ea typeface="MS Mincho" pitchFamily="49" charset="-128"/>
                        <a:cs typeface="Times New Roman" pitchFamily="18"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4">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1400" b="0" i="0" u="none" strike="noStrike" cap="none" normalizeH="0" baseline="0">
                          <a:ln>
                            <a:noFill/>
                          </a:ln>
                          <a:solidFill>
                            <a:schemeClr val="tx1"/>
                          </a:solidFill>
                          <a:effectLst/>
                          <a:latin typeface="Arial" charset="0"/>
                          <a:ea typeface="MS Mincho" pitchFamily="49" charset="-128"/>
                          <a:cs typeface="Times New Roman" pitchFamily="18" charset="0"/>
                        </a:rPr>
                        <a:t>Các điều kiện đường tương ứng các loại hình bảo dưỡng</a:t>
                      </a: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30225">
                <a:tc v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1400" b="0" i="0" u="none" strike="noStrike" cap="none" normalizeH="0" baseline="0">
                          <a:ln>
                            <a:noFill/>
                          </a:ln>
                          <a:solidFill>
                            <a:schemeClr val="tx1"/>
                          </a:solidFill>
                          <a:effectLst/>
                          <a:latin typeface="Arial" charset="0"/>
                          <a:ea typeface="MS Mincho" pitchFamily="49" charset="-128"/>
                          <a:cs typeface="Times New Roman" pitchFamily="18" charset="0"/>
                        </a:rPr>
                        <a:t>Bảo dưỡng thường xuyên+ sửa chữa nhỏ</a:t>
                      </a: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1400" b="0" i="0" u="none" strike="noStrike" cap="none" normalizeH="0" baseline="0">
                          <a:ln>
                            <a:noFill/>
                          </a:ln>
                          <a:solidFill>
                            <a:schemeClr val="tx1"/>
                          </a:solidFill>
                          <a:effectLst/>
                          <a:latin typeface="Arial" charset="0"/>
                          <a:ea typeface="MS Mincho" pitchFamily="49" charset="-128"/>
                          <a:cs typeface="Times New Roman" pitchFamily="18" charset="0"/>
                        </a:rPr>
                        <a:t>Sửa chữa vừa</a:t>
                      </a: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1400" b="0" i="0" u="none" strike="noStrike" cap="none" normalizeH="0" baseline="0">
                          <a:ln>
                            <a:noFill/>
                          </a:ln>
                          <a:solidFill>
                            <a:schemeClr val="tx1"/>
                          </a:solidFill>
                          <a:effectLst/>
                          <a:latin typeface="Arial" charset="0"/>
                          <a:cs typeface="Times New Roman" pitchFamily="18" charset="0"/>
                        </a:rPr>
                        <a:t>Sửa chữa lớn</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sz="1400" b="0" i="0" u="none" strike="noStrike" cap="none" normalizeH="0" baseline="0">
                          <a:ln>
                            <a:noFill/>
                          </a:ln>
                          <a:solidFill>
                            <a:schemeClr val="tx1"/>
                          </a:solidFill>
                          <a:effectLst/>
                          <a:latin typeface="Arial" charset="0"/>
                          <a:cs typeface="Times New Roman" pitchFamily="18" charset="0"/>
                        </a:rPr>
                        <a:t>( khôi phục)</a:t>
                      </a:r>
                      <a:endParaRPr kumimoji="1" lang="en-US" sz="14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1400" b="0" i="0" u="none" strike="noStrike" cap="none" normalizeH="0" baseline="0">
                          <a:ln>
                            <a:noFill/>
                          </a:ln>
                          <a:solidFill>
                            <a:schemeClr val="tx1"/>
                          </a:solidFill>
                          <a:effectLst/>
                          <a:latin typeface="Arial" charset="0"/>
                          <a:ea typeface="MS Mincho" pitchFamily="49" charset="-128"/>
                          <a:cs typeface="Times New Roman" pitchFamily="18" charset="0"/>
                        </a:rPr>
                        <a:t>Nâng cấp, cải tạo, làm lại mới</a:t>
                      </a: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18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1400" b="0" i="0" u="none" strike="noStrike" cap="none" normalizeH="0" baseline="0">
                          <a:ln>
                            <a:noFill/>
                          </a:ln>
                          <a:solidFill>
                            <a:schemeClr val="tx1"/>
                          </a:solidFill>
                          <a:effectLst/>
                          <a:latin typeface="Arial" charset="0"/>
                          <a:ea typeface="MS Mincho" pitchFamily="49" charset="-128"/>
                          <a:cs typeface="Times New Roman" pitchFamily="18" charset="0"/>
                        </a:rPr>
                        <a:t>1. Cường độ chung của kết cấu nền mặt đường</a:t>
                      </a: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s-ES" sz="1400" b="0" i="0" u="none" strike="noStrike" cap="none" normalizeH="0" baseline="0">
                          <a:ln>
                            <a:noFill/>
                          </a:ln>
                          <a:solidFill>
                            <a:schemeClr val="tx1"/>
                          </a:solidFill>
                          <a:effectLst/>
                          <a:latin typeface="Arial" charset="0"/>
                          <a:cs typeface="Times New Roman" pitchFamily="18" charset="0"/>
                        </a:rPr>
                        <a:t>Vượt yêu cầu</a:t>
                      </a:r>
                      <a:endParaRPr kumimoji="1" lang="en-US" sz="1400" b="0" i="0" u="none" strike="noStrike" cap="none" normalizeH="0" baseline="0">
                        <a:ln>
                          <a:noFill/>
                        </a:ln>
                        <a:solidFill>
                          <a:schemeClr val="tx1"/>
                        </a:solidFill>
                        <a:effectLst/>
                        <a:latin typeface="Arial"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1" lang="es-ES" sz="1400" b="0" i="0" u="none" strike="noStrike" cap="none" normalizeH="0" baseline="0">
                          <a:ln>
                            <a:noFill/>
                          </a:ln>
                          <a:solidFill>
                            <a:schemeClr val="tx1"/>
                          </a:solidFill>
                          <a:effectLst/>
                          <a:latin typeface="Arial" charset="0"/>
                          <a:cs typeface="Times New Roman" pitchFamily="18" charset="0"/>
                        </a:rPr>
                        <a:t>(theo cường độ)</a:t>
                      </a:r>
                      <a:endParaRPr kumimoji="1" lang="es-ES" sz="14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s-ES" sz="1400" b="0" i="0" u="none" strike="noStrike" cap="none" normalizeH="0" baseline="0">
                          <a:ln>
                            <a:noFill/>
                          </a:ln>
                          <a:solidFill>
                            <a:schemeClr val="tx1"/>
                          </a:solidFill>
                          <a:effectLst/>
                          <a:latin typeface="Arial" charset="0"/>
                          <a:ea typeface="MS Mincho" pitchFamily="49" charset="-128"/>
                          <a:cs typeface="Times New Roman" pitchFamily="18" charset="0"/>
                        </a:rPr>
                        <a:t>Vượt hoặc bằng yêu cầu</a:t>
                      </a: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s-ES" sz="1400" b="0" i="0" u="none" strike="noStrike" cap="none" normalizeH="0" baseline="0">
                          <a:ln>
                            <a:noFill/>
                          </a:ln>
                          <a:solidFill>
                            <a:schemeClr val="tx1"/>
                          </a:solidFill>
                          <a:effectLst/>
                          <a:latin typeface="Arial" charset="0"/>
                          <a:ea typeface="MS Mincho" pitchFamily="49" charset="-128"/>
                          <a:cs typeface="Times New Roman" pitchFamily="18" charset="0"/>
                        </a:rPr>
                        <a:t>Nhỏ hơn yêu cầu (thiếu cường độ)</a:t>
                      </a: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1400" b="0" i="0" u="none" strike="noStrike" cap="none" normalizeH="0" baseline="0">
                          <a:ln>
                            <a:noFill/>
                          </a:ln>
                          <a:solidFill>
                            <a:schemeClr val="tx1"/>
                          </a:solidFill>
                          <a:effectLst/>
                          <a:latin typeface="Arial" charset="0"/>
                          <a:ea typeface="MS Mincho" pitchFamily="49" charset="-128"/>
                          <a:cs typeface="Times New Roman" pitchFamily="18" charset="0"/>
                        </a:rPr>
                        <a:t>Nhỏ hơn yêu cầu</a:t>
                      </a: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86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1400" b="0" i="0" u="none" strike="noStrike" cap="none" normalizeH="0" baseline="0">
                          <a:ln>
                            <a:noFill/>
                          </a:ln>
                          <a:solidFill>
                            <a:schemeClr val="tx1"/>
                          </a:solidFill>
                          <a:effectLst/>
                          <a:latin typeface="Arial" charset="0"/>
                          <a:ea typeface="MS Mincho" pitchFamily="49" charset="-128"/>
                          <a:cs typeface="Times New Roman" pitchFamily="18" charset="0"/>
                        </a:rPr>
                        <a:t>2. Độ bằng phẳng mặt đường</a:t>
                      </a: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1400" b="0" i="0" u="none" strike="noStrike" cap="none" normalizeH="0" baseline="0">
                          <a:ln>
                            <a:noFill/>
                          </a:ln>
                          <a:solidFill>
                            <a:schemeClr val="tx1"/>
                          </a:solidFill>
                          <a:effectLst/>
                          <a:latin typeface="Arial" charset="0"/>
                          <a:ea typeface="MS Mincho" pitchFamily="49" charset="-128"/>
                          <a:cs typeface="Times New Roman" pitchFamily="18" charset="0"/>
                        </a:rPr>
                        <a:t>Đạt hoặc vượt yêu cầu</a:t>
                      </a: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s-ES" sz="1400" b="0" i="0" u="none" strike="noStrike" cap="none" normalizeH="0" baseline="0">
                          <a:ln>
                            <a:noFill/>
                          </a:ln>
                          <a:solidFill>
                            <a:schemeClr val="tx1"/>
                          </a:solidFill>
                          <a:effectLst/>
                          <a:latin typeface="Arial" charset="0"/>
                          <a:ea typeface="MS Mincho" pitchFamily="49" charset="-128"/>
                          <a:cs typeface="Times New Roman" pitchFamily="18" charset="0"/>
                        </a:rPr>
                        <a:t>Không đạt yêu cầu</a:t>
                      </a: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s-ES" sz="1400" b="0" i="0" u="none" strike="noStrike" cap="none" normalizeH="0" baseline="0" dirty="0" err="1">
                          <a:ln>
                            <a:noFill/>
                          </a:ln>
                          <a:solidFill>
                            <a:schemeClr val="tx1"/>
                          </a:solidFill>
                          <a:effectLst/>
                          <a:latin typeface="Arial" charset="0"/>
                          <a:ea typeface="MS Mincho" pitchFamily="49" charset="-128"/>
                          <a:cs typeface="Times New Roman" pitchFamily="18" charset="0"/>
                        </a:rPr>
                        <a:t>Có</a:t>
                      </a:r>
                      <a:r>
                        <a:rPr kumimoji="1" lang="es-ES" sz="1400" b="0" i="0" u="none" strike="noStrike" cap="none" normalizeH="0" baseline="0" dirty="0">
                          <a:ln>
                            <a:noFill/>
                          </a:ln>
                          <a:solidFill>
                            <a:schemeClr val="tx1"/>
                          </a:solidFill>
                          <a:effectLst/>
                          <a:latin typeface="Arial" charset="0"/>
                          <a:ea typeface="MS Mincho" pitchFamily="49" charset="-128"/>
                          <a:cs typeface="Times New Roman" pitchFamily="18" charset="0"/>
                        </a:rPr>
                        <a:t> </a:t>
                      </a:r>
                      <a:r>
                        <a:rPr kumimoji="1" lang="es-ES" sz="1400" b="0" i="0" u="none" strike="noStrike" cap="none" normalizeH="0" baseline="0" dirty="0" err="1">
                          <a:ln>
                            <a:noFill/>
                          </a:ln>
                          <a:solidFill>
                            <a:schemeClr val="tx1"/>
                          </a:solidFill>
                          <a:effectLst/>
                          <a:latin typeface="Arial" charset="0"/>
                          <a:ea typeface="MS Mincho" pitchFamily="49" charset="-128"/>
                          <a:cs typeface="Times New Roman" pitchFamily="18" charset="0"/>
                        </a:rPr>
                        <a:t>thể</a:t>
                      </a:r>
                      <a:r>
                        <a:rPr kumimoji="1" lang="es-ES" sz="1400" b="0" i="0" u="none" strike="noStrike" cap="none" normalizeH="0" baseline="0" dirty="0">
                          <a:ln>
                            <a:noFill/>
                          </a:ln>
                          <a:solidFill>
                            <a:schemeClr val="tx1"/>
                          </a:solidFill>
                          <a:effectLst/>
                          <a:latin typeface="Arial" charset="0"/>
                          <a:ea typeface="MS Mincho" pitchFamily="49" charset="-128"/>
                          <a:cs typeface="Times New Roman" pitchFamily="18" charset="0"/>
                        </a:rPr>
                        <a:t> </a:t>
                      </a:r>
                      <a:r>
                        <a:rPr kumimoji="1" lang="es-ES" sz="1400" b="0" i="0" u="none" strike="noStrike" cap="none" normalizeH="0" baseline="0" dirty="0" err="1">
                          <a:ln>
                            <a:noFill/>
                          </a:ln>
                          <a:solidFill>
                            <a:schemeClr val="tx1"/>
                          </a:solidFill>
                          <a:effectLst/>
                          <a:latin typeface="Arial" charset="0"/>
                          <a:ea typeface="MS Mincho" pitchFamily="49" charset="-128"/>
                          <a:cs typeface="Times New Roman" pitchFamily="18" charset="0"/>
                        </a:rPr>
                        <a:t>đạt</a:t>
                      </a:r>
                      <a:r>
                        <a:rPr kumimoji="1" lang="es-ES" sz="1400" b="0" i="0" u="none" strike="noStrike" cap="none" normalizeH="0" baseline="0" dirty="0">
                          <a:ln>
                            <a:noFill/>
                          </a:ln>
                          <a:solidFill>
                            <a:schemeClr val="tx1"/>
                          </a:solidFill>
                          <a:effectLst/>
                          <a:latin typeface="Arial" charset="0"/>
                          <a:ea typeface="MS Mincho" pitchFamily="49" charset="-128"/>
                          <a:cs typeface="Times New Roman" pitchFamily="18" charset="0"/>
                        </a:rPr>
                        <a:t> </a:t>
                      </a:r>
                      <a:r>
                        <a:rPr kumimoji="1" lang="es-ES" sz="1400" b="0" i="0" u="none" strike="noStrike" cap="none" normalizeH="0" baseline="0" dirty="0" err="1">
                          <a:ln>
                            <a:noFill/>
                          </a:ln>
                          <a:solidFill>
                            <a:schemeClr val="tx1"/>
                          </a:solidFill>
                          <a:effectLst/>
                          <a:latin typeface="Arial" charset="0"/>
                          <a:ea typeface="MS Mincho" pitchFamily="49" charset="-128"/>
                          <a:cs typeface="Times New Roman" pitchFamily="18" charset="0"/>
                        </a:rPr>
                        <a:t>hoặc</a:t>
                      </a:r>
                      <a:r>
                        <a:rPr kumimoji="1" lang="es-ES" sz="1400" b="0" i="0" u="none" strike="noStrike" cap="none" normalizeH="0" baseline="0" dirty="0">
                          <a:ln>
                            <a:noFill/>
                          </a:ln>
                          <a:solidFill>
                            <a:schemeClr val="tx1"/>
                          </a:solidFill>
                          <a:effectLst/>
                          <a:latin typeface="Arial" charset="0"/>
                          <a:ea typeface="MS Mincho" pitchFamily="49" charset="-128"/>
                          <a:cs typeface="Times New Roman" pitchFamily="18" charset="0"/>
                        </a:rPr>
                        <a:t> </a:t>
                      </a:r>
                      <a:r>
                        <a:rPr kumimoji="1" lang="es-ES" sz="1400" b="0" i="0" u="none" strike="noStrike" cap="none" normalizeH="0" baseline="0" dirty="0" err="1">
                          <a:ln>
                            <a:noFill/>
                          </a:ln>
                          <a:solidFill>
                            <a:schemeClr val="tx1"/>
                          </a:solidFill>
                          <a:effectLst/>
                          <a:latin typeface="Arial" charset="0"/>
                          <a:ea typeface="MS Mincho" pitchFamily="49" charset="-128"/>
                          <a:cs typeface="Times New Roman" pitchFamily="18" charset="0"/>
                        </a:rPr>
                        <a:t>không</a:t>
                      </a:r>
                      <a:r>
                        <a:rPr kumimoji="1" lang="es-ES" sz="1400" b="0" i="0" u="none" strike="noStrike" cap="none" normalizeH="0" baseline="0" dirty="0">
                          <a:ln>
                            <a:noFill/>
                          </a:ln>
                          <a:solidFill>
                            <a:schemeClr val="tx1"/>
                          </a:solidFill>
                          <a:effectLst/>
                          <a:latin typeface="Arial" charset="0"/>
                          <a:ea typeface="MS Mincho" pitchFamily="49" charset="-128"/>
                          <a:cs typeface="Times New Roman" pitchFamily="18" charset="0"/>
                        </a:rPr>
                        <a:t> </a:t>
                      </a:r>
                      <a:r>
                        <a:rPr kumimoji="1" lang="es-ES" sz="1400" b="0" i="0" u="none" strike="noStrike" cap="none" normalizeH="0" baseline="0" dirty="0" err="1">
                          <a:ln>
                            <a:noFill/>
                          </a:ln>
                          <a:solidFill>
                            <a:schemeClr val="tx1"/>
                          </a:solidFill>
                          <a:effectLst/>
                          <a:latin typeface="Arial" charset="0"/>
                          <a:ea typeface="MS Mincho" pitchFamily="49" charset="-128"/>
                          <a:cs typeface="Times New Roman" pitchFamily="18" charset="0"/>
                        </a:rPr>
                        <a:t>đạt</a:t>
                      </a:r>
                      <a:r>
                        <a:rPr kumimoji="1" lang="es-ES" sz="1400" b="0" i="0" u="none" strike="noStrike" cap="none" normalizeH="0" baseline="0" dirty="0">
                          <a:ln>
                            <a:noFill/>
                          </a:ln>
                          <a:solidFill>
                            <a:schemeClr val="tx1"/>
                          </a:solidFill>
                          <a:effectLst/>
                          <a:latin typeface="Arial" charset="0"/>
                          <a:ea typeface="MS Mincho" pitchFamily="49" charset="-128"/>
                          <a:cs typeface="Times New Roman" pitchFamily="18" charset="0"/>
                        </a:rPr>
                        <a:t> </a:t>
                      </a:r>
                      <a:r>
                        <a:rPr kumimoji="1" lang="es-ES" sz="1400" b="0" i="0" u="none" strike="noStrike" cap="none" normalizeH="0" baseline="0" dirty="0" err="1">
                          <a:ln>
                            <a:noFill/>
                          </a:ln>
                          <a:solidFill>
                            <a:schemeClr val="tx1"/>
                          </a:solidFill>
                          <a:effectLst/>
                          <a:latin typeface="Arial" charset="0"/>
                          <a:ea typeface="MS Mincho" pitchFamily="49" charset="-128"/>
                          <a:cs typeface="Times New Roman" pitchFamily="18" charset="0"/>
                        </a:rPr>
                        <a:t>yêu</a:t>
                      </a:r>
                      <a:r>
                        <a:rPr kumimoji="1" lang="es-ES" sz="1400" b="0" i="0" u="none" strike="noStrike" cap="none" normalizeH="0" baseline="0" dirty="0">
                          <a:ln>
                            <a:noFill/>
                          </a:ln>
                          <a:solidFill>
                            <a:schemeClr val="tx1"/>
                          </a:solidFill>
                          <a:effectLst/>
                          <a:latin typeface="Arial" charset="0"/>
                          <a:ea typeface="MS Mincho" pitchFamily="49" charset="-128"/>
                          <a:cs typeface="Times New Roman" pitchFamily="18" charset="0"/>
                        </a:rPr>
                        <a:t> </a:t>
                      </a:r>
                      <a:r>
                        <a:rPr kumimoji="1" lang="es-ES" sz="1400" b="0" i="0" u="none" strike="noStrike" cap="none" normalizeH="0" baseline="0" dirty="0" err="1">
                          <a:ln>
                            <a:noFill/>
                          </a:ln>
                          <a:solidFill>
                            <a:schemeClr val="tx1"/>
                          </a:solidFill>
                          <a:effectLst/>
                          <a:latin typeface="Arial" charset="0"/>
                          <a:ea typeface="MS Mincho" pitchFamily="49" charset="-128"/>
                          <a:cs typeface="Times New Roman" pitchFamily="18" charset="0"/>
                        </a:rPr>
                        <a:t>cầu</a:t>
                      </a:r>
                      <a:r>
                        <a:rPr kumimoji="1" lang="es-ES" sz="1400" b="0" i="0" u="none" strike="noStrike" cap="none" normalizeH="0" baseline="0" dirty="0">
                          <a:ln>
                            <a:noFill/>
                          </a:ln>
                          <a:solidFill>
                            <a:schemeClr val="tx1"/>
                          </a:solidFill>
                          <a:effectLst/>
                          <a:latin typeface="Arial" charset="0"/>
                          <a:ea typeface="MS Mincho" pitchFamily="49" charset="-128"/>
                          <a:cs typeface="Times New Roman" pitchFamily="18" charset="0"/>
                        </a:rPr>
                        <a:t> (</a:t>
                      </a:r>
                      <a:r>
                        <a:rPr kumimoji="1" lang="es-ES" sz="1400" b="0" i="0" u="none" strike="noStrike" cap="none" normalizeH="0" baseline="0" dirty="0" err="1">
                          <a:ln>
                            <a:noFill/>
                          </a:ln>
                          <a:solidFill>
                            <a:schemeClr val="tx1"/>
                          </a:solidFill>
                          <a:effectLst/>
                          <a:latin typeface="Arial" charset="0"/>
                          <a:ea typeface="MS Mincho" pitchFamily="49" charset="-128"/>
                          <a:cs typeface="Times New Roman" pitchFamily="18" charset="0"/>
                        </a:rPr>
                        <a:t>tức</a:t>
                      </a:r>
                      <a:r>
                        <a:rPr kumimoji="1" lang="es-ES" sz="1400" b="0" i="0" u="none" strike="noStrike" cap="none" normalizeH="0" baseline="0" dirty="0">
                          <a:ln>
                            <a:noFill/>
                          </a:ln>
                          <a:solidFill>
                            <a:schemeClr val="tx1"/>
                          </a:solidFill>
                          <a:effectLst/>
                          <a:latin typeface="Arial" charset="0"/>
                          <a:ea typeface="MS Mincho" pitchFamily="49" charset="-128"/>
                          <a:cs typeface="Times New Roman" pitchFamily="18" charset="0"/>
                        </a:rPr>
                        <a:t> </a:t>
                      </a:r>
                      <a:r>
                        <a:rPr kumimoji="1" lang="es-ES" sz="1400" b="0" i="0" u="none" strike="noStrike" cap="none" normalizeH="0" baseline="0" dirty="0" err="1">
                          <a:ln>
                            <a:noFill/>
                          </a:ln>
                          <a:solidFill>
                            <a:schemeClr val="tx1"/>
                          </a:solidFill>
                          <a:effectLst/>
                          <a:latin typeface="Arial" charset="0"/>
                          <a:ea typeface="MS Mincho" pitchFamily="49" charset="-128"/>
                          <a:cs typeface="Times New Roman" pitchFamily="18" charset="0"/>
                        </a:rPr>
                        <a:t>là</a:t>
                      </a:r>
                      <a:r>
                        <a:rPr kumimoji="1" lang="es-ES" sz="1400" b="0" i="0" u="none" strike="noStrike" cap="none" normalizeH="0" baseline="0" dirty="0">
                          <a:ln>
                            <a:noFill/>
                          </a:ln>
                          <a:solidFill>
                            <a:schemeClr val="tx1"/>
                          </a:solidFill>
                          <a:effectLst/>
                          <a:latin typeface="Arial" charset="0"/>
                          <a:ea typeface="MS Mincho" pitchFamily="49" charset="-128"/>
                          <a:cs typeface="Times New Roman" pitchFamily="18" charset="0"/>
                        </a:rPr>
                        <a:t> </a:t>
                      </a:r>
                      <a:r>
                        <a:rPr kumimoji="1" lang="es-ES" sz="1400" b="0" i="0" u="none" strike="noStrike" cap="none" normalizeH="0" baseline="0" dirty="0" err="1">
                          <a:ln>
                            <a:noFill/>
                          </a:ln>
                          <a:solidFill>
                            <a:schemeClr val="tx1"/>
                          </a:solidFill>
                          <a:effectLst/>
                          <a:latin typeface="Arial" charset="0"/>
                          <a:ea typeface="MS Mincho" pitchFamily="49" charset="-128"/>
                          <a:cs typeface="Times New Roman" pitchFamily="18" charset="0"/>
                        </a:rPr>
                        <a:t>không</a:t>
                      </a:r>
                      <a:r>
                        <a:rPr kumimoji="1" lang="es-ES" sz="1400" b="0" i="0" u="none" strike="noStrike" cap="none" normalizeH="0" baseline="0" dirty="0">
                          <a:ln>
                            <a:noFill/>
                          </a:ln>
                          <a:solidFill>
                            <a:schemeClr val="tx1"/>
                          </a:solidFill>
                          <a:effectLst/>
                          <a:latin typeface="Arial" charset="0"/>
                          <a:ea typeface="MS Mincho" pitchFamily="49" charset="-128"/>
                          <a:cs typeface="Times New Roman" pitchFamily="18" charset="0"/>
                        </a:rPr>
                        <a:t> </a:t>
                      </a:r>
                      <a:r>
                        <a:rPr kumimoji="1" lang="es-ES" sz="1400" b="0" i="0" u="none" strike="noStrike" cap="none" normalizeH="0" baseline="0" dirty="0" err="1">
                          <a:ln>
                            <a:noFill/>
                          </a:ln>
                          <a:solidFill>
                            <a:schemeClr val="tx1"/>
                          </a:solidFill>
                          <a:effectLst/>
                          <a:latin typeface="Arial" charset="0"/>
                          <a:ea typeface="MS Mincho" pitchFamily="49" charset="-128"/>
                          <a:cs typeface="Times New Roman" pitchFamily="18" charset="0"/>
                        </a:rPr>
                        <a:t>phụ</a:t>
                      </a:r>
                      <a:r>
                        <a:rPr kumimoji="1" lang="es-ES" sz="1400" b="0" i="0" u="none" strike="noStrike" cap="none" normalizeH="0" baseline="0" dirty="0">
                          <a:ln>
                            <a:noFill/>
                          </a:ln>
                          <a:solidFill>
                            <a:schemeClr val="tx1"/>
                          </a:solidFill>
                          <a:effectLst/>
                          <a:latin typeface="Arial" charset="0"/>
                          <a:ea typeface="MS Mincho" pitchFamily="49" charset="-128"/>
                          <a:cs typeface="Times New Roman" pitchFamily="18" charset="0"/>
                        </a:rPr>
                        <a:t> </a:t>
                      </a:r>
                      <a:r>
                        <a:rPr kumimoji="1" lang="es-ES" sz="1400" b="0" i="0" u="none" strike="noStrike" cap="none" normalizeH="0" baseline="0" dirty="0" err="1">
                          <a:ln>
                            <a:noFill/>
                          </a:ln>
                          <a:solidFill>
                            <a:schemeClr val="tx1"/>
                          </a:solidFill>
                          <a:effectLst/>
                          <a:latin typeface="Arial" charset="0"/>
                          <a:ea typeface="MS Mincho" pitchFamily="49" charset="-128"/>
                          <a:cs typeface="Times New Roman" pitchFamily="18" charset="0"/>
                        </a:rPr>
                        <a:t>thuộc</a:t>
                      </a:r>
                      <a:r>
                        <a:rPr kumimoji="1" lang="es-ES" sz="1400" b="0" i="0" u="none" strike="noStrike" cap="none" normalizeH="0" baseline="0" dirty="0">
                          <a:ln>
                            <a:noFill/>
                          </a:ln>
                          <a:solidFill>
                            <a:schemeClr val="tx1"/>
                          </a:solidFill>
                          <a:effectLst/>
                          <a:latin typeface="Arial" charset="0"/>
                          <a:ea typeface="MS Mincho" pitchFamily="49" charset="-128"/>
                          <a:cs typeface="Times New Roman" pitchFamily="18" charset="0"/>
                        </a:rPr>
                        <a:t> </a:t>
                      </a:r>
                      <a:r>
                        <a:rPr kumimoji="1" lang="es-ES" sz="1400" b="0" i="0" u="none" strike="noStrike" cap="none" normalizeH="0" baseline="0" dirty="0" err="1">
                          <a:ln>
                            <a:noFill/>
                          </a:ln>
                          <a:solidFill>
                            <a:schemeClr val="tx1"/>
                          </a:solidFill>
                          <a:effectLst/>
                          <a:latin typeface="Arial" charset="0"/>
                          <a:ea typeface="MS Mincho" pitchFamily="49" charset="-128"/>
                          <a:cs typeface="Times New Roman" pitchFamily="18" charset="0"/>
                        </a:rPr>
                        <a:t>độ</a:t>
                      </a:r>
                      <a:r>
                        <a:rPr kumimoji="1" lang="es-ES" sz="1400" b="0" i="0" u="none" strike="noStrike" cap="none" normalizeH="0" baseline="0" dirty="0">
                          <a:ln>
                            <a:noFill/>
                          </a:ln>
                          <a:solidFill>
                            <a:schemeClr val="tx1"/>
                          </a:solidFill>
                          <a:effectLst/>
                          <a:latin typeface="Arial" charset="0"/>
                          <a:ea typeface="MS Mincho" pitchFamily="49" charset="-128"/>
                          <a:cs typeface="Times New Roman" pitchFamily="18" charset="0"/>
                        </a:rPr>
                        <a:t> </a:t>
                      </a:r>
                      <a:r>
                        <a:rPr kumimoji="1" lang="es-ES" sz="1400" b="0" i="0" u="none" strike="noStrike" cap="none" normalizeH="0" baseline="0" dirty="0" err="1">
                          <a:ln>
                            <a:noFill/>
                          </a:ln>
                          <a:solidFill>
                            <a:schemeClr val="tx1"/>
                          </a:solidFill>
                          <a:effectLst/>
                          <a:latin typeface="Arial" charset="0"/>
                          <a:ea typeface="MS Mincho" pitchFamily="49" charset="-128"/>
                          <a:cs typeface="Times New Roman" pitchFamily="18" charset="0"/>
                        </a:rPr>
                        <a:t>bằng</a:t>
                      </a:r>
                      <a:r>
                        <a:rPr kumimoji="1" lang="es-ES" sz="1400" b="0" i="0" u="none" strike="noStrike" cap="none" normalizeH="0" baseline="0" dirty="0">
                          <a:ln>
                            <a:noFill/>
                          </a:ln>
                          <a:solidFill>
                            <a:schemeClr val="tx1"/>
                          </a:solidFill>
                          <a:effectLst/>
                          <a:latin typeface="Arial" charset="0"/>
                          <a:ea typeface="MS Mincho" pitchFamily="49" charset="-128"/>
                          <a:cs typeface="Times New Roman" pitchFamily="18" charset="0"/>
                        </a:rPr>
                        <a:t> </a:t>
                      </a:r>
                      <a:r>
                        <a:rPr kumimoji="1" lang="es-ES" sz="1400" b="0" i="0" u="none" strike="noStrike" cap="none" normalizeH="0" baseline="0" dirty="0" err="1">
                          <a:ln>
                            <a:noFill/>
                          </a:ln>
                          <a:solidFill>
                            <a:schemeClr val="tx1"/>
                          </a:solidFill>
                          <a:effectLst/>
                          <a:latin typeface="Arial" charset="0"/>
                          <a:ea typeface="MS Mincho" pitchFamily="49" charset="-128"/>
                          <a:cs typeface="Times New Roman" pitchFamily="18" charset="0"/>
                        </a:rPr>
                        <a:t>phẳng</a:t>
                      </a:r>
                      <a:r>
                        <a:rPr kumimoji="1" lang="es-ES" sz="1400" b="0" i="0" u="none" strike="noStrike" cap="none" normalizeH="0" baseline="0" dirty="0">
                          <a:ln>
                            <a:noFill/>
                          </a:ln>
                          <a:solidFill>
                            <a:schemeClr val="tx1"/>
                          </a:solidFill>
                          <a:effectLst/>
                          <a:latin typeface="Arial" charset="0"/>
                          <a:ea typeface="MS Mincho" pitchFamily="49" charset="-128"/>
                          <a:cs typeface="Times New Roman" pitchFamily="18" charset="0"/>
                        </a:rPr>
                        <a:t>)</a:t>
                      </a: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3"/>
                  </a:ext>
                </a:extLst>
              </a:tr>
              <a:tr h="3190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s-ES" sz="1400" b="0" i="0" u="none" strike="noStrike" cap="none" normalizeH="0" baseline="0">
                          <a:ln>
                            <a:noFill/>
                          </a:ln>
                          <a:solidFill>
                            <a:schemeClr val="tx1"/>
                          </a:solidFill>
                          <a:effectLst/>
                          <a:latin typeface="Arial" charset="0"/>
                          <a:ea typeface="MS Mincho" pitchFamily="49" charset="-128"/>
                          <a:cs typeface="Times New Roman" pitchFamily="18" charset="0"/>
                        </a:rPr>
                        <a:t>3. Độ nhám của mặt đường</a:t>
                      </a: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s-ES" sz="1400" b="0" i="0" u="none" strike="noStrike" cap="none" normalizeH="0" baseline="0">
                          <a:ln>
                            <a:noFill/>
                          </a:ln>
                          <a:solidFill>
                            <a:schemeClr val="tx1"/>
                          </a:solidFill>
                          <a:effectLst/>
                          <a:latin typeface="Arial" charset="0"/>
                          <a:ea typeface="MS Mincho" pitchFamily="49" charset="-128"/>
                          <a:cs typeface="Times New Roman" pitchFamily="18" charset="0"/>
                        </a:rPr>
                        <a:t>Đạt hoặc vượt yêu cầu</a:t>
                      </a: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s-ES" sz="1400" b="0" i="0" u="none" strike="noStrike" cap="none" normalizeH="0" baseline="0">
                          <a:ln>
                            <a:noFill/>
                          </a:ln>
                          <a:solidFill>
                            <a:schemeClr val="tx1"/>
                          </a:solidFill>
                          <a:effectLst/>
                          <a:latin typeface="Arial" charset="0"/>
                          <a:ea typeface="MS Mincho" pitchFamily="49" charset="-128"/>
                          <a:cs typeface="Times New Roman" pitchFamily="18" charset="0"/>
                        </a:rPr>
                        <a:t>Không đạt yêu cầu</a:t>
                      </a: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s-ES" sz="1400" b="0" i="0" u="none" strike="noStrike" cap="none" normalizeH="0" baseline="0">
                          <a:ln>
                            <a:noFill/>
                          </a:ln>
                          <a:solidFill>
                            <a:schemeClr val="tx1"/>
                          </a:solidFill>
                          <a:effectLst/>
                          <a:latin typeface="Arial" charset="0"/>
                          <a:ea typeface="MS Mincho" pitchFamily="49" charset="-128"/>
                          <a:cs typeface="Times New Roman" pitchFamily="18" charset="0"/>
                        </a:rPr>
                        <a:t>Có thể đạt hoặc không đạt yêu cầu</a:t>
                      </a: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4"/>
                  </a:ext>
                </a:extLst>
              </a:tr>
              <a:tr h="5286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s-ES" sz="1400" b="0" i="0" u="none" strike="noStrike" cap="none" normalizeH="0" baseline="0">
                          <a:ln>
                            <a:noFill/>
                          </a:ln>
                          <a:solidFill>
                            <a:schemeClr val="tx1"/>
                          </a:solidFill>
                          <a:effectLst/>
                          <a:latin typeface="Arial" charset="0"/>
                          <a:ea typeface="MS Mincho" pitchFamily="49" charset="-128"/>
                          <a:cs typeface="Times New Roman" pitchFamily="18" charset="0"/>
                        </a:rPr>
                        <a:t>4. Độ hao mòn của mặt đường</a:t>
                      </a: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s-ES" sz="1400" b="0" i="0" u="none" strike="noStrike" cap="none" normalizeH="0" baseline="0">
                          <a:ln>
                            <a:noFill/>
                          </a:ln>
                          <a:solidFill>
                            <a:schemeClr val="tx1"/>
                          </a:solidFill>
                          <a:effectLst/>
                          <a:latin typeface="Arial" charset="0"/>
                          <a:ea typeface="MS Mincho" pitchFamily="49" charset="-128"/>
                          <a:cs typeface="Times New Roman" pitchFamily="18" charset="0"/>
                        </a:rPr>
                        <a:t>Mòn bằng hoặc ít dưới mức cho phép</a:t>
                      </a: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s-ES" sz="1400" b="0" i="0" u="none" strike="noStrike" cap="none" normalizeH="0" baseline="0">
                          <a:ln>
                            <a:noFill/>
                          </a:ln>
                          <a:solidFill>
                            <a:schemeClr val="tx1"/>
                          </a:solidFill>
                          <a:effectLst/>
                          <a:latin typeface="Arial" charset="0"/>
                          <a:ea typeface="MS Mincho" pitchFamily="49" charset="-128"/>
                          <a:cs typeface="Times New Roman" pitchFamily="18" charset="0"/>
                        </a:rPr>
                        <a:t>Mòn quá mức cho phép</a:t>
                      </a: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s-ES" sz="1400" b="0" i="0" u="none" strike="noStrike" cap="none" normalizeH="0" baseline="0">
                          <a:ln>
                            <a:noFill/>
                          </a:ln>
                          <a:solidFill>
                            <a:schemeClr val="tx1"/>
                          </a:solidFill>
                          <a:effectLst/>
                          <a:latin typeface="Arial" charset="0"/>
                          <a:ea typeface="MS Mincho" pitchFamily="49" charset="-128"/>
                          <a:cs typeface="Times New Roman" pitchFamily="18" charset="0"/>
                        </a:rPr>
                        <a:t>Không phụ thuộc độ hao mòn</a:t>
                      </a: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5"/>
                  </a:ext>
                </a:extLst>
              </a:tr>
              <a:tr h="5302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s-ES" sz="1400" b="0" i="0" u="none" strike="noStrike" cap="none" normalizeH="0" baseline="0">
                          <a:ln>
                            <a:noFill/>
                          </a:ln>
                          <a:solidFill>
                            <a:schemeClr val="tx1"/>
                          </a:solidFill>
                          <a:effectLst/>
                          <a:latin typeface="Arial" charset="0"/>
                          <a:ea typeface="MS Mincho" pitchFamily="49" charset="-128"/>
                          <a:cs typeface="Times New Roman" pitchFamily="18" charset="0"/>
                        </a:rPr>
                        <a:t>5, Năng lực thông hành thực tế</a:t>
                      </a: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s-ES" sz="1400" b="0" i="0" u="none" strike="noStrike" cap="none" normalizeH="0" baseline="0">
                          <a:ln>
                            <a:noFill/>
                          </a:ln>
                          <a:solidFill>
                            <a:schemeClr val="tx1"/>
                          </a:solidFill>
                          <a:effectLst/>
                          <a:latin typeface="Arial" charset="0"/>
                          <a:ea typeface="MS Mincho" pitchFamily="49" charset="-128"/>
                          <a:cs typeface="Times New Roman" pitchFamily="18" charset="0"/>
                        </a:rPr>
                        <a:t>Vượt so với lưu lượng xe chạy đếm được tại thời điểm đánh giá ở mức quy định*</a:t>
                      </a: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s-ES" sz="1400" b="0" i="0" u="none" strike="noStrike" cap="none" normalizeH="0" baseline="0">
                          <a:ln>
                            <a:noFill/>
                          </a:ln>
                          <a:solidFill>
                            <a:schemeClr val="tx1"/>
                          </a:solidFill>
                          <a:effectLst/>
                          <a:latin typeface="Arial" charset="0"/>
                          <a:ea typeface="MS Mincho" pitchFamily="49" charset="-128"/>
                          <a:cs typeface="Times New Roman" pitchFamily="18" charset="0"/>
                        </a:rPr>
                        <a:t>Thấp hơn so với mức quy định</a:t>
                      </a: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302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s-ES" sz="1400" b="0" i="0" u="none" strike="noStrike" cap="none" normalizeH="0" baseline="0">
                          <a:ln>
                            <a:noFill/>
                          </a:ln>
                          <a:solidFill>
                            <a:schemeClr val="tx1"/>
                          </a:solidFill>
                          <a:effectLst/>
                          <a:latin typeface="Arial" charset="0"/>
                          <a:cs typeface="Times New Roman" pitchFamily="18" charset="0"/>
                        </a:rPr>
                        <a:t>6. Khả năng tiềm ẩn gây tai nạn</a:t>
                      </a:r>
                      <a:endParaRPr kumimoji="1" lang="en-US" sz="1400" b="0" i="0" u="none" strike="noStrike" cap="none" normalizeH="0" baseline="0">
                        <a:ln>
                          <a:noFill/>
                        </a:ln>
                        <a:solidFill>
                          <a:schemeClr val="tx1"/>
                        </a:solidFill>
                        <a:effectLst/>
                        <a:latin typeface="Arial"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1" lang="pt-BR" sz="1400" b="0" i="0" u="none" strike="noStrike" cap="none" normalizeH="0" baseline="0">
                          <a:ln>
                            <a:noFill/>
                          </a:ln>
                          <a:solidFill>
                            <a:schemeClr val="tx1"/>
                          </a:solidFill>
                          <a:effectLst/>
                          <a:latin typeface="Arial" charset="0"/>
                          <a:cs typeface="Times New Roman" pitchFamily="18" charset="0"/>
                        </a:rPr>
                        <a:t>Hệ số tai nạn</a:t>
                      </a:r>
                      <a:endParaRPr kumimoji="1" lang="en-US" sz="1400" b="0" i="0" u="none" strike="noStrike" cap="none" normalizeH="0" baseline="0">
                        <a:ln>
                          <a:noFill/>
                        </a:ln>
                        <a:solidFill>
                          <a:schemeClr val="tx1"/>
                        </a:solidFill>
                        <a:effectLst/>
                        <a:latin typeface="Arial" charset="0"/>
                        <a:cs typeface="Times New Roman" pitchFamily="18"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115888" algn="ctr" defTabSz="914400" rtl="0" eaLnBrk="1" fontAlgn="base" latinLnBrk="0" hangingPunct="1">
                        <a:lnSpc>
                          <a:spcPct val="100000"/>
                        </a:lnSpc>
                        <a:spcBef>
                          <a:spcPct val="0"/>
                        </a:spcBef>
                        <a:spcAft>
                          <a:spcPct val="0"/>
                        </a:spcAft>
                        <a:buClrTx/>
                        <a:buSzTx/>
                        <a:buFontTx/>
                        <a:buNone/>
                        <a:tabLst/>
                      </a:pPr>
                      <a:r>
                        <a:rPr kumimoji="1" lang="en-US" sz="1400" b="0" i="0" u="none" strike="noStrike" cap="none" normalizeH="0" baseline="0">
                          <a:ln>
                            <a:noFill/>
                          </a:ln>
                          <a:solidFill>
                            <a:schemeClr val="tx1"/>
                          </a:solidFill>
                          <a:effectLst/>
                          <a:latin typeface="Arial" charset="0"/>
                          <a:cs typeface="Times New Roman" pitchFamily="18" charset="0"/>
                        </a:rPr>
                        <a:t>Rất ít</a:t>
                      </a:r>
                    </a:p>
                    <a:p>
                      <a:pPr marL="0" marR="0" lvl="0" indent="115888" algn="ctr" defTabSz="914400" rtl="0" eaLnBrk="0" fontAlgn="base" latinLnBrk="0" hangingPunct="0">
                        <a:lnSpc>
                          <a:spcPct val="100000"/>
                        </a:lnSpc>
                        <a:spcBef>
                          <a:spcPct val="0"/>
                        </a:spcBef>
                        <a:spcAft>
                          <a:spcPct val="0"/>
                        </a:spcAft>
                        <a:buClrTx/>
                        <a:buSzTx/>
                        <a:buFontTx/>
                        <a:buNone/>
                        <a:tabLst/>
                      </a:pPr>
                      <a:r>
                        <a:rPr kumimoji="1" lang="en-US" sz="1400" b="0" i="0" u="none" strike="noStrike" cap="none" normalizeH="0" baseline="0">
                          <a:ln>
                            <a:noFill/>
                          </a:ln>
                          <a:solidFill>
                            <a:schemeClr val="tx1"/>
                          </a:solidFill>
                          <a:effectLst/>
                          <a:latin typeface="Arial" charset="0"/>
                          <a:cs typeface="Times New Roman" pitchFamily="18" charset="0"/>
                        </a:rPr>
                        <a:t>10 - 20</a:t>
                      </a:r>
                      <a:endParaRPr kumimoji="1" lang="en-US" sz="14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174625" algn="ctr" defTabSz="914400" rtl="0" eaLnBrk="1" fontAlgn="base" latinLnBrk="0" hangingPunct="1">
                        <a:lnSpc>
                          <a:spcPct val="100000"/>
                        </a:lnSpc>
                        <a:spcBef>
                          <a:spcPct val="0"/>
                        </a:spcBef>
                        <a:spcAft>
                          <a:spcPct val="0"/>
                        </a:spcAft>
                        <a:buClrTx/>
                        <a:buSzTx/>
                        <a:buFontTx/>
                        <a:buNone/>
                        <a:tabLst/>
                      </a:pPr>
                      <a:r>
                        <a:rPr kumimoji="1" lang="en-US" sz="1400" b="0" i="0" u="none" strike="noStrike" cap="none" normalizeH="0" baseline="0" dirty="0" err="1">
                          <a:ln>
                            <a:noFill/>
                          </a:ln>
                          <a:solidFill>
                            <a:schemeClr val="tx1"/>
                          </a:solidFill>
                          <a:effectLst/>
                          <a:latin typeface="Arial" charset="0"/>
                          <a:cs typeface="Times New Roman" pitchFamily="18" charset="0"/>
                        </a:rPr>
                        <a:t>Ít</a:t>
                      </a:r>
                      <a:endParaRPr kumimoji="1" lang="en-US" sz="1400" b="0" i="0" u="none" strike="noStrike" cap="none" normalizeH="0" baseline="0" dirty="0">
                        <a:ln>
                          <a:noFill/>
                        </a:ln>
                        <a:solidFill>
                          <a:schemeClr val="tx1"/>
                        </a:solidFill>
                        <a:effectLst/>
                        <a:latin typeface="Arial" charset="0"/>
                        <a:cs typeface="Times New Roman" pitchFamily="18" charset="0"/>
                      </a:endParaRPr>
                    </a:p>
                    <a:p>
                      <a:pPr marL="0" marR="0" lvl="0" indent="174625" algn="ctr" defTabSz="914400" rtl="0" eaLnBrk="0" fontAlgn="base" latinLnBrk="0" hangingPunct="0">
                        <a:lnSpc>
                          <a:spcPct val="100000"/>
                        </a:lnSpc>
                        <a:spcBef>
                          <a:spcPct val="0"/>
                        </a:spcBef>
                        <a:spcAft>
                          <a:spcPct val="0"/>
                        </a:spcAft>
                        <a:buClrTx/>
                        <a:buSzTx/>
                        <a:buFontTx/>
                        <a:buNone/>
                        <a:tabLst/>
                      </a:pPr>
                      <a:r>
                        <a:rPr kumimoji="1" lang="en-US" sz="1400" b="0" i="0" u="none" strike="noStrike" cap="none" normalizeH="0" baseline="0" dirty="0">
                          <a:ln>
                            <a:noFill/>
                          </a:ln>
                          <a:solidFill>
                            <a:schemeClr val="tx1"/>
                          </a:solidFill>
                          <a:effectLst/>
                          <a:latin typeface="Arial" charset="0"/>
                          <a:cs typeface="Times New Roman" pitchFamily="18" charset="0"/>
                        </a:rPr>
                        <a:t>21- 30</a:t>
                      </a:r>
                      <a:endParaRPr kumimoji="1" lang="en-US" sz="1400" b="0" i="0" u="none" strike="noStrike" cap="none" normalizeH="0" baseline="0" dirty="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115888" algn="ctr" defTabSz="914400" rtl="0" eaLnBrk="1" fontAlgn="base" latinLnBrk="0" hangingPunct="1">
                        <a:lnSpc>
                          <a:spcPct val="100000"/>
                        </a:lnSpc>
                        <a:spcBef>
                          <a:spcPct val="0"/>
                        </a:spcBef>
                        <a:spcAft>
                          <a:spcPct val="0"/>
                        </a:spcAft>
                        <a:buClrTx/>
                        <a:buSzTx/>
                        <a:buFontTx/>
                        <a:buNone/>
                        <a:tabLst/>
                      </a:pPr>
                      <a:r>
                        <a:rPr kumimoji="1" lang="en-US" sz="1400" b="0" i="0" u="none" strike="noStrike" cap="none" normalizeH="0" baseline="0">
                          <a:ln>
                            <a:noFill/>
                          </a:ln>
                          <a:solidFill>
                            <a:schemeClr val="tx1"/>
                          </a:solidFill>
                          <a:effectLst/>
                          <a:latin typeface="Arial" charset="0"/>
                          <a:cs typeface="Times New Roman" pitchFamily="18" charset="0"/>
                        </a:rPr>
                        <a:t>Đáng kể</a:t>
                      </a:r>
                    </a:p>
                    <a:p>
                      <a:pPr marL="0" marR="0" lvl="0" indent="115888" algn="ctr" defTabSz="914400" rtl="0" eaLnBrk="0" fontAlgn="base" latinLnBrk="0" hangingPunct="0">
                        <a:lnSpc>
                          <a:spcPct val="100000"/>
                        </a:lnSpc>
                        <a:spcBef>
                          <a:spcPct val="0"/>
                        </a:spcBef>
                        <a:spcAft>
                          <a:spcPct val="0"/>
                        </a:spcAft>
                        <a:buClrTx/>
                        <a:buSzTx/>
                        <a:buFontTx/>
                        <a:buNone/>
                        <a:tabLst/>
                      </a:pPr>
                      <a:r>
                        <a:rPr kumimoji="1" lang="en-US" sz="1400" b="0" i="0" u="none" strike="noStrike" cap="none" normalizeH="0" baseline="0">
                          <a:ln>
                            <a:noFill/>
                          </a:ln>
                          <a:solidFill>
                            <a:schemeClr val="tx1"/>
                          </a:solidFill>
                          <a:effectLst/>
                          <a:latin typeface="Arial" charset="0"/>
                          <a:cs typeface="Times New Roman" pitchFamily="18" charset="0"/>
                        </a:rPr>
                        <a:t>31- 40</a:t>
                      </a:r>
                      <a:endParaRPr kumimoji="1" lang="en-US" sz="14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115888" algn="ctr" defTabSz="914400" rtl="0" eaLnBrk="1" fontAlgn="base" latinLnBrk="0" hangingPunct="1">
                        <a:lnSpc>
                          <a:spcPct val="100000"/>
                        </a:lnSpc>
                        <a:spcBef>
                          <a:spcPct val="0"/>
                        </a:spcBef>
                        <a:spcAft>
                          <a:spcPct val="0"/>
                        </a:spcAft>
                        <a:buClrTx/>
                        <a:buSzTx/>
                        <a:buFontTx/>
                        <a:buNone/>
                        <a:tabLst/>
                      </a:pPr>
                      <a:r>
                        <a:rPr kumimoji="1" lang="en-US" sz="1400" b="0" i="0" u="none" strike="noStrike" cap="none" normalizeH="0" baseline="0" dirty="0" err="1">
                          <a:ln>
                            <a:noFill/>
                          </a:ln>
                          <a:solidFill>
                            <a:schemeClr val="tx1"/>
                          </a:solidFill>
                          <a:effectLst/>
                          <a:latin typeface="Arial" charset="0"/>
                          <a:cs typeface="Times New Roman" pitchFamily="18" charset="0"/>
                        </a:rPr>
                        <a:t>Nhiều</a:t>
                      </a:r>
                      <a:endParaRPr kumimoji="1" lang="en-US" sz="1400" b="0" i="0" u="none" strike="noStrike" cap="none" normalizeH="0" baseline="0" dirty="0">
                        <a:ln>
                          <a:noFill/>
                        </a:ln>
                        <a:solidFill>
                          <a:schemeClr val="tx1"/>
                        </a:solidFill>
                        <a:effectLst/>
                        <a:latin typeface="Arial" charset="0"/>
                        <a:cs typeface="Times New Roman" pitchFamily="18" charset="0"/>
                      </a:endParaRPr>
                    </a:p>
                    <a:p>
                      <a:pPr marL="0" marR="0" lvl="0" indent="115888" algn="ctr" defTabSz="914400" rtl="0" eaLnBrk="0" fontAlgn="base" latinLnBrk="0" hangingPunct="0">
                        <a:lnSpc>
                          <a:spcPct val="100000"/>
                        </a:lnSpc>
                        <a:spcBef>
                          <a:spcPct val="0"/>
                        </a:spcBef>
                        <a:spcAft>
                          <a:spcPct val="0"/>
                        </a:spcAft>
                        <a:buClrTx/>
                        <a:buSzTx/>
                        <a:buFontTx/>
                        <a:buNone/>
                        <a:tabLst/>
                      </a:pPr>
                      <a:r>
                        <a:rPr kumimoji="1" lang="en-US" sz="1400" b="0" i="0" u="none" strike="noStrike" cap="none" normalizeH="0" baseline="0" dirty="0">
                          <a:ln>
                            <a:noFill/>
                          </a:ln>
                          <a:solidFill>
                            <a:schemeClr val="tx1"/>
                          </a:solidFill>
                          <a:effectLst/>
                          <a:latin typeface="Arial" charset="0"/>
                          <a:cs typeface="Times New Roman" pitchFamily="18" charset="0"/>
                        </a:rPr>
                        <a:t>&gt; 40</a:t>
                      </a:r>
                      <a:endParaRPr kumimoji="1" lang="en-US" sz="1400" b="0" i="0" u="none" strike="noStrike" cap="none" normalizeH="0" baseline="0" dirty="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5" name="Rectangle 4"/>
          <p:cNvSpPr/>
          <p:nvPr/>
        </p:nvSpPr>
        <p:spPr>
          <a:xfrm>
            <a:off x="228600" y="1200090"/>
            <a:ext cx="8153400" cy="400110"/>
          </a:xfrm>
          <a:prstGeom prst="rect">
            <a:avLst/>
          </a:prstGeom>
        </p:spPr>
        <p:txBody>
          <a:bodyPr wrap="square">
            <a:spAutoFit/>
          </a:bodyPr>
          <a:lstStyle/>
          <a:p>
            <a:r>
              <a:rPr lang="en-US" sz="2000" b="1" dirty="0" err="1">
                <a:solidFill>
                  <a:schemeClr val="accent2"/>
                </a:solidFill>
              </a:rPr>
              <a:t>Các</a:t>
            </a:r>
            <a:r>
              <a:rPr lang="en-US" sz="2000" b="1" dirty="0">
                <a:solidFill>
                  <a:schemeClr val="accent2"/>
                </a:solidFill>
              </a:rPr>
              <a:t> </a:t>
            </a:r>
            <a:r>
              <a:rPr lang="en-US" sz="2000" b="1" dirty="0" err="1">
                <a:solidFill>
                  <a:schemeClr val="accent2"/>
                </a:solidFill>
              </a:rPr>
              <a:t>chỉ</a:t>
            </a:r>
            <a:r>
              <a:rPr lang="en-US" sz="2000" b="1" dirty="0">
                <a:solidFill>
                  <a:schemeClr val="accent2"/>
                </a:solidFill>
              </a:rPr>
              <a:t> </a:t>
            </a:r>
            <a:r>
              <a:rPr lang="en-US" sz="2000" b="1" dirty="0" err="1">
                <a:solidFill>
                  <a:schemeClr val="accent2"/>
                </a:solidFill>
              </a:rPr>
              <a:t>tiêu</a:t>
            </a:r>
            <a:r>
              <a:rPr lang="en-US" sz="2000" b="1" dirty="0">
                <a:solidFill>
                  <a:schemeClr val="accent2"/>
                </a:solidFill>
              </a:rPr>
              <a:t> </a:t>
            </a:r>
            <a:r>
              <a:rPr lang="en-US" sz="2000" b="1" dirty="0" err="1">
                <a:solidFill>
                  <a:schemeClr val="accent2"/>
                </a:solidFill>
              </a:rPr>
              <a:t>đánh</a:t>
            </a:r>
            <a:r>
              <a:rPr lang="en-US" sz="2000" b="1" dirty="0">
                <a:solidFill>
                  <a:schemeClr val="accent2"/>
                </a:solidFill>
              </a:rPr>
              <a:t> </a:t>
            </a:r>
            <a:r>
              <a:rPr lang="en-US" sz="2000" b="1" dirty="0" err="1">
                <a:solidFill>
                  <a:schemeClr val="accent2"/>
                </a:solidFill>
              </a:rPr>
              <a:t>giá</a:t>
            </a:r>
            <a:r>
              <a:rPr lang="en-US" sz="2000" b="1" dirty="0">
                <a:solidFill>
                  <a:schemeClr val="accent2"/>
                </a:solidFill>
              </a:rPr>
              <a:t> </a:t>
            </a:r>
            <a:r>
              <a:rPr lang="en-US" sz="2000" b="1" dirty="0" err="1">
                <a:solidFill>
                  <a:schemeClr val="accent2"/>
                </a:solidFill>
              </a:rPr>
              <a:t>tuyến</a:t>
            </a:r>
            <a:r>
              <a:rPr lang="en-US" sz="2000" b="1" dirty="0">
                <a:solidFill>
                  <a:schemeClr val="accent2"/>
                </a:solidFill>
              </a:rPr>
              <a:t> </a:t>
            </a:r>
            <a:r>
              <a:rPr lang="en-US" sz="2000" b="1" dirty="0" err="1">
                <a:solidFill>
                  <a:schemeClr val="accent2"/>
                </a:solidFill>
              </a:rPr>
              <a:t>đường</a:t>
            </a:r>
            <a:r>
              <a:rPr lang="en-US" sz="2000" b="1" dirty="0">
                <a:solidFill>
                  <a:schemeClr val="accent2"/>
                </a:solidFill>
              </a:rPr>
              <a:t> </a:t>
            </a:r>
            <a:r>
              <a:rPr lang="en-US" sz="2000" b="1" dirty="0" err="1">
                <a:solidFill>
                  <a:schemeClr val="accent2"/>
                </a:solidFill>
              </a:rPr>
              <a:t>đang</a:t>
            </a:r>
            <a:r>
              <a:rPr lang="en-US" sz="2000" b="1" dirty="0">
                <a:solidFill>
                  <a:schemeClr val="accent2"/>
                </a:solidFill>
              </a:rPr>
              <a:t> </a:t>
            </a:r>
            <a:r>
              <a:rPr lang="en-US" sz="2000" b="1" dirty="0" err="1">
                <a:solidFill>
                  <a:schemeClr val="accent2"/>
                </a:solidFill>
              </a:rPr>
              <a:t>khai</a:t>
            </a:r>
            <a:r>
              <a:rPr lang="en-US" sz="2000" b="1" dirty="0">
                <a:solidFill>
                  <a:schemeClr val="accent2"/>
                </a:solidFill>
              </a:rPr>
              <a:t> </a:t>
            </a:r>
            <a:r>
              <a:rPr lang="en-US" sz="2000" b="1" dirty="0" err="1">
                <a:solidFill>
                  <a:schemeClr val="accent2"/>
                </a:solidFill>
              </a:rPr>
              <a:t>thác</a:t>
            </a:r>
            <a:r>
              <a:rPr lang="en-US" sz="2000" b="1" dirty="0">
                <a:solidFill>
                  <a:schemeClr val="accent2"/>
                </a:solidFill>
              </a:rPr>
              <a:t> – CHLB </a:t>
            </a:r>
            <a:r>
              <a:rPr lang="en-US" sz="2000" b="1" dirty="0" err="1">
                <a:solidFill>
                  <a:schemeClr val="accent2"/>
                </a:solidFill>
              </a:rPr>
              <a:t>Nga</a:t>
            </a:r>
            <a:endParaRPr lang="en-US" sz="2000" dirty="0">
              <a:solidFill>
                <a:schemeClr val="accent2"/>
              </a:solidFill>
            </a:endParaRPr>
          </a:p>
        </p:txBody>
      </p:sp>
      <p:sp>
        <p:nvSpPr>
          <p:cNvPr id="6" name="Rectangle 5"/>
          <p:cNvSpPr/>
          <p:nvPr/>
        </p:nvSpPr>
        <p:spPr>
          <a:xfrm>
            <a:off x="228600" y="438666"/>
            <a:ext cx="7696200" cy="400110"/>
          </a:xfrm>
          <a:prstGeom prst="rect">
            <a:avLst/>
          </a:prstGeom>
        </p:spPr>
        <p:txBody>
          <a:bodyPr wrap="square">
            <a:spAutoFit/>
          </a:bodyPr>
          <a:lstStyle/>
          <a:p>
            <a:pPr>
              <a:spcBef>
                <a:spcPct val="50000"/>
              </a:spcBef>
            </a:pPr>
            <a:r>
              <a:rPr lang="en-US" sz="2000" b="1" dirty="0" err="1">
                <a:solidFill>
                  <a:srgbClr val="FF0000"/>
                </a:solidFill>
              </a:rPr>
              <a:t>Đặc</a:t>
            </a:r>
            <a:r>
              <a:rPr lang="en-US" sz="2000" b="1" dirty="0">
                <a:solidFill>
                  <a:srgbClr val="FF0000"/>
                </a:solidFill>
              </a:rPr>
              <a:t> </a:t>
            </a:r>
            <a:r>
              <a:rPr lang="en-US" sz="2000" b="1" dirty="0" err="1">
                <a:solidFill>
                  <a:srgbClr val="FF0000"/>
                </a:solidFill>
              </a:rPr>
              <a:t>trưng</a:t>
            </a:r>
            <a:r>
              <a:rPr lang="en-US" sz="2000" b="1" dirty="0">
                <a:solidFill>
                  <a:srgbClr val="FF0000"/>
                </a:solidFill>
              </a:rPr>
              <a:t> </a:t>
            </a:r>
            <a:r>
              <a:rPr lang="en-US" sz="2000" b="1" dirty="0" err="1">
                <a:solidFill>
                  <a:srgbClr val="FF0000"/>
                </a:solidFill>
              </a:rPr>
              <a:t>khai</a:t>
            </a:r>
            <a:r>
              <a:rPr lang="en-US" sz="2000" b="1" dirty="0">
                <a:solidFill>
                  <a:srgbClr val="FF0000"/>
                </a:solidFill>
              </a:rPr>
              <a:t> </a:t>
            </a:r>
            <a:r>
              <a:rPr lang="en-US" sz="2000" b="1" dirty="0" err="1">
                <a:solidFill>
                  <a:srgbClr val="FF0000"/>
                </a:solidFill>
              </a:rPr>
              <a:t>thác</a:t>
            </a:r>
            <a:r>
              <a:rPr lang="en-US" sz="2000" b="1" dirty="0">
                <a:solidFill>
                  <a:srgbClr val="FF0000"/>
                </a:solidFill>
              </a:rPr>
              <a:t> </a:t>
            </a:r>
            <a:r>
              <a:rPr lang="en-US" sz="2000" b="1" dirty="0" err="1">
                <a:solidFill>
                  <a:srgbClr val="FF0000"/>
                </a:solidFill>
              </a:rPr>
              <a:t>mặt</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 </a:t>
            </a:r>
            <a:r>
              <a:rPr lang="en-US" sz="2000" b="1" dirty="0" err="1">
                <a:solidFill>
                  <a:srgbClr val="FF0000"/>
                </a:solidFill>
              </a:rPr>
              <a:t>các</a:t>
            </a:r>
            <a:r>
              <a:rPr lang="en-US" sz="2000" b="1" dirty="0">
                <a:solidFill>
                  <a:srgbClr val="FF0000"/>
                </a:solidFill>
              </a:rPr>
              <a:t> </a:t>
            </a:r>
            <a:r>
              <a:rPr lang="en-US" sz="2000" b="1" dirty="0" err="1">
                <a:solidFill>
                  <a:srgbClr val="FF0000"/>
                </a:solidFill>
              </a:rPr>
              <a:t>chỉ</a:t>
            </a:r>
            <a:r>
              <a:rPr lang="en-US" sz="2000" b="1" dirty="0">
                <a:solidFill>
                  <a:srgbClr val="FF0000"/>
                </a:solidFill>
              </a:rPr>
              <a:t> </a:t>
            </a:r>
            <a:r>
              <a:rPr lang="en-US" sz="2000" b="1" dirty="0" err="1">
                <a:solidFill>
                  <a:srgbClr val="FF0000"/>
                </a:solidFill>
              </a:rPr>
              <a:t>tiêu</a:t>
            </a:r>
            <a:r>
              <a:rPr lang="en-US" sz="2000" b="1" dirty="0">
                <a:solidFill>
                  <a:srgbClr val="FF0000"/>
                </a:solidFill>
              </a:rPr>
              <a:t> </a:t>
            </a:r>
            <a:r>
              <a:rPr lang="en-US" sz="2000" b="1" dirty="0" err="1">
                <a:solidFill>
                  <a:srgbClr val="FF0000"/>
                </a:solidFill>
              </a:rPr>
              <a:t>tổng</a:t>
            </a:r>
            <a:r>
              <a:rPr lang="en-US" sz="2000" b="1" dirty="0">
                <a:solidFill>
                  <a:srgbClr val="FF0000"/>
                </a:solidFill>
              </a:rPr>
              <a:t> </a:t>
            </a:r>
            <a:r>
              <a:rPr lang="en-US" sz="2000" b="1" dirty="0" err="1">
                <a:solidFill>
                  <a:srgbClr val="FF0000"/>
                </a:solidFill>
              </a:rPr>
              <a:t>hợp</a:t>
            </a:r>
            <a:endParaRPr lang="en-US" sz="2000" b="1" dirty="0">
              <a:solidFill>
                <a:srgbClr val="FF0000"/>
              </a:solidFill>
            </a:endParaRPr>
          </a:p>
        </p:txBody>
      </p:sp>
    </p:spTree>
    <p:extLst>
      <p:ext uri="{BB962C8B-B14F-4D97-AF65-F5344CB8AC3E}">
        <p14:creationId xmlns:p14="http://schemas.microsoft.com/office/powerpoint/2010/main" val="602107828"/>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609600" y="1323422"/>
            <a:ext cx="8153400" cy="369332"/>
          </a:xfrm>
          <a:prstGeom prst="rect">
            <a:avLst/>
          </a:prstGeom>
        </p:spPr>
        <p:txBody>
          <a:bodyPr wrap="square">
            <a:spAutoFit/>
          </a:bodyPr>
          <a:lstStyle/>
          <a:p>
            <a:r>
              <a:rPr lang="en-US" b="1" dirty="0" err="1">
                <a:solidFill>
                  <a:schemeClr val="bg2">
                    <a:lumMod val="10000"/>
                  </a:schemeClr>
                </a:solidFill>
              </a:rPr>
              <a:t>Đánh</a:t>
            </a:r>
            <a:r>
              <a:rPr lang="en-US" b="1" dirty="0">
                <a:solidFill>
                  <a:schemeClr val="bg2">
                    <a:lumMod val="10000"/>
                  </a:schemeClr>
                </a:solidFill>
              </a:rPr>
              <a:t> </a:t>
            </a:r>
            <a:r>
              <a:rPr lang="en-US" b="1" dirty="0" err="1">
                <a:solidFill>
                  <a:schemeClr val="bg2">
                    <a:lumMod val="10000"/>
                  </a:schemeClr>
                </a:solidFill>
              </a:rPr>
              <a:t>giá</a:t>
            </a:r>
            <a:r>
              <a:rPr lang="en-US" b="1" dirty="0">
                <a:solidFill>
                  <a:schemeClr val="bg2">
                    <a:lumMod val="10000"/>
                  </a:schemeClr>
                </a:solidFill>
              </a:rPr>
              <a:t> </a:t>
            </a:r>
            <a:r>
              <a:rPr lang="en-US" b="1" dirty="0" err="1">
                <a:solidFill>
                  <a:schemeClr val="bg2">
                    <a:lumMod val="10000"/>
                  </a:schemeClr>
                </a:solidFill>
              </a:rPr>
              <a:t>khả</a:t>
            </a:r>
            <a:r>
              <a:rPr lang="en-US" b="1" dirty="0">
                <a:solidFill>
                  <a:schemeClr val="bg2">
                    <a:lumMod val="10000"/>
                  </a:schemeClr>
                </a:solidFill>
              </a:rPr>
              <a:t> </a:t>
            </a:r>
            <a:r>
              <a:rPr lang="en-US" b="1" dirty="0" err="1">
                <a:solidFill>
                  <a:schemeClr val="bg2">
                    <a:lumMod val="10000"/>
                  </a:schemeClr>
                </a:solidFill>
              </a:rPr>
              <a:t>năng</a:t>
            </a:r>
            <a:r>
              <a:rPr lang="en-US" b="1" dirty="0">
                <a:solidFill>
                  <a:schemeClr val="bg2">
                    <a:lumMod val="10000"/>
                  </a:schemeClr>
                </a:solidFill>
              </a:rPr>
              <a:t> </a:t>
            </a:r>
            <a:r>
              <a:rPr lang="en-US" b="1" dirty="0" err="1">
                <a:solidFill>
                  <a:schemeClr val="bg2">
                    <a:lumMod val="10000"/>
                  </a:schemeClr>
                </a:solidFill>
              </a:rPr>
              <a:t>thông</a:t>
            </a:r>
            <a:r>
              <a:rPr lang="en-US" b="1" dirty="0">
                <a:solidFill>
                  <a:schemeClr val="bg2">
                    <a:lumMod val="10000"/>
                  </a:schemeClr>
                </a:solidFill>
              </a:rPr>
              <a:t> qua </a:t>
            </a:r>
            <a:r>
              <a:rPr lang="en-US" b="1" dirty="0" err="1">
                <a:solidFill>
                  <a:schemeClr val="bg2">
                    <a:lumMod val="10000"/>
                  </a:schemeClr>
                </a:solidFill>
              </a:rPr>
              <a:t>của</a:t>
            </a:r>
            <a:r>
              <a:rPr lang="en-US" b="1" dirty="0">
                <a:solidFill>
                  <a:schemeClr val="bg2">
                    <a:lumMod val="10000"/>
                  </a:schemeClr>
                </a:solidFill>
              </a:rPr>
              <a:t> </a:t>
            </a:r>
            <a:r>
              <a:rPr lang="en-US" b="1" dirty="0" err="1">
                <a:solidFill>
                  <a:schemeClr val="bg2">
                    <a:lumMod val="10000"/>
                  </a:schemeClr>
                </a:solidFill>
              </a:rPr>
              <a:t>đường</a:t>
            </a:r>
            <a:r>
              <a:rPr lang="en-US" b="1" dirty="0">
                <a:solidFill>
                  <a:schemeClr val="bg2">
                    <a:lumMod val="10000"/>
                  </a:schemeClr>
                </a:solidFill>
              </a:rPr>
              <a:t> – </a:t>
            </a:r>
            <a:r>
              <a:rPr lang="en-US" b="1" dirty="0" err="1">
                <a:solidFill>
                  <a:schemeClr val="bg2">
                    <a:lumMod val="10000"/>
                  </a:schemeClr>
                </a:solidFill>
              </a:rPr>
              <a:t>Ví</a:t>
            </a:r>
            <a:r>
              <a:rPr lang="en-US" b="1" dirty="0">
                <a:solidFill>
                  <a:schemeClr val="bg2">
                    <a:lumMod val="10000"/>
                  </a:schemeClr>
                </a:solidFill>
              </a:rPr>
              <a:t> </a:t>
            </a:r>
            <a:r>
              <a:rPr lang="en-US" b="1" dirty="0" err="1">
                <a:solidFill>
                  <a:schemeClr val="bg2">
                    <a:lumMod val="10000"/>
                  </a:schemeClr>
                </a:solidFill>
              </a:rPr>
              <a:t>dụ</a:t>
            </a:r>
            <a:r>
              <a:rPr lang="en-US" b="1" dirty="0">
                <a:solidFill>
                  <a:schemeClr val="bg2">
                    <a:lumMod val="10000"/>
                  </a:schemeClr>
                </a:solidFill>
              </a:rPr>
              <a:t> </a:t>
            </a:r>
            <a:r>
              <a:rPr lang="en-US" b="1" dirty="0" err="1">
                <a:solidFill>
                  <a:schemeClr val="bg2">
                    <a:lumMod val="10000"/>
                  </a:schemeClr>
                </a:solidFill>
              </a:rPr>
              <a:t>tiêu</a:t>
            </a:r>
            <a:r>
              <a:rPr lang="en-US" b="1" dirty="0">
                <a:solidFill>
                  <a:schemeClr val="bg2">
                    <a:lumMod val="10000"/>
                  </a:schemeClr>
                </a:solidFill>
              </a:rPr>
              <a:t> </a:t>
            </a:r>
            <a:r>
              <a:rPr lang="en-US" b="1" dirty="0" err="1">
                <a:solidFill>
                  <a:schemeClr val="bg2">
                    <a:lumMod val="10000"/>
                  </a:schemeClr>
                </a:solidFill>
              </a:rPr>
              <a:t>chuẩn</a:t>
            </a:r>
            <a:r>
              <a:rPr lang="en-US" b="1" dirty="0">
                <a:solidFill>
                  <a:schemeClr val="bg2">
                    <a:lumMod val="10000"/>
                  </a:schemeClr>
                </a:solidFill>
              </a:rPr>
              <a:t> </a:t>
            </a:r>
            <a:r>
              <a:rPr lang="en-US" b="1" dirty="0" err="1">
                <a:solidFill>
                  <a:schemeClr val="bg2">
                    <a:lumMod val="10000"/>
                  </a:schemeClr>
                </a:solidFill>
              </a:rPr>
              <a:t>Liên</a:t>
            </a:r>
            <a:r>
              <a:rPr lang="en-US" b="1" dirty="0">
                <a:solidFill>
                  <a:schemeClr val="bg2">
                    <a:lumMod val="10000"/>
                  </a:schemeClr>
                </a:solidFill>
              </a:rPr>
              <a:t> </a:t>
            </a:r>
            <a:r>
              <a:rPr lang="en-US" b="1" dirty="0" err="1">
                <a:solidFill>
                  <a:schemeClr val="bg2">
                    <a:lumMod val="10000"/>
                  </a:schemeClr>
                </a:solidFill>
              </a:rPr>
              <a:t>Xô</a:t>
            </a:r>
            <a:r>
              <a:rPr lang="en-US" b="1" dirty="0">
                <a:solidFill>
                  <a:schemeClr val="bg2">
                    <a:lumMod val="10000"/>
                  </a:schemeClr>
                </a:solidFill>
              </a:rPr>
              <a:t> (</a:t>
            </a:r>
            <a:r>
              <a:rPr lang="en-US" b="1" dirty="0" err="1">
                <a:solidFill>
                  <a:schemeClr val="bg2">
                    <a:lumMod val="10000"/>
                  </a:schemeClr>
                </a:solidFill>
              </a:rPr>
              <a:t>cũ</a:t>
            </a:r>
            <a:r>
              <a:rPr lang="en-US" b="1" dirty="0">
                <a:solidFill>
                  <a:schemeClr val="bg2">
                    <a:lumMod val="10000"/>
                  </a:schemeClr>
                </a:solidFill>
              </a:rPr>
              <a:t>)</a:t>
            </a:r>
            <a:endParaRPr lang="en-US" dirty="0">
              <a:solidFill>
                <a:schemeClr val="bg2">
                  <a:lumMod val="10000"/>
                </a:schemeClr>
              </a:solidFill>
            </a:endParaRPr>
          </a:p>
        </p:txBody>
      </p:sp>
      <p:sp>
        <p:nvSpPr>
          <p:cNvPr id="5" name="Text Box 3"/>
          <p:cNvSpPr txBox="1">
            <a:spLocks noChangeArrowheads="1"/>
          </p:cNvSpPr>
          <p:nvPr/>
        </p:nvSpPr>
        <p:spPr bwMode="auto">
          <a:xfrm>
            <a:off x="228600" y="1864109"/>
            <a:ext cx="7315200" cy="404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en-US" b="1" dirty="0" err="1">
                <a:solidFill>
                  <a:srgbClr val="000099"/>
                </a:solidFill>
              </a:rPr>
              <a:t>Năng</a:t>
            </a:r>
            <a:r>
              <a:rPr lang="en-US" b="1" dirty="0">
                <a:solidFill>
                  <a:srgbClr val="000099"/>
                </a:solidFill>
              </a:rPr>
              <a:t> </a:t>
            </a:r>
            <a:r>
              <a:rPr lang="en-US" b="1" dirty="0" err="1">
                <a:solidFill>
                  <a:srgbClr val="000099"/>
                </a:solidFill>
              </a:rPr>
              <a:t>lực</a:t>
            </a:r>
            <a:r>
              <a:rPr lang="en-US" b="1" dirty="0">
                <a:solidFill>
                  <a:srgbClr val="000099"/>
                </a:solidFill>
              </a:rPr>
              <a:t> </a:t>
            </a:r>
            <a:r>
              <a:rPr lang="en-US" b="1" dirty="0" err="1">
                <a:solidFill>
                  <a:srgbClr val="000099"/>
                </a:solidFill>
              </a:rPr>
              <a:t>khai</a:t>
            </a:r>
            <a:r>
              <a:rPr lang="en-US" b="1" dirty="0">
                <a:solidFill>
                  <a:srgbClr val="000099"/>
                </a:solidFill>
              </a:rPr>
              <a:t> </a:t>
            </a:r>
            <a:r>
              <a:rPr lang="en-US" b="1" dirty="0" err="1">
                <a:solidFill>
                  <a:srgbClr val="000099"/>
                </a:solidFill>
              </a:rPr>
              <a:t>thác</a:t>
            </a:r>
            <a:r>
              <a:rPr lang="en-US" b="1" dirty="0">
                <a:solidFill>
                  <a:srgbClr val="000099"/>
                </a:solidFill>
              </a:rPr>
              <a:t> </a:t>
            </a:r>
            <a:r>
              <a:rPr lang="en-US" b="1" dirty="0" err="1">
                <a:solidFill>
                  <a:srgbClr val="000099"/>
                </a:solidFill>
              </a:rPr>
              <a:t>của</a:t>
            </a:r>
            <a:r>
              <a:rPr lang="en-US" b="1" dirty="0">
                <a:solidFill>
                  <a:srgbClr val="000099"/>
                </a:solidFill>
              </a:rPr>
              <a:t> </a:t>
            </a:r>
            <a:r>
              <a:rPr lang="en-US" b="1" dirty="0" err="1">
                <a:solidFill>
                  <a:srgbClr val="000099"/>
                </a:solidFill>
              </a:rPr>
              <a:t>mặt</a:t>
            </a:r>
            <a:r>
              <a:rPr lang="en-US" b="1" dirty="0">
                <a:solidFill>
                  <a:srgbClr val="000099"/>
                </a:solidFill>
              </a:rPr>
              <a:t> </a:t>
            </a:r>
            <a:r>
              <a:rPr lang="en-US" b="1" dirty="0" err="1">
                <a:solidFill>
                  <a:srgbClr val="000099"/>
                </a:solidFill>
              </a:rPr>
              <a:t>đường</a:t>
            </a:r>
            <a:endParaRPr lang="en-US" dirty="0">
              <a:solidFill>
                <a:srgbClr val="000099"/>
              </a:solidFill>
            </a:endParaRPr>
          </a:p>
        </p:txBody>
      </p:sp>
      <p:graphicFrame>
        <p:nvGraphicFramePr>
          <p:cNvPr id="8" name="Object 6"/>
          <p:cNvGraphicFramePr>
            <a:graphicFrameLocks noChangeAspect="1"/>
          </p:cNvGraphicFramePr>
          <p:nvPr>
            <p:extLst>
              <p:ext uri="{D42A27DB-BD31-4B8C-83A1-F6EECF244321}">
                <p14:modId xmlns:p14="http://schemas.microsoft.com/office/powerpoint/2010/main" val="251661197"/>
              </p:ext>
            </p:extLst>
          </p:nvPr>
        </p:nvGraphicFramePr>
        <p:xfrm>
          <a:off x="2841174" y="2268707"/>
          <a:ext cx="3690252" cy="562876"/>
        </p:xfrm>
        <a:graphic>
          <a:graphicData uri="http://schemas.openxmlformats.org/presentationml/2006/ole">
            <mc:AlternateContent xmlns:mc="http://schemas.openxmlformats.org/markup-compatibility/2006">
              <mc:Choice xmlns:v="urn:schemas-microsoft-com:vml" Requires="v">
                <p:oleObj name="Equation" r:id="rId3" imgW="1663560" imgH="253800" progId="Equation.3">
                  <p:embed/>
                </p:oleObj>
              </mc:Choice>
              <mc:Fallback>
                <p:oleObj name="Equation" r:id="rId3" imgW="1663560" imgH="2538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1174" y="2268707"/>
                        <a:ext cx="3690252" cy="562876"/>
                      </a:xfrm>
                      <a:prstGeom prst="rect">
                        <a:avLst/>
                      </a:prstGeom>
                      <a:noFill/>
                      <a:ln>
                        <a:noFill/>
                      </a:ln>
                      <a:effectLst/>
                    </p:spPr>
                  </p:pic>
                </p:oleObj>
              </mc:Fallback>
            </mc:AlternateContent>
          </a:graphicData>
        </a:graphic>
      </p:graphicFrame>
      <p:graphicFrame>
        <p:nvGraphicFramePr>
          <p:cNvPr id="9" name="Object 7"/>
          <p:cNvGraphicFramePr>
            <a:graphicFrameLocks noChangeAspect="1"/>
          </p:cNvGraphicFramePr>
          <p:nvPr>
            <p:extLst>
              <p:ext uri="{D42A27DB-BD31-4B8C-83A1-F6EECF244321}">
                <p14:modId xmlns:p14="http://schemas.microsoft.com/office/powerpoint/2010/main" val="1673823370"/>
              </p:ext>
            </p:extLst>
          </p:nvPr>
        </p:nvGraphicFramePr>
        <p:xfrm>
          <a:off x="1578414" y="3428149"/>
          <a:ext cx="2066925" cy="438150"/>
        </p:xfrm>
        <a:graphic>
          <a:graphicData uri="http://schemas.openxmlformats.org/presentationml/2006/ole">
            <mc:AlternateContent xmlns:mc="http://schemas.openxmlformats.org/markup-compatibility/2006">
              <mc:Choice xmlns:v="urn:schemas-microsoft-com:vml" Requires="v">
                <p:oleObj name="Equation" r:id="rId5" imgW="1079280" imgH="228600" progId="Equation.3">
                  <p:embed/>
                </p:oleObj>
              </mc:Choice>
              <mc:Fallback>
                <p:oleObj name="Equation" r:id="rId5" imgW="107928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78414" y="3428149"/>
                        <a:ext cx="2066925" cy="438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Text Box 8"/>
          <p:cNvSpPr txBox="1">
            <a:spLocks noChangeArrowheads="1"/>
          </p:cNvSpPr>
          <p:nvPr/>
        </p:nvSpPr>
        <p:spPr bwMode="auto">
          <a:xfrm>
            <a:off x="3690246" y="3402426"/>
            <a:ext cx="4419600" cy="404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nSpc>
                <a:spcPct val="125000"/>
              </a:lnSpc>
              <a:defRPr b="1">
                <a:solidFill>
                  <a:srgbClr val="000099"/>
                </a:solidFill>
              </a:defRPr>
            </a:lvl1pPr>
          </a:lstStyle>
          <a:p>
            <a:pPr algn="ctr"/>
            <a:r>
              <a:rPr lang="en-US" b="0" dirty="0" err="1"/>
              <a:t>Các</a:t>
            </a:r>
            <a:r>
              <a:rPr lang="en-US" b="0" dirty="0"/>
              <a:t> </a:t>
            </a:r>
            <a:r>
              <a:rPr lang="en-US" b="0" dirty="0" err="1"/>
              <a:t>hệ</a:t>
            </a:r>
            <a:r>
              <a:rPr lang="en-US" b="0" dirty="0"/>
              <a:t> </a:t>
            </a:r>
            <a:r>
              <a:rPr lang="en-US" b="0" dirty="0" err="1"/>
              <a:t>số</a:t>
            </a:r>
            <a:r>
              <a:rPr lang="en-US" b="0" dirty="0"/>
              <a:t> </a:t>
            </a:r>
            <a:r>
              <a:rPr lang="en-US" b="0" dirty="0" err="1"/>
              <a:t>giảm</a:t>
            </a:r>
            <a:r>
              <a:rPr lang="en-US" b="0" dirty="0"/>
              <a:t> </a:t>
            </a:r>
            <a:r>
              <a:rPr lang="en-US" b="0" dirty="0" err="1"/>
              <a:t>khả</a:t>
            </a:r>
            <a:r>
              <a:rPr lang="en-US" b="0" dirty="0"/>
              <a:t> </a:t>
            </a:r>
            <a:r>
              <a:rPr lang="en-US" b="0" dirty="0" err="1"/>
              <a:t>năng</a:t>
            </a:r>
            <a:r>
              <a:rPr lang="en-US" b="0" dirty="0"/>
              <a:t> </a:t>
            </a:r>
            <a:r>
              <a:rPr lang="en-US" b="0" dirty="0" err="1"/>
              <a:t>thông</a:t>
            </a:r>
            <a:r>
              <a:rPr lang="en-US" b="0" dirty="0"/>
              <a:t> qua</a:t>
            </a:r>
          </a:p>
        </p:txBody>
      </p:sp>
      <p:graphicFrame>
        <p:nvGraphicFramePr>
          <p:cNvPr id="11" name="Object 9"/>
          <p:cNvGraphicFramePr>
            <a:graphicFrameLocks noChangeAspect="1"/>
          </p:cNvGraphicFramePr>
          <p:nvPr>
            <p:extLst>
              <p:ext uri="{D42A27DB-BD31-4B8C-83A1-F6EECF244321}">
                <p14:modId xmlns:p14="http://schemas.microsoft.com/office/powerpoint/2010/main" val="475580770"/>
              </p:ext>
            </p:extLst>
          </p:nvPr>
        </p:nvGraphicFramePr>
        <p:xfrm>
          <a:off x="1596564" y="2964351"/>
          <a:ext cx="631825" cy="438150"/>
        </p:xfrm>
        <a:graphic>
          <a:graphicData uri="http://schemas.openxmlformats.org/presentationml/2006/ole">
            <mc:AlternateContent xmlns:mc="http://schemas.openxmlformats.org/markup-compatibility/2006">
              <mc:Choice xmlns:v="urn:schemas-microsoft-com:vml" Requires="v">
                <p:oleObj name="Equation" r:id="rId7" imgW="330120" imgH="228600" progId="Equation.3">
                  <p:embed/>
                </p:oleObj>
              </mc:Choice>
              <mc:Fallback>
                <p:oleObj name="Equation" r:id="rId7" imgW="330120" imgH="2286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96564" y="2964351"/>
                        <a:ext cx="631825" cy="438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Text Box 10"/>
          <p:cNvSpPr txBox="1">
            <a:spLocks noChangeArrowheads="1"/>
          </p:cNvSpPr>
          <p:nvPr/>
        </p:nvSpPr>
        <p:spPr bwMode="auto">
          <a:xfrm>
            <a:off x="2553812" y="2937001"/>
            <a:ext cx="5181600" cy="404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nSpc>
                <a:spcPct val="125000"/>
              </a:lnSpc>
              <a:defRPr b="1">
                <a:solidFill>
                  <a:srgbClr val="000099"/>
                </a:solidFill>
              </a:defRPr>
            </a:lvl1pPr>
          </a:lstStyle>
          <a:p>
            <a:r>
              <a:rPr lang="en-US" b="0" dirty="0" err="1"/>
              <a:t>Khả</a:t>
            </a:r>
            <a:r>
              <a:rPr lang="en-US" b="0" dirty="0"/>
              <a:t> </a:t>
            </a:r>
            <a:r>
              <a:rPr lang="en-US" b="0" dirty="0" err="1"/>
              <a:t>năng</a:t>
            </a:r>
            <a:r>
              <a:rPr lang="en-US" b="0" dirty="0"/>
              <a:t> </a:t>
            </a:r>
            <a:r>
              <a:rPr lang="en-US" b="0" dirty="0" err="1"/>
              <a:t>thông</a:t>
            </a:r>
            <a:r>
              <a:rPr lang="en-US" b="0" dirty="0"/>
              <a:t> qua </a:t>
            </a:r>
            <a:r>
              <a:rPr lang="en-US" b="0" dirty="0" err="1"/>
              <a:t>tối</a:t>
            </a:r>
            <a:r>
              <a:rPr lang="en-US" b="0" dirty="0"/>
              <a:t> </a:t>
            </a:r>
            <a:r>
              <a:rPr lang="en-US" b="0" dirty="0" err="1"/>
              <a:t>đa</a:t>
            </a:r>
            <a:r>
              <a:rPr lang="en-US" b="0" dirty="0"/>
              <a:t> </a:t>
            </a:r>
            <a:r>
              <a:rPr lang="en-US" b="0" dirty="0" err="1"/>
              <a:t>của</a:t>
            </a:r>
            <a:r>
              <a:rPr lang="en-US" b="0" dirty="0"/>
              <a:t> </a:t>
            </a:r>
            <a:r>
              <a:rPr lang="en-US" b="0" dirty="0" err="1"/>
              <a:t>đường</a:t>
            </a:r>
            <a:endParaRPr lang="en-US" b="0" dirty="0"/>
          </a:p>
        </p:txBody>
      </p:sp>
      <p:sp>
        <p:nvSpPr>
          <p:cNvPr id="13" name="Text Box 11"/>
          <p:cNvSpPr txBox="1">
            <a:spLocks noChangeArrowheads="1"/>
          </p:cNvSpPr>
          <p:nvPr/>
        </p:nvSpPr>
        <p:spPr bwMode="auto">
          <a:xfrm>
            <a:off x="2395631" y="3850566"/>
            <a:ext cx="4800600" cy="2600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ts val="600"/>
              </a:spcBef>
            </a:pPr>
            <a:r>
              <a:rPr lang="en-US" sz="1600" b="1" i="1" dirty="0" err="1">
                <a:solidFill>
                  <a:schemeClr val="bg2">
                    <a:lumMod val="10000"/>
                  </a:schemeClr>
                </a:solidFill>
              </a:rPr>
              <a:t>Các</a:t>
            </a:r>
            <a:r>
              <a:rPr lang="en-US" sz="1600" b="1" i="1" dirty="0">
                <a:solidFill>
                  <a:schemeClr val="bg2">
                    <a:lumMod val="10000"/>
                  </a:schemeClr>
                </a:solidFill>
              </a:rPr>
              <a:t> </a:t>
            </a:r>
            <a:r>
              <a:rPr lang="en-US" sz="1600" b="1" i="1" dirty="0" err="1">
                <a:solidFill>
                  <a:schemeClr val="bg2">
                    <a:lumMod val="10000"/>
                  </a:schemeClr>
                </a:solidFill>
              </a:rPr>
              <a:t>hệ</a:t>
            </a:r>
            <a:r>
              <a:rPr lang="en-US" sz="1600" b="1" i="1" dirty="0">
                <a:solidFill>
                  <a:schemeClr val="bg2">
                    <a:lumMod val="10000"/>
                  </a:schemeClr>
                </a:solidFill>
              </a:rPr>
              <a:t> </a:t>
            </a:r>
            <a:r>
              <a:rPr lang="en-US" sz="1600" b="1" i="1" dirty="0" err="1">
                <a:solidFill>
                  <a:schemeClr val="bg2">
                    <a:lumMod val="10000"/>
                  </a:schemeClr>
                </a:solidFill>
              </a:rPr>
              <a:t>số</a:t>
            </a:r>
            <a:r>
              <a:rPr lang="en-US" sz="1600" b="1" i="1" dirty="0">
                <a:solidFill>
                  <a:schemeClr val="bg2">
                    <a:lumMod val="10000"/>
                  </a:schemeClr>
                </a:solidFill>
              </a:rPr>
              <a:t> </a:t>
            </a:r>
            <a:r>
              <a:rPr lang="en-US" sz="1600" b="1" i="1" dirty="0" err="1">
                <a:solidFill>
                  <a:schemeClr val="bg2">
                    <a:lumMod val="10000"/>
                  </a:schemeClr>
                </a:solidFill>
              </a:rPr>
              <a:t>giảm</a:t>
            </a:r>
            <a:r>
              <a:rPr lang="en-US" sz="1600" b="1" i="1" dirty="0">
                <a:solidFill>
                  <a:schemeClr val="bg2">
                    <a:lumMod val="10000"/>
                  </a:schemeClr>
                </a:solidFill>
              </a:rPr>
              <a:t> </a:t>
            </a:r>
            <a:r>
              <a:rPr lang="en-US" sz="1600" b="1" i="1" dirty="0" err="1">
                <a:solidFill>
                  <a:schemeClr val="bg2">
                    <a:lumMod val="10000"/>
                  </a:schemeClr>
                </a:solidFill>
              </a:rPr>
              <a:t>khả</a:t>
            </a:r>
            <a:r>
              <a:rPr lang="en-US" sz="1600" b="1" i="1" dirty="0">
                <a:solidFill>
                  <a:schemeClr val="bg2">
                    <a:lumMod val="10000"/>
                  </a:schemeClr>
                </a:solidFill>
              </a:rPr>
              <a:t> </a:t>
            </a:r>
            <a:r>
              <a:rPr lang="en-US" sz="1600" b="1" i="1" dirty="0" err="1">
                <a:solidFill>
                  <a:schemeClr val="bg2">
                    <a:lumMod val="10000"/>
                  </a:schemeClr>
                </a:solidFill>
              </a:rPr>
              <a:t>năng</a:t>
            </a:r>
            <a:r>
              <a:rPr lang="en-US" sz="1600" b="1" i="1" dirty="0">
                <a:solidFill>
                  <a:schemeClr val="bg2">
                    <a:lumMod val="10000"/>
                  </a:schemeClr>
                </a:solidFill>
              </a:rPr>
              <a:t> </a:t>
            </a:r>
            <a:r>
              <a:rPr lang="en-US" sz="1600" b="1" i="1" dirty="0" err="1">
                <a:solidFill>
                  <a:schemeClr val="bg2">
                    <a:lumMod val="10000"/>
                  </a:schemeClr>
                </a:solidFill>
              </a:rPr>
              <a:t>thông</a:t>
            </a:r>
            <a:r>
              <a:rPr lang="en-US" sz="1600" b="1" i="1" dirty="0">
                <a:solidFill>
                  <a:schemeClr val="bg2">
                    <a:lumMod val="10000"/>
                  </a:schemeClr>
                </a:solidFill>
              </a:rPr>
              <a:t> qua </a:t>
            </a:r>
            <a:r>
              <a:rPr lang="en-US" sz="1600" b="1" i="1" dirty="0" err="1">
                <a:solidFill>
                  <a:schemeClr val="bg2">
                    <a:lumMod val="10000"/>
                  </a:schemeClr>
                </a:solidFill>
              </a:rPr>
              <a:t>của</a:t>
            </a:r>
            <a:r>
              <a:rPr lang="en-US" sz="1600" b="1" i="1" dirty="0">
                <a:solidFill>
                  <a:schemeClr val="bg2">
                    <a:lumMod val="10000"/>
                  </a:schemeClr>
                </a:solidFill>
              </a:rPr>
              <a:t> </a:t>
            </a:r>
            <a:r>
              <a:rPr lang="en-US" sz="1600" b="1" i="1" dirty="0" err="1">
                <a:solidFill>
                  <a:schemeClr val="bg2">
                    <a:lumMod val="10000"/>
                  </a:schemeClr>
                </a:solidFill>
              </a:rPr>
              <a:t>đường</a:t>
            </a:r>
            <a:endParaRPr lang="en-US" sz="1600" b="1" i="1" dirty="0">
              <a:solidFill>
                <a:schemeClr val="bg2">
                  <a:lumMod val="10000"/>
                </a:schemeClr>
              </a:solidFill>
            </a:endParaRPr>
          </a:p>
          <a:p>
            <a:pPr>
              <a:spcBef>
                <a:spcPts val="600"/>
              </a:spcBef>
              <a:buFontTx/>
              <a:buChar char="•"/>
            </a:pPr>
            <a:r>
              <a:rPr lang="en-US" sz="1600" dirty="0">
                <a:solidFill>
                  <a:schemeClr val="bg2">
                    <a:lumMod val="10000"/>
                  </a:schemeClr>
                </a:solidFill>
              </a:rPr>
              <a:t> </a:t>
            </a:r>
            <a:r>
              <a:rPr lang="en-US" sz="1600" dirty="0" err="1">
                <a:solidFill>
                  <a:schemeClr val="bg2">
                    <a:lumMod val="10000"/>
                  </a:schemeClr>
                </a:solidFill>
              </a:rPr>
              <a:t>Các</a:t>
            </a:r>
            <a:r>
              <a:rPr lang="en-US" sz="1600" dirty="0">
                <a:solidFill>
                  <a:schemeClr val="bg2">
                    <a:lumMod val="10000"/>
                  </a:schemeClr>
                </a:solidFill>
              </a:rPr>
              <a:t> </a:t>
            </a:r>
            <a:r>
              <a:rPr lang="en-US" sz="1600" dirty="0" err="1">
                <a:solidFill>
                  <a:schemeClr val="bg2">
                    <a:lumMod val="10000"/>
                  </a:schemeClr>
                </a:solidFill>
              </a:rPr>
              <a:t>yếu</a:t>
            </a:r>
            <a:r>
              <a:rPr lang="en-US" sz="1600" dirty="0">
                <a:solidFill>
                  <a:schemeClr val="bg2">
                    <a:lumMod val="10000"/>
                  </a:schemeClr>
                </a:solidFill>
              </a:rPr>
              <a:t> </a:t>
            </a:r>
            <a:r>
              <a:rPr lang="en-US" sz="1600" dirty="0" err="1">
                <a:solidFill>
                  <a:schemeClr val="bg2">
                    <a:lumMod val="10000"/>
                  </a:schemeClr>
                </a:solidFill>
              </a:rPr>
              <a:t>tố</a:t>
            </a:r>
            <a:r>
              <a:rPr lang="en-US" sz="1600" dirty="0">
                <a:solidFill>
                  <a:schemeClr val="bg2">
                    <a:lumMod val="10000"/>
                  </a:schemeClr>
                </a:solidFill>
              </a:rPr>
              <a:t> </a:t>
            </a:r>
            <a:r>
              <a:rPr lang="en-US" sz="1600" dirty="0" err="1">
                <a:solidFill>
                  <a:schemeClr val="bg2">
                    <a:lumMod val="10000"/>
                  </a:schemeClr>
                </a:solidFill>
              </a:rPr>
              <a:t>bình</a:t>
            </a:r>
            <a:r>
              <a:rPr lang="en-US" sz="1600" dirty="0">
                <a:solidFill>
                  <a:schemeClr val="bg2">
                    <a:lumMod val="10000"/>
                  </a:schemeClr>
                </a:solidFill>
              </a:rPr>
              <a:t> </a:t>
            </a:r>
            <a:r>
              <a:rPr lang="en-US" sz="1600" dirty="0" err="1">
                <a:solidFill>
                  <a:schemeClr val="bg2">
                    <a:lumMod val="10000"/>
                  </a:schemeClr>
                </a:solidFill>
              </a:rPr>
              <a:t>đồ</a:t>
            </a:r>
            <a:r>
              <a:rPr lang="en-US" sz="1600" dirty="0">
                <a:solidFill>
                  <a:schemeClr val="bg2">
                    <a:lumMod val="10000"/>
                  </a:schemeClr>
                </a:solidFill>
              </a:rPr>
              <a:t> </a:t>
            </a:r>
            <a:r>
              <a:rPr lang="en-US" sz="1600" dirty="0" err="1">
                <a:solidFill>
                  <a:schemeClr val="bg2">
                    <a:lumMod val="10000"/>
                  </a:schemeClr>
                </a:solidFill>
              </a:rPr>
              <a:t>đường</a:t>
            </a:r>
            <a:endParaRPr lang="en-US" sz="1600" dirty="0">
              <a:solidFill>
                <a:schemeClr val="bg2">
                  <a:lumMod val="10000"/>
                </a:schemeClr>
              </a:solidFill>
            </a:endParaRPr>
          </a:p>
          <a:p>
            <a:pPr>
              <a:spcBef>
                <a:spcPts val="600"/>
              </a:spcBef>
              <a:buFontTx/>
              <a:buChar char="•"/>
            </a:pPr>
            <a:r>
              <a:rPr lang="en-US" sz="1600" dirty="0">
                <a:solidFill>
                  <a:schemeClr val="bg2">
                    <a:lumMod val="10000"/>
                  </a:schemeClr>
                </a:solidFill>
              </a:rPr>
              <a:t> </a:t>
            </a:r>
            <a:r>
              <a:rPr lang="en-US" sz="1600" dirty="0" err="1">
                <a:solidFill>
                  <a:schemeClr val="bg2">
                    <a:lumMod val="10000"/>
                  </a:schemeClr>
                </a:solidFill>
              </a:rPr>
              <a:t>Các</a:t>
            </a:r>
            <a:r>
              <a:rPr lang="en-US" sz="1600" dirty="0">
                <a:solidFill>
                  <a:schemeClr val="bg2">
                    <a:lumMod val="10000"/>
                  </a:schemeClr>
                </a:solidFill>
              </a:rPr>
              <a:t> </a:t>
            </a:r>
            <a:r>
              <a:rPr lang="en-US" sz="1600" dirty="0" err="1">
                <a:solidFill>
                  <a:schemeClr val="bg2">
                    <a:lumMod val="10000"/>
                  </a:schemeClr>
                </a:solidFill>
              </a:rPr>
              <a:t>yếu</a:t>
            </a:r>
            <a:r>
              <a:rPr lang="en-US" sz="1600" dirty="0">
                <a:solidFill>
                  <a:schemeClr val="bg2">
                    <a:lumMod val="10000"/>
                  </a:schemeClr>
                </a:solidFill>
              </a:rPr>
              <a:t> </a:t>
            </a:r>
            <a:r>
              <a:rPr lang="en-US" sz="1600" dirty="0" err="1">
                <a:solidFill>
                  <a:schemeClr val="bg2">
                    <a:lumMod val="10000"/>
                  </a:schemeClr>
                </a:solidFill>
              </a:rPr>
              <a:t>tố</a:t>
            </a:r>
            <a:r>
              <a:rPr lang="en-US" sz="1600" dirty="0">
                <a:solidFill>
                  <a:schemeClr val="bg2">
                    <a:lumMod val="10000"/>
                  </a:schemeClr>
                </a:solidFill>
              </a:rPr>
              <a:t> </a:t>
            </a:r>
            <a:r>
              <a:rPr lang="en-US" sz="1600" dirty="0" err="1">
                <a:solidFill>
                  <a:schemeClr val="bg2">
                    <a:lumMod val="10000"/>
                  </a:schemeClr>
                </a:solidFill>
              </a:rPr>
              <a:t>trắc</a:t>
            </a:r>
            <a:r>
              <a:rPr lang="en-US" sz="1600" dirty="0">
                <a:solidFill>
                  <a:schemeClr val="bg2">
                    <a:lumMod val="10000"/>
                  </a:schemeClr>
                </a:solidFill>
              </a:rPr>
              <a:t> </a:t>
            </a:r>
            <a:r>
              <a:rPr lang="en-US" sz="1600" dirty="0" err="1">
                <a:solidFill>
                  <a:schemeClr val="bg2">
                    <a:lumMod val="10000"/>
                  </a:schemeClr>
                </a:solidFill>
              </a:rPr>
              <a:t>dọc</a:t>
            </a:r>
            <a:r>
              <a:rPr lang="en-US" sz="1600" dirty="0">
                <a:solidFill>
                  <a:schemeClr val="bg2">
                    <a:lumMod val="10000"/>
                  </a:schemeClr>
                </a:solidFill>
              </a:rPr>
              <a:t> </a:t>
            </a:r>
            <a:r>
              <a:rPr lang="en-US" sz="1600" dirty="0" err="1">
                <a:solidFill>
                  <a:schemeClr val="bg2">
                    <a:lumMod val="10000"/>
                  </a:schemeClr>
                </a:solidFill>
              </a:rPr>
              <a:t>đường</a:t>
            </a:r>
            <a:r>
              <a:rPr lang="en-US" sz="1600" dirty="0">
                <a:solidFill>
                  <a:schemeClr val="bg2">
                    <a:lumMod val="10000"/>
                  </a:schemeClr>
                </a:solidFill>
              </a:rPr>
              <a:t> </a:t>
            </a:r>
          </a:p>
          <a:p>
            <a:pPr>
              <a:spcBef>
                <a:spcPts val="600"/>
              </a:spcBef>
              <a:buFontTx/>
              <a:buChar char="•"/>
            </a:pPr>
            <a:r>
              <a:rPr lang="en-US" sz="1600" dirty="0">
                <a:solidFill>
                  <a:schemeClr val="bg2">
                    <a:lumMod val="10000"/>
                  </a:schemeClr>
                </a:solidFill>
              </a:rPr>
              <a:t> </a:t>
            </a:r>
            <a:r>
              <a:rPr lang="en-US" sz="1600" dirty="0" err="1">
                <a:solidFill>
                  <a:schemeClr val="bg2">
                    <a:lumMod val="10000"/>
                  </a:schemeClr>
                </a:solidFill>
              </a:rPr>
              <a:t>Các</a:t>
            </a:r>
            <a:r>
              <a:rPr lang="en-US" sz="1600" dirty="0">
                <a:solidFill>
                  <a:schemeClr val="bg2">
                    <a:lumMod val="10000"/>
                  </a:schemeClr>
                </a:solidFill>
              </a:rPr>
              <a:t> </a:t>
            </a:r>
            <a:r>
              <a:rPr lang="en-US" sz="1600" dirty="0" err="1">
                <a:solidFill>
                  <a:schemeClr val="bg2">
                    <a:lumMod val="10000"/>
                  </a:schemeClr>
                </a:solidFill>
              </a:rPr>
              <a:t>yếu</a:t>
            </a:r>
            <a:r>
              <a:rPr lang="en-US" sz="1600" dirty="0">
                <a:solidFill>
                  <a:schemeClr val="bg2">
                    <a:lumMod val="10000"/>
                  </a:schemeClr>
                </a:solidFill>
              </a:rPr>
              <a:t> </a:t>
            </a:r>
            <a:r>
              <a:rPr lang="en-US" sz="1600" dirty="0" err="1">
                <a:solidFill>
                  <a:schemeClr val="bg2">
                    <a:lumMod val="10000"/>
                  </a:schemeClr>
                </a:solidFill>
              </a:rPr>
              <a:t>tố</a:t>
            </a:r>
            <a:r>
              <a:rPr lang="en-US" sz="1600" dirty="0">
                <a:solidFill>
                  <a:schemeClr val="bg2">
                    <a:lumMod val="10000"/>
                  </a:schemeClr>
                </a:solidFill>
              </a:rPr>
              <a:t> </a:t>
            </a:r>
            <a:r>
              <a:rPr lang="en-US" sz="1600" dirty="0" err="1">
                <a:solidFill>
                  <a:schemeClr val="bg2">
                    <a:lumMod val="10000"/>
                  </a:schemeClr>
                </a:solidFill>
              </a:rPr>
              <a:t>trắc</a:t>
            </a:r>
            <a:r>
              <a:rPr lang="en-US" sz="1600" dirty="0">
                <a:solidFill>
                  <a:schemeClr val="bg2">
                    <a:lumMod val="10000"/>
                  </a:schemeClr>
                </a:solidFill>
              </a:rPr>
              <a:t> </a:t>
            </a:r>
            <a:r>
              <a:rPr lang="en-US" sz="1600" dirty="0" err="1">
                <a:solidFill>
                  <a:schemeClr val="bg2">
                    <a:lumMod val="10000"/>
                  </a:schemeClr>
                </a:solidFill>
              </a:rPr>
              <a:t>ngang</a:t>
            </a:r>
            <a:r>
              <a:rPr lang="en-US" sz="1600" dirty="0">
                <a:solidFill>
                  <a:schemeClr val="bg2">
                    <a:lumMod val="10000"/>
                  </a:schemeClr>
                </a:solidFill>
              </a:rPr>
              <a:t> </a:t>
            </a:r>
            <a:r>
              <a:rPr lang="en-US" sz="1600" dirty="0" err="1">
                <a:solidFill>
                  <a:schemeClr val="bg2">
                    <a:lumMod val="10000"/>
                  </a:schemeClr>
                </a:solidFill>
              </a:rPr>
              <a:t>đường</a:t>
            </a:r>
            <a:endParaRPr lang="en-US" sz="1600" dirty="0">
              <a:solidFill>
                <a:schemeClr val="bg2">
                  <a:lumMod val="10000"/>
                </a:schemeClr>
              </a:solidFill>
            </a:endParaRPr>
          </a:p>
          <a:p>
            <a:pPr>
              <a:spcBef>
                <a:spcPts val="600"/>
              </a:spcBef>
              <a:buFontTx/>
              <a:buChar char="•"/>
            </a:pPr>
            <a:r>
              <a:rPr lang="en-US" sz="1600" dirty="0">
                <a:solidFill>
                  <a:schemeClr val="bg2">
                    <a:lumMod val="10000"/>
                  </a:schemeClr>
                </a:solidFill>
              </a:rPr>
              <a:t> </a:t>
            </a:r>
            <a:r>
              <a:rPr lang="en-US" sz="1600" dirty="0" err="1">
                <a:solidFill>
                  <a:schemeClr val="bg2">
                    <a:lumMod val="10000"/>
                  </a:schemeClr>
                </a:solidFill>
              </a:rPr>
              <a:t>Lưu</a:t>
            </a:r>
            <a:r>
              <a:rPr lang="en-US" sz="1600" dirty="0">
                <a:solidFill>
                  <a:schemeClr val="bg2">
                    <a:lumMod val="10000"/>
                  </a:schemeClr>
                </a:solidFill>
              </a:rPr>
              <a:t> </a:t>
            </a:r>
            <a:r>
              <a:rPr lang="en-US" sz="1600" dirty="0" err="1">
                <a:solidFill>
                  <a:schemeClr val="bg2">
                    <a:lumMod val="10000"/>
                  </a:schemeClr>
                </a:solidFill>
              </a:rPr>
              <a:t>lượng</a:t>
            </a:r>
            <a:r>
              <a:rPr lang="en-US" sz="1600" dirty="0">
                <a:solidFill>
                  <a:schemeClr val="bg2">
                    <a:lumMod val="10000"/>
                  </a:schemeClr>
                </a:solidFill>
              </a:rPr>
              <a:t> </a:t>
            </a:r>
            <a:r>
              <a:rPr lang="en-US" sz="1600" dirty="0" err="1">
                <a:solidFill>
                  <a:schemeClr val="bg2">
                    <a:lumMod val="10000"/>
                  </a:schemeClr>
                </a:solidFill>
              </a:rPr>
              <a:t>và</a:t>
            </a:r>
            <a:r>
              <a:rPr lang="en-US" sz="1600" dirty="0">
                <a:solidFill>
                  <a:schemeClr val="bg2">
                    <a:lumMod val="10000"/>
                  </a:schemeClr>
                </a:solidFill>
              </a:rPr>
              <a:t> </a:t>
            </a:r>
            <a:r>
              <a:rPr lang="en-US" sz="1600" dirty="0" err="1">
                <a:solidFill>
                  <a:schemeClr val="bg2">
                    <a:lumMod val="10000"/>
                  </a:schemeClr>
                </a:solidFill>
              </a:rPr>
              <a:t>thành</a:t>
            </a:r>
            <a:r>
              <a:rPr lang="en-US" sz="1600" dirty="0">
                <a:solidFill>
                  <a:schemeClr val="bg2">
                    <a:lumMod val="10000"/>
                  </a:schemeClr>
                </a:solidFill>
              </a:rPr>
              <a:t> </a:t>
            </a:r>
            <a:r>
              <a:rPr lang="en-US" sz="1600" dirty="0" err="1">
                <a:solidFill>
                  <a:schemeClr val="bg2">
                    <a:lumMod val="10000"/>
                  </a:schemeClr>
                </a:solidFill>
              </a:rPr>
              <a:t>phần</a:t>
            </a:r>
            <a:r>
              <a:rPr lang="en-US" sz="1600" dirty="0">
                <a:solidFill>
                  <a:schemeClr val="bg2">
                    <a:lumMod val="10000"/>
                  </a:schemeClr>
                </a:solidFill>
              </a:rPr>
              <a:t> </a:t>
            </a:r>
            <a:r>
              <a:rPr lang="en-US" sz="1600" dirty="0" err="1">
                <a:solidFill>
                  <a:schemeClr val="bg2">
                    <a:lumMod val="10000"/>
                  </a:schemeClr>
                </a:solidFill>
              </a:rPr>
              <a:t>dòng</a:t>
            </a:r>
            <a:r>
              <a:rPr lang="en-US" sz="1600" dirty="0">
                <a:solidFill>
                  <a:schemeClr val="bg2">
                    <a:lumMod val="10000"/>
                  </a:schemeClr>
                </a:solidFill>
              </a:rPr>
              <a:t> </a:t>
            </a:r>
            <a:r>
              <a:rPr lang="en-US" sz="1600" dirty="0" err="1">
                <a:solidFill>
                  <a:schemeClr val="bg2">
                    <a:lumMod val="10000"/>
                  </a:schemeClr>
                </a:solidFill>
              </a:rPr>
              <a:t>xe</a:t>
            </a:r>
            <a:endParaRPr lang="en-US" sz="1600" dirty="0">
              <a:solidFill>
                <a:schemeClr val="bg2">
                  <a:lumMod val="10000"/>
                </a:schemeClr>
              </a:solidFill>
            </a:endParaRPr>
          </a:p>
          <a:p>
            <a:pPr>
              <a:spcBef>
                <a:spcPts val="600"/>
              </a:spcBef>
              <a:buFontTx/>
              <a:buChar char="•"/>
            </a:pPr>
            <a:r>
              <a:rPr lang="en-US" sz="1600" dirty="0">
                <a:solidFill>
                  <a:schemeClr val="bg2">
                    <a:lumMod val="10000"/>
                  </a:schemeClr>
                </a:solidFill>
              </a:rPr>
              <a:t> </a:t>
            </a:r>
            <a:r>
              <a:rPr lang="en-US" sz="1600" dirty="0" err="1">
                <a:solidFill>
                  <a:schemeClr val="bg2">
                    <a:lumMod val="10000"/>
                  </a:schemeClr>
                </a:solidFill>
              </a:rPr>
              <a:t>Kiểm</a:t>
            </a:r>
            <a:r>
              <a:rPr lang="en-US" sz="1600" dirty="0">
                <a:solidFill>
                  <a:schemeClr val="bg2">
                    <a:lumMod val="10000"/>
                  </a:schemeClr>
                </a:solidFill>
              </a:rPr>
              <a:t> </a:t>
            </a:r>
            <a:r>
              <a:rPr lang="en-US" sz="1600" dirty="0" err="1">
                <a:solidFill>
                  <a:schemeClr val="bg2">
                    <a:lumMod val="10000"/>
                  </a:schemeClr>
                </a:solidFill>
              </a:rPr>
              <a:t>soát</a:t>
            </a:r>
            <a:r>
              <a:rPr lang="en-US" sz="1600" dirty="0">
                <a:solidFill>
                  <a:schemeClr val="bg2">
                    <a:lumMod val="10000"/>
                  </a:schemeClr>
                </a:solidFill>
              </a:rPr>
              <a:t> </a:t>
            </a:r>
            <a:r>
              <a:rPr lang="en-US" sz="1600" dirty="0" err="1">
                <a:solidFill>
                  <a:schemeClr val="bg2">
                    <a:lumMod val="10000"/>
                  </a:schemeClr>
                </a:solidFill>
              </a:rPr>
              <a:t>giao</a:t>
            </a:r>
            <a:r>
              <a:rPr lang="en-US" sz="1600" dirty="0">
                <a:solidFill>
                  <a:schemeClr val="bg2">
                    <a:lumMod val="10000"/>
                  </a:schemeClr>
                </a:solidFill>
              </a:rPr>
              <a:t> </a:t>
            </a:r>
            <a:r>
              <a:rPr lang="en-US" sz="1600" dirty="0" err="1">
                <a:solidFill>
                  <a:schemeClr val="bg2">
                    <a:lumMod val="10000"/>
                  </a:schemeClr>
                </a:solidFill>
              </a:rPr>
              <a:t>thông</a:t>
            </a:r>
            <a:endParaRPr lang="en-US" sz="1600" dirty="0">
              <a:solidFill>
                <a:schemeClr val="bg2">
                  <a:lumMod val="10000"/>
                </a:schemeClr>
              </a:solidFill>
            </a:endParaRPr>
          </a:p>
          <a:p>
            <a:pPr>
              <a:spcBef>
                <a:spcPts val="600"/>
              </a:spcBef>
              <a:buFontTx/>
              <a:buChar char="•"/>
            </a:pPr>
            <a:r>
              <a:rPr lang="en-US" sz="1600" dirty="0">
                <a:solidFill>
                  <a:schemeClr val="bg2">
                    <a:lumMod val="10000"/>
                  </a:schemeClr>
                </a:solidFill>
              </a:rPr>
              <a:t> </a:t>
            </a:r>
            <a:r>
              <a:rPr lang="en-US" sz="1600" dirty="0" err="1">
                <a:solidFill>
                  <a:schemeClr val="bg2">
                    <a:lumMod val="10000"/>
                  </a:schemeClr>
                </a:solidFill>
              </a:rPr>
              <a:t>Loại</a:t>
            </a:r>
            <a:r>
              <a:rPr lang="en-US" sz="1600" dirty="0">
                <a:solidFill>
                  <a:schemeClr val="bg2">
                    <a:lumMod val="10000"/>
                  </a:schemeClr>
                </a:solidFill>
              </a:rPr>
              <a:t> </a:t>
            </a:r>
            <a:r>
              <a:rPr lang="en-US" sz="1600" dirty="0" err="1">
                <a:solidFill>
                  <a:schemeClr val="bg2">
                    <a:lumMod val="10000"/>
                  </a:schemeClr>
                </a:solidFill>
              </a:rPr>
              <a:t>mặt</a:t>
            </a:r>
            <a:r>
              <a:rPr lang="en-US" sz="1600" dirty="0">
                <a:solidFill>
                  <a:schemeClr val="bg2">
                    <a:lumMod val="10000"/>
                  </a:schemeClr>
                </a:solidFill>
              </a:rPr>
              <a:t> </a:t>
            </a:r>
            <a:r>
              <a:rPr lang="en-US" sz="1600" dirty="0" err="1">
                <a:solidFill>
                  <a:schemeClr val="bg2">
                    <a:lumMod val="10000"/>
                  </a:schemeClr>
                </a:solidFill>
              </a:rPr>
              <a:t>đường</a:t>
            </a:r>
            <a:r>
              <a:rPr lang="en-US" sz="1600" dirty="0">
                <a:solidFill>
                  <a:schemeClr val="bg2">
                    <a:lumMod val="10000"/>
                  </a:schemeClr>
                </a:solidFill>
              </a:rPr>
              <a:t> </a:t>
            </a:r>
            <a:r>
              <a:rPr lang="en-US" sz="1600" dirty="0" err="1">
                <a:solidFill>
                  <a:schemeClr val="bg2">
                    <a:lumMod val="10000"/>
                  </a:schemeClr>
                </a:solidFill>
              </a:rPr>
              <a:t>và</a:t>
            </a:r>
            <a:r>
              <a:rPr lang="en-US" sz="1600" dirty="0">
                <a:solidFill>
                  <a:schemeClr val="bg2">
                    <a:lumMod val="10000"/>
                  </a:schemeClr>
                </a:solidFill>
              </a:rPr>
              <a:t> </a:t>
            </a:r>
            <a:r>
              <a:rPr lang="en-US" sz="1600" dirty="0" err="1">
                <a:solidFill>
                  <a:schemeClr val="bg2">
                    <a:lumMod val="10000"/>
                  </a:schemeClr>
                </a:solidFill>
              </a:rPr>
              <a:t>tình</a:t>
            </a:r>
            <a:r>
              <a:rPr lang="en-US" sz="1600" dirty="0">
                <a:solidFill>
                  <a:schemeClr val="bg2">
                    <a:lumMod val="10000"/>
                  </a:schemeClr>
                </a:solidFill>
              </a:rPr>
              <a:t> </a:t>
            </a:r>
            <a:r>
              <a:rPr lang="en-US" sz="1600" dirty="0" err="1">
                <a:solidFill>
                  <a:schemeClr val="bg2">
                    <a:lumMod val="10000"/>
                  </a:schemeClr>
                </a:solidFill>
              </a:rPr>
              <a:t>trạng</a:t>
            </a:r>
            <a:r>
              <a:rPr lang="en-US" sz="1600" dirty="0">
                <a:solidFill>
                  <a:schemeClr val="bg2">
                    <a:lumMod val="10000"/>
                  </a:schemeClr>
                </a:solidFill>
              </a:rPr>
              <a:t> </a:t>
            </a:r>
            <a:r>
              <a:rPr lang="en-US" sz="1600" dirty="0" err="1">
                <a:solidFill>
                  <a:schemeClr val="bg2">
                    <a:lumMod val="10000"/>
                  </a:schemeClr>
                </a:solidFill>
              </a:rPr>
              <a:t>mặt</a:t>
            </a:r>
            <a:r>
              <a:rPr lang="en-US" sz="1600" dirty="0">
                <a:solidFill>
                  <a:schemeClr val="bg2">
                    <a:lumMod val="10000"/>
                  </a:schemeClr>
                </a:solidFill>
              </a:rPr>
              <a:t> </a:t>
            </a:r>
            <a:r>
              <a:rPr lang="en-US" sz="1600" dirty="0" err="1">
                <a:solidFill>
                  <a:schemeClr val="bg2">
                    <a:lumMod val="10000"/>
                  </a:schemeClr>
                </a:solidFill>
              </a:rPr>
              <a:t>đường</a:t>
            </a:r>
            <a:r>
              <a:rPr lang="en-US" sz="1600" dirty="0">
                <a:solidFill>
                  <a:schemeClr val="bg2">
                    <a:lumMod val="10000"/>
                  </a:schemeClr>
                </a:solidFill>
              </a:rPr>
              <a:t>	</a:t>
            </a:r>
          </a:p>
          <a:p>
            <a:pPr>
              <a:spcBef>
                <a:spcPts val="600"/>
              </a:spcBef>
              <a:buFontTx/>
              <a:buChar char="•"/>
            </a:pPr>
            <a:r>
              <a:rPr lang="en-US" sz="1600" dirty="0">
                <a:solidFill>
                  <a:schemeClr val="bg2">
                    <a:lumMod val="10000"/>
                  </a:schemeClr>
                </a:solidFill>
              </a:rPr>
              <a:t> </a:t>
            </a:r>
            <a:r>
              <a:rPr lang="en-US" sz="1600" dirty="0" err="1">
                <a:solidFill>
                  <a:schemeClr val="bg2">
                    <a:lumMod val="10000"/>
                  </a:schemeClr>
                </a:solidFill>
              </a:rPr>
              <a:t>Môi</a:t>
            </a:r>
            <a:r>
              <a:rPr lang="en-US" sz="1600" dirty="0">
                <a:solidFill>
                  <a:schemeClr val="bg2">
                    <a:lumMod val="10000"/>
                  </a:schemeClr>
                </a:solidFill>
              </a:rPr>
              <a:t> </a:t>
            </a:r>
            <a:r>
              <a:rPr lang="en-US" sz="1600" dirty="0" err="1">
                <a:solidFill>
                  <a:schemeClr val="bg2">
                    <a:lumMod val="10000"/>
                  </a:schemeClr>
                </a:solidFill>
              </a:rPr>
              <a:t>trường</a:t>
            </a:r>
            <a:r>
              <a:rPr lang="en-US" sz="1600" dirty="0">
                <a:solidFill>
                  <a:schemeClr val="bg2">
                    <a:lumMod val="10000"/>
                  </a:schemeClr>
                </a:solidFill>
              </a:rPr>
              <a:t> </a:t>
            </a:r>
            <a:r>
              <a:rPr lang="en-US" sz="1600" dirty="0" err="1">
                <a:solidFill>
                  <a:schemeClr val="bg2">
                    <a:lumMod val="10000"/>
                  </a:schemeClr>
                </a:solidFill>
              </a:rPr>
              <a:t>xung</a:t>
            </a:r>
            <a:r>
              <a:rPr lang="en-US" sz="1600" dirty="0">
                <a:solidFill>
                  <a:schemeClr val="bg2">
                    <a:lumMod val="10000"/>
                  </a:schemeClr>
                </a:solidFill>
              </a:rPr>
              <a:t> </a:t>
            </a:r>
            <a:r>
              <a:rPr lang="en-US" sz="1600" dirty="0" err="1">
                <a:solidFill>
                  <a:schemeClr val="bg2">
                    <a:lumMod val="10000"/>
                  </a:schemeClr>
                </a:solidFill>
              </a:rPr>
              <a:t>quanh</a:t>
            </a:r>
            <a:r>
              <a:rPr lang="en-US" sz="1600" dirty="0">
                <a:solidFill>
                  <a:schemeClr val="bg2">
                    <a:lumMod val="10000"/>
                  </a:schemeClr>
                </a:solidFill>
              </a:rPr>
              <a:t> </a:t>
            </a:r>
            <a:r>
              <a:rPr lang="en-US" sz="1600" dirty="0" err="1">
                <a:solidFill>
                  <a:schemeClr val="bg2">
                    <a:lumMod val="10000"/>
                  </a:schemeClr>
                </a:solidFill>
              </a:rPr>
              <a:t>đường</a:t>
            </a:r>
            <a:endParaRPr lang="en-US" sz="1600" dirty="0">
              <a:solidFill>
                <a:schemeClr val="bg2">
                  <a:lumMod val="10000"/>
                </a:schemeClr>
              </a:solidFill>
            </a:endParaRPr>
          </a:p>
        </p:txBody>
      </p:sp>
      <p:sp>
        <p:nvSpPr>
          <p:cNvPr id="2" name="Rectangle 1"/>
          <p:cNvSpPr/>
          <p:nvPr/>
        </p:nvSpPr>
        <p:spPr>
          <a:xfrm>
            <a:off x="228600" y="304800"/>
            <a:ext cx="3708066" cy="369332"/>
          </a:xfrm>
          <a:prstGeom prst="rect">
            <a:avLst/>
          </a:prstGeom>
        </p:spPr>
        <p:txBody>
          <a:bodyPr wrap="none">
            <a:spAutoFit/>
          </a:bodyPr>
          <a:lstStyle/>
          <a:p>
            <a:r>
              <a:rPr lang="en-US" b="1" dirty="0" err="1">
                <a:solidFill>
                  <a:srgbClr val="FF0000"/>
                </a:solidFill>
              </a:rPr>
              <a:t>Đặc</a:t>
            </a:r>
            <a:r>
              <a:rPr lang="en-US" b="1" dirty="0">
                <a:solidFill>
                  <a:srgbClr val="FF0000"/>
                </a:solidFill>
              </a:rPr>
              <a:t> </a:t>
            </a:r>
            <a:r>
              <a:rPr lang="en-US" b="1" dirty="0" err="1">
                <a:solidFill>
                  <a:srgbClr val="FF0000"/>
                </a:solidFill>
              </a:rPr>
              <a:t>trưng</a:t>
            </a:r>
            <a:r>
              <a:rPr lang="en-US" b="1" dirty="0">
                <a:solidFill>
                  <a:srgbClr val="FF0000"/>
                </a:solidFill>
              </a:rPr>
              <a:t> </a:t>
            </a:r>
            <a:r>
              <a:rPr lang="en-US" b="1" dirty="0" err="1">
                <a:solidFill>
                  <a:srgbClr val="FF0000"/>
                </a:solidFill>
              </a:rPr>
              <a:t>khai</a:t>
            </a:r>
            <a:r>
              <a:rPr lang="en-US" b="1" dirty="0">
                <a:solidFill>
                  <a:srgbClr val="FF0000"/>
                </a:solidFill>
              </a:rPr>
              <a:t> </a:t>
            </a:r>
            <a:r>
              <a:rPr lang="en-US" b="1" dirty="0" err="1">
                <a:solidFill>
                  <a:srgbClr val="FF0000"/>
                </a:solidFill>
              </a:rPr>
              <a:t>thác</a:t>
            </a:r>
            <a:r>
              <a:rPr lang="en-US" b="1" dirty="0">
                <a:solidFill>
                  <a:srgbClr val="FF0000"/>
                </a:solidFill>
              </a:rPr>
              <a:t> </a:t>
            </a:r>
            <a:r>
              <a:rPr lang="en-US" b="1" dirty="0" err="1">
                <a:solidFill>
                  <a:srgbClr val="FF0000"/>
                </a:solidFill>
              </a:rPr>
              <a:t>mặt</a:t>
            </a:r>
            <a:r>
              <a:rPr lang="en-US" b="1" dirty="0">
                <a:solidFill>
                  <a:srgbClr val="FF0000"/>
                </a:solidFill>
              </a:rPr>
              <a:t> </a:t>
            </a:r>
            <a:r>
              <a:rPr lang="en-US" b="1" dirty="0" err="1">
                <a:solidFill>
                  <a:srgbClr val="FF0000"/>
                </a:solidFill>
              </a:rPr>
              <a:t>đường</a:t>
            </a:r>
            <a:r>
              <a:rPr lang="en-US" b="1" dirty="0">
                <a:solidFill>
                  <a:srgbClr val="FF0000"/>
                </a:solidFill>
              </a:rPr>
              <a:t> </a:t>
            </a:r>
            <a:endParaRPr lang="en-US" dirty="0"/>
          </a:p>
        </p:txBody>
      </p:sp>
    </p:spTree>
    <p:extLst>
      <p:ext uri="{BB962C8B-B14F-4D97-AF65-F5344CB8AC3E}">
        <p14:creationId xmlns:p14="http://schemas.microsoft.com/office/powerpoint/2010/main" val="47435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70"/>
          <p:cNvSpPr txBox="1">
            <a:spLocks noChangeArrowheads="1"/>
          </p:cNvSpPr>
          <p:nvPr/>
        </p:nvSpPr>
        <p:spPr bwMode="auto">
          <a:xfrm>
            <a:off x="279066" y="1555508"/>
            <a:ext cx="7315200" cy="404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en-US" b="1" dirty="0" err="1">
                <a:solidFill>
                  <a:srgbClr val="000099"/>
                </a:solidFill>
              </a:rPr>
              <a:t>Hệ</a:t>
            </a:r>
            <a:r>
              <a:rPr lang="en-US" b="1" dirty="0">
                <a:solidFill>
                  <a:srgbClr val="000099"/>
                </a:solidFill>
              </a:rPr>
              <a:t> </a:t>
            </a:r>
            <a:r>
              <a:rPr lang="en-US" b="1" dirty="0" err="1">
                <a:solidFill>
                  <a:srgbClr val="000099"/>
                </a:solidFill>
              </a:rPr>
              <a:t>số</a:t>
            </a:r>
            <a:r>
              <a:rPr lang="en-US" b="1" dirty="0">
                <a:solidFill>
                  <a:srgbClr val="000099"/>
                </a:solidFill>
              </a:rPr>
              <a:t> tai </a:t>
            </a:r>
            <a:r>
              <a:rPr lang="en-US" b="1" dirty="0" err="1">
                <a:solidFill>
                  <a:srgbClr val="000099"/>
                </a:solidFill>
              </a:rPr>
              <a:t>nạn</a:t>
            </a:r>
            <a:r>
              <a:rPr lang="en-US" b="1" dirty="0">
                <a:solidFill>
                  <a:srgbClr val="000099"/>
                </a:solidFill>
              </a:rPr>
              <a:t> </a:t>
            </a:r>
            <a:r>
              <a:rPr lang="en-US" b="1" dirty="0" err="1">
                <a:solidFill>
                  <a:srgbClr val="000099"/>
                </a:solidFill>
              </a:rPr>
              <a:t>giao</a:t>
            </a:r>
            <a:r>
              <a:rPr lang="en-US" b="1" dirty="0">
                <a:solidFill>
                  <a:srgbClr val="000099"/>
                </a:solidFill>
              </a:rPr>
              <a:t> </a:t>
            </a:r>
            <a:r>
              <a:rPr lang="en-US" b="1" dirty="0" err="1">
                <a:solidFill>
                  <a:srgbClr val="000099"/>
                </a:solidFill>
              </a:rPr>
              <a:t>thông</a:t>
            </a:r>
            <a:endParaRPr lang="en-US" dirty="0">
              <a:solidFill>
                <a:srgbClr val="000099"/>
              </a:solidFill>
            </a:endParaRPr>
          </a:p>
        </p:txBody>
      </p:sp>
      <p:graphicFrame>
        <p:nvGraphicFramePr>
          <p:cNvPr id="15" name="Object 72"/>
          <p:cNvGraphicFramePr>
            <a:graphicFrameLocks noChangeAspect="1"/>
          </p:cNvGraphicFramePr>
          <p:nvPr>
            <p:extLst>
              <p:ext uri="{D42A27DB-BD31-4B8C-83A1-F6EECF244321}">
                <p14:modId xmlns:p14="http://schemas.microsoft.com/office/powerpoint/2010/main" val="465966605"/>
              </p:ext>
            </p:extLst>
          </p:nvPr>
        </p:nvGraphicFramePr>
        <p:xfrm>
          <a:off x="972457" y="2209800"/>
          <a:ext cx="1897063" cy="438150"/>
        </p:xfrm>
        <a:graphic>
          <a:graphicData uri="http://schemas.openxmlformats.org/presentationml/2006/ole">
            <mc:AlternateContent xmlns:mc="http://schemas.openxmlformats.org/markup-compatibility/2006">
              <mc:Choice xmlns:v="urn:schemas-microsoft-com:vml" Requires="v">
                <p:oleObj name="Equation" r:id="rId3" imgW="990360" imgH="228600" progId="Equation.3">
                  <p:embed/>
                </p:oleObj>
              </mc:Choice>
              <mc:Fallback>
                <p:oleObj name="Equation" r:id="rId3" imgW="990360" imgH="228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2457" y="2209800"/>
                        <a:ext cx="1897063" cy="438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 name="Text Box 73"/>
          <p:cNvSpPr txBox="1">
            <a:spLocks noChangeArrowheads="1"/>
          </p:cNvSpPr>
          <p:nvPr/>
        </p:nvSpPr>
        <p:spPr bwMode="auto">
          <a:xfrm>
            <a:off x="3294743" y="1981295"/>
            <a:ext cx="56388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dirty="0" err="1">
                <a:solidFill>
                  <a:schemeClr val="bg2">
                    <a:lumMod val="10000"/>
                  </a:schemeClr>
                </a:solidFill>
              </a:rPr>
              <a:t>Các</a:t>
            </a:r>
            <a:r>
              <a:rPr lang="en-US" dirty="0">
                <a:solidFill>
                  <a:schemeClr val="bg2">
                    <a:lumMod val="10000"/>
                  </a:schemeClr>
                </a:solidFill>
              </a:rPr>
              <a:t> </a:t>
            </a:r>
            <a:r>
              <a:rPr lang="en-US" dirty="0" err="1">
                <a:solidFill>
                  <a:schemeClr val="bg2">
                    <a:lumMod val="10000"/>
                  </a:schemeClr>
                </a:solidFill>
              </a:rPr>
              <a:t>hệ</a:t>
            </a:r>
            <a:r>
              <a:rPr lang="en-US" dirty="0">
                <a:solidFill>
                  <a:schemeClr val="bg2">
                    <a:lumMod val="10000"/>
                  </a:schemeClr>
                </a:solidFill>
              </a:rPr>
              <a:t> </a:t>
            </a:r>
            <a:r>
              <a:rPr lang="en-US" dirty="0" err="1">
                <a:solidFill>
                  <a:schemeClr val="bg2">
                    <a:lumMod val="10000"/>
                  </a:schemeClr>
                </a:solidFill>
              </a:rPr>
              <a:t>số</a:t>
            </a:r>
            <a:r>
              <a:rPr lang="en-US" dirty="0">
                <a:solidFill>
                  <a:schemeClr val="bg2">
                    <a:lumMod val="10000"/>
                  </a:schemeClr>
                </a:solidFill>
              </a:rPr>
              <a:t> </a:t>
            </a:r>
            <a:r>
              <a:rPr lang="en-US" dirty="0" err="1">
                <a:solidFill>
                  <a:schemeClr val="bg2">
                    <a:lumMod val="10000"/>
                  </a:schemeClr>
                </a:solidFill>
              </a:rPr>
              <a:t>về</a:t>
            </a:r>
            <a:r>
              <a:rPr lang="en-US" dirty="0">
                <a:solidFill>
                  <a:schemeClr val="bg2">
                    <a:lumMod val="10000"/>
                  </a:schemeClr>
                </a:solidFill>
              </a:rPr>
              <a:t> </a:t>
            </a:r>
            <a:r>
              <a:rPr lang="en-US" dirty="0" err="1">
                <a:solidFill>
                  <a:schemeClr val="bg2">
                    <a:lumMod val="10000"/>
                  </a:schemeClr>
                </a:solidFill>
              </a:rPr>
              <a:t>khả</a:t>
            </a:r>
            <a:r>
              <a:rPr lang="en-US" dirty="0">
                <a:solidFill>
                  <a:schemeClr val="bg2">
                    <a:lumMod val="10000"/>
                  </a:schemeClr>
                </a:solidFill>
              </a:rPr>
              <a:t> </a:t>
            </a:r>
            <a:r>
              <a:rPr lang="en-US" dirty="0" err="1">
                <a:solidFill>
                  <a:schemeClr val="bg2">
                    <a:lumMod val="10000"/>
                  </a:schemeClr>
                </a:solidFill>
              </a:rPr>
              <a:t>năng</a:t>
            </a:r>
            <a:r>
              <a:rPr lang="en-US" dirty="0">
                <a:solidFill>
                  <a:schemeClr val="bg2">
                    <a:lumMod val="10000"/>
                  </a:schemeClr>
                </a:solidFill>
              </a:rPr>
              <a:t> </a:t>
            </a:r>
            <a:r>
              <a:rPr lang="en-US" dirty="0" err="1">
                <a:solidFill>
                  <a:schemeClr val="bg2">
                    <a:lumMod val="10000"/>
                  </a:schemeClr>
                </a:solidFill>
              </a:rPr>
              <a:t>xảy</a:t>
            </a:r>
            <a:r>
              <a:rPr lang="en-US" dirty="0">
                <a:solidFill>
                  <a:schemeClr val="bg2">
                    <a:lumMod val="10000"/>
                  </a:schemeClr>
                </a:solidFill>
              </a:rPr>
              <a:t> </a:t>
            </a:r>
            <a:r>
              <a:rPr lang="en-US" dirty="0" err="1">
                <a:solidFill>
                  <a:schemeClr val="bg2">
                    <a:lumMod val="10000"/>
                  </a:schemeClr>
                </a:solidFill>
              </a:rPr>
              <a:t>ra</a:t>
            </a:r>
            <a:r>
              <a:rPr lang="en-US" dirty="0">
                <a:solidFill>
                  <a:schemeClr val="bg2">
                    <a:lumMod val="10000"/>
                  </a:schemeClr>
                </a:solidFill>
              </a:rPr>
              <a:t> tai </a:t>
            </a:r>
            <a:r>
              <a:rPr lang="en-US" dirty="0" err="1">
                <a:solidFill>
                  <a:schemeClr val="bg2">
                    <a:lumMod val="10000"/>
                  </a:schemeClr>
                </a:solidFill>
              </a:rPr>
              <a:t>nạn</a:t>
            </a:r>
            <a:r>
              <a:rPr lang="en-US" dirty="0">
                <a:solidFill>
                  <a:schemeClr val="bg2">
                    <a:lumMod val="10000"/>
                  </a:schemeClr>
                </a:solidFill>
              </a:rPr>
              <a:t> </a:t>
            </a:r>
            <a:r>
              <a:rPr lang="en-US" dirty="0" err="1">
                <a:solidFill>
                  <a:schemeClr val="bg2">
                    <a:lumMod val="10000"/>
                  </a:schemeClr>
                </a:solidFill>
              </a:rPr>
              <a:t>trên</a:t>
            </a:r>
            <a:r>
              <a:rPr lang="en-US" dirty="0">
                <a:solidFill>
                  <a:schemeClr val="bg2">
                    <a:lumMod val="10000"/>
                  </a:schemeClr>
                </a:solidFill>
              </a:rPr>
              <a:t> </a:t>
            </a:r>
            <a:r>
              <a:rPr lang="en-US" dirty="0" err="1">
                <a:solidFill>
                  <a:schemeClr val="bg2">
                    <a:lumMod val="10000"/>
                  </a:schemeClr>
                </a:solidFill>
              </a:rPr>
              <a:t>các</a:t>
            </a:r>
            <a:r>
              <a:rPr lang="en-US" dirty="0">
                <a:solidFill>
                  <a:schemeClr val="bg2">
                    <a:lumMod val="10000"/>
                  </a:schemeClr>
                </a:solidFill>
              </a:rPr>
              <a:t> </a:t>
            </a:r>
            <a:r>
              <a:rPr lang="en-US" dirty="0" err="1">
                <a:solidFill>
                  <a:schemeClr val="bg2">
                    <a:lumMod val="10000"/>
                  </a:schemeClr>
                </a:solidFill>
              </a:rPr>
              <a:t>đoạn</a:t>
            </a:r>
            <a:r>
              <a:rPr lang="en-US" dirty="0">
                <a:solidFill>
                  <a:schemeClr val="bg2">
                    <a:lumMod val="10000"/>
                  </a:schemeClr>
                </a:solidFill>
              </a:rPr>
              <a:t> </a:t>
            </a:r>
            <a:r>
              <a:rPr lang="en-US" dirty="0" err="1">
                <a:solidFill>
                  <a:schemeClr val="bg2">
                    <a:lumMod val="10000"/>
                  </a:schemeClr>
                </a:solidFill>
              </a:rPr>
              <a:t>đường</a:t>
            </a:r>
            <a:r>
              <a:rPr lang="en-US" dirty="0">
                <a:solidFill>
                  <a:schemeClr val="bg2">
                    <a:lumMod val="10000"/>
                  </a:schemeClr>
                </a:solidFill>
              </a:rPr>
              <a:t> </a:t>
            </a:r>
            <a:r>
              <a:rPr lang="en-US" dirty="0" err="1">
                <a:solidFill>
                  <a:schemeClr val="bg2">
                    <a:lumMod val="10000"/>
                  </a:schemeClr>
                </a:solidFill>
              </a:rPr>
              <a:t>cụ</a:t>
            </a:r>
            <a:r>
              <a:rPr lang="en-US" dirty="0">
                <a:solidFill>
                  <a:schemeClr val="bg2">
                    <a:lumMod val="10000"/>
                  </a:schemeClr>
                </a:solidFill>
              </a:rPr>
              <a:t> </a:t>
            </a:r>
            <a:r>
              <a:rPr lang="en-US" dirty="0" err="1">
                <a:solidFill>
                  <a:schemeClr val="bg2">
                    <a:lumMod val="10000"/>
                  </a:schemeClr>
                </a:solidFill>
              </a:rPr>
              <a:t>thể</a:t>
            </a:r>
            <a:r>
              <a:rPr lang="en-US" dirty="0">
                <a:solidFill>
                  <a:schemeClr val="bg2">
                    <a:lumMod val="10000"/>
                  </a:schemeClr>
                </a:solidFill>
              </a:rPr>
              <a:t> </a:t>
            </a:r>
            <a:r>
              <a:rPr lang="en-US" dirty="0" err="1">
                <a:solidFill>
                  <a:schemeClr val="bg2">
                    <a:lumMod val="10000"/>
                  </a:schemeClr>
                </a:solidFill>
              </a:rPr>
              <a:t>phụ</a:t>
            </a:r>
            <a:r>
              <a:rPr lang="en-US" dirty="0">
                <a:solidFill>
                  <a:schemeClr val="bg2">
                    <a:lumMod val="10000"/>
                  </a:schemeClr>
                </a:solidFill>
              </a:rPr>
              <a:t> </a:t>
            </a:r>
            <a:r>
              <a:rPr lang="en-US" dirty="0" err="1">
                <a:solidFill>
                  <a:schemeClr val="bg2">
                    <a:lumMod val="10000"/>
                  </a:schemeClr>
                </a:solidFill>
              </a:rPr>
              <a:t>thuộc</a:t>
            </a:r>
            <a:r>
              <a:rPr lang="en-US" dirty="0">
                <a:solidFill>
                  <a:schemeClr val="bg2">
                    <a:lumMod val="10000"/>
                  </a:schemeClr>
                </a:solidFill>
              </a:rPr>
              <a:t> </a:t>
            </a:r>
            <a:r>
              <a:rPr lang="en-US" dirty="0" err="1">
                <a:solidFill>
                  <a:schemeClr val="bg2">
                    <a:lumMod val="10000"/>
                  </a:schemeClr>
                </a:solidFill>
              </a:rPr>
              <a:t>điều</a:t>
            </a:r>
            <a:r>
              <a:rPr lang="en-US" dirty="0">
                <a:solidFill>
                  <a:schemeClr val="bg2">
                    <a:lumMod val="10000"/>
                  </a:schemeClr>
                </a:solidFill>
              </a:rPr>
              <a:t> </a:t>
            </a:r>
            <a:r>
              <a:rPr lang="en-US" dirty="0" err="1">
                <a:solidFill>
                  <a:schemeClr val="bg2">
                    <a:lumMod val="10000"/>
                  </a:schemeClr>
                </a:solidFill>
              </a:rPr>
              <a:t>kiện</a:t>
            </a:r>
            <a:r>
              <a:rPr lang="en-US" dirty="0">
                <a:solidFill>
                  <a:schemeClr val="bg2">
                    <a:lumMod val="10000"/>
                  </a:schemeClr>
                </a:solidFill>
              </a:rPr>
              <a:t> </a:t>
            </a:r>
            <a:r>
              <a:rPr lang="en-US" dirty="0" err="1">
                <a:solidFill>
                  <a:schemeClr val="bg2">
                    <a:lumMod val="10000"/>
                  </a:schemeClr>
                </a:solidFill>
              </a:rPr>
              <a:t>đường</a:t>
            </a:r>
            <a:r>
              <a:rPr lang="en-US" dirty="0">
                <a:solidFill>
                  <a:schemeClr val="bg2">
                    <a:lumMod val="10000"/>
                  </a:schemeClr>
                </a:solidFill>
              </a:rPr>
              <a:t> so </a:t>
            </a:r>
            <a:r>
              <a:rPr lang="en-US" dirty="0" err="1">
                <a:solidFill>
                  <a:schemeClr val="bg2">
                    <a:lumMod val="10000"/>
                  </a:schemeClr>
                </a:solidFill>
              </a:rPr>
              <a:t>với</a:t>
            </a:r>
            <a:r>
              <a:rPr lang="en-US" dirty="0">
                <a:solidFill>
                  <a:schemeClr val="bg2">
                    <a:lumMod val="10000"/>
                  </a:schemeClr>
                </a:solidFill>
              </a:rPr>
              <a:t> </a:t>
            </a:r>
            <a:r>
              <a:rPr lang="en-US" dirty="0" err="1">
                <a:solidFill>
                  <a:schemeClr val="bg2">
                    <a:lumMod val="10000"/>
                  </a:schemeClr>
                </a:solidFill>
              </a:rPr>
              <a:t>đoạn</a:t>
            </a:r>
            <a:r>
              <a:rPr lang="en-US" dirty="0">
                <a:solidFill>
                  <a:schemeClr val="bg2">
                    <a:lumMod val="10000"/>
                  </a:schemeClr>
                </a:solidFill>
              </a:rPr>
              <a:t> </a:t>
            </a:r>
            <a:r>
              <a:rPr lang="en-US" dirty="0" err="1">
                <a:solidFill>
                  <a:schemeClr val="bg2">
                    <a:lumMod val="10000"/>
                  </a:schemeClr>
                </a:solidFill>
              </a:rPr>
              <a:t>đường</a:t>
            </a:r>
            <a:r>
              <a:rPr lang="en-US" dirty="0">
                <a:solidFill>
                  <a:schemeClr val="bg2">
                    <a:lumMod val="10000"/>
                  </a:schemeClr>
                </a:solidFill>
              </a:rPr>
              <a:t> </a:t>
            </a:r>
            <a:r>
              <a:rPr lang="en-US" dirty="0" err="1">
                <a:solidFill>
                  <a:schemeClr val="bg2">
                    <a:lumMod val="10000"/>
                  </a:schemeClr>
                </a:solidFill>
              </a:rPr>
              <a:t>có</a:t>
            </a:r>
            <a:r>
              <a:rPr lang="en-US" dirty="0">
                <a:solidFill>
                  <a:schemeClr val="bg2">
                    <a:lumMod val="10000"/>
                  </a:schemeClr>
                </a:solidFill>
              </a:rPr>
              <a:t> </a:t>
            </a:r>
            <a:r>
              <a:rPr lang="en-US" dirty="0" err="1">
                <a:solidFill>
                  <a:schemeClr val="bg2">
                    <a:lumMod val="10000"/>
                  </a:schemeClr>
                </a:solidFill>
              </a:rPr>
              <a:t>điều</a:t>
            </a:r>
            <a:r>
              <a:rPr lang="en-US" dirty="0">
                <a:solidFill>
                  <a:schemeClr val="bg2">
                    <a:lumMod val="10000"/>
                  </a:schemeClr>
                </a:solidFill>
              </a:rPr>
              <a:t> </a:t>
            </a:r>
            <a:r>
              <a:rPr lang="en-US" dirty="0" err="1">
                <a:solidFill>
                  <a:schemeClr val="bg2">
                    <a:lumMod val="10000"/>
                  </a:schemeClr>
                </a:solidFill>
              </a:rPr>
              <a:t>kiện</a:t>
            </a:r>
            <a:r>
              <a:rPr lang="en-US" dirty="0">
                <a:solidFill>
                  <a:schemeClr val="bg2">
                    <a:lumMod val="10000"/>
                  </a:schemeClr>
                </a:solidFill>
              </a:rPr>
              <a:t> </a:t>
            </a:r>
            <a:r>
              <a:rPr lang="en-US" dirty="0" err="1">
                <a:solidFill>
                  <a:schemeClr val="bg2">
                    <a:lumMod val="10000"/>
                  </a:schemeClr>
                </a:solidFill>
              </a:rPr>
              <a:t>tiêu</a:t>
            </a:r>
            <a:r>
              <a:rPr lang="en-US" dirty="0">
                <a:solidFill>
                  <a:schemeClr val="bg2">
                    <a:lumMod val="10000"/>
                  </a:schemeClr>
                </a:solidFill>
              </a:rPr>
              <a:t> </a:t>
            </a:r>
            <a:r>
              <a:rPr lang="en-US" dirty="0" err="1">
                <a:solidFill>
                  <a:schemeClr val="bg2">
                    <a:lumMod val="10000"/>
                  </a:schemeClr>
                </a:solidFill>
              </a:rPr>
              <a:t>chuẩn</a:t>
            </a:r>
            <a:r>
              <a:rPr lang="en-US" dirty="0">
                <a:solidFill>
                  <a:schemeClr val="bg2">
                    <a:lumMod val="10000"/>
                  </a:schemeClr>
                </a:solidFill>
              </a:rPr>
              <a:t>. </a:t>
            </a:r>
          </a:p>
        </p:txBody>
      </p:sp>
      <p:sp>
        <p:nvSpPr>
          <p:cNvPr id="17" name="Text Box 74"/>
          <p:cNvSpPr txBox="1">
            <a:spLocks noChangeArrowheads="1"/>
          </p:cNvSpPr>
          <p:nvPr/>
        </p:nvSpPr>
        <p:spPr bwMode="auto">
          <a:xfrm>
            <a:off x="1113970" y="5486400"/>
            <a:ext cx="779054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b="1" dirty="0" err="1">
                <a:solidFill>
                  <a:srgbClr val="990033"/>
                </a:solidFill>
              </a:rPr>
              <a:t>Đoạn</a:t>
            </a:r>
            <a:r>
              <a:rPr lang="en-US" b="1" dirty="0">
                <a:solidFill>
                  <a:srgbClr val="990033"/>
                </a:solidFill>
              </a:rPr>
              <a:t> </a:t>
            </a:r>
            <a:r>
              <a:rPr lang="en-US" b="1" dirty="0" err="1">
                <a:solidFill>
                  <a:srgbClr val="990033"/>
                </a:solidFill>
              </a:rPr>
              <a:t>đường</a:t>
            </a:r>
            <a:r>
              <a:rPr lang="en-US" b="1" dirty="0">
                <a:solidFill>
                  <a:srgbClr val="990033"/>
                </a:solidFill>
              </a:rPr>
              <a:t> </a:t>
            </a:r>
            <a:r>
              <a:rPr lang="en-US" b="1" dirty="0" err="1">
                <a:solidFill>
                  <a:srgbClr val="990033"/>
                </a:solidFill>
              </a:rPr>
              <a:t>tiêu</a:t>
            </a:r>
            <a:r>
              <a:rPr lang="en-US" b="1" dirty="0">
                <a:solidFill>
                  <a:srgbClr val="990033"/>
                </a:solidFill>
              </a:rPr>
              <a:t> </a:t>
            </a:r>
            <a:r>
              <a:rPr lang="en-US" b="1" dirty="0" err="1">
                <a:solidFill>
                  <a:srgbClr val="990033"/>
                </a:solidFill>
              </a:rPr>
              <a:t>chuẩn</a:t>
            </a:r>
            <a:r>
              <a:rPr lang="en-US" b="1" dirty="0">
                <a:solidFill>
                  <a:srgbClr val="990033"/>
                </a:solidFill>
              </a:rPr>
              <a:t> : </a:t>
            </a:r>
            <a:r>
              <a:rPr lang="en-US" b="1" dirty="0" err="1">
                <a:solidFill>
                  <a:srgbClr val="990033"/>
                </a:solidFill>
              </a:rPr>
              <a:t>đoạn</a:t>
            </a:r>
            <a:r>
              <a:rPr lang="en-US" b="1" dirty="0">
                <a:solidFill>
                  <a:srgbClr val="990033"/>
                </a:solidFill>
              </a:rPr>
              <a:t> </a:t>
            </a:r>
            <a:r>
              <a:rPr lang="en-US" b="1" dirty="0" err="1">
                <a:solidFill>
                  <a:srgbClr val="990033"/>
                </a:solidFill>
              </a:rPr>
              <a:t>thẳng</a:t>
            </a:r>
            <a:r>
              <a:rPr lang="en-US" b="1" dirty="0">
                <a:solidFill>
                  <a:srgbClr val="990033"/>
                </a:solidFill>
              </a:rPr>
              <a:t>, </a:t>
            </a:r>
            <a:r>
              <a:rPr lang="en-US" b="1" dirty="0" err="1">
                <a:solidFill>
                  <a:srgbClr val="990033"/>
                </a:solidFill>
              </a:rPr>
              <a:t>độ</a:t>
            </a:r>
            <a:r>
              <a:rPr lang="en-US" b="1" dirty="0">
                <a:solidFill>
                  <a:srgbClr val="990033"/>
                </a:solidFill>
              </a:rPr>
              <a:t> </a:t>
            </a:r>
            <a:r>
              <a:rPr lang="en-US" b="1" dirty="0" err="1">
                <a:solidFill>
                  <a:srgbClr val="990033"/>
                </a:solidFill>
              </a:rPr>
              <a:t>dốc</a:t>
            </a:r>
            <a:r>
              <a:rPr lang="en-US" b="1" dirty="0">
                <a:solidFill>
                  <a:srgbClr val="990033"/>
                </a:solidFill>
              </a:rPr>
              <a:t> = 0, </a:t>
            </a:r>
            <a:r>
              <a:rPr lang="en-US" b="1" dirty="0" err="1">
                <a:solidFill>
                  <a:srgbClr val="990033"/>
                </a:solidFill>
              </a:rPr>
              <a:t>hai</a:t>
            </a:r>
            <a:r>
              <a:rPr lang="en-US" b="1" dirty="0">
                <a:solidFill>
                  <a:srgbClr val="990033"/>
                </a:solidFill>
              </a:rPr>
              <a:t> </a:t>
            </a:r>
            <a:r>
              <a:rPr lang="en-US" b="1" dirty="0" err="1">
                <a:solidFill>
                  <a:srgbClr val="990033"/>
                </a:solidFill>
              </a:rPr>
              <a:t>làn</a:t>
            </a:r>
            <a:r>
              <a:rPr lang="en-US" b="1" dirty="0">
                <a:solidFill>
                  <a:srgbClr val="990033"/>
                </a:solidFill>
              </a:rPr>
              <a:t> </a:t>
            </a:r>
            <a:r>
              <a:rPr lang="en-US" b="1" dirty="0" err="1">
                <a:solidFill>
                  <a:srgbClr val="990033"/>
                </a:solidFill>
              </a:rPr>
              <a:t>xe</a:t>
            </a:r>
            <a:r>
              <a:rPr lang="en-US" b="1" dirty="0">
                <a:solidFill>
                  <a:srgbClr val="990033"/>
                </a:solidFill>
              </a:rPr>
              <a:t> </a:t>
            </a:r>
            <a:r>
              <a:rPr lang="en-US" b="1" dirty="0" err="1">
                <a:solidFill>
                  <a:srgbClr val="990033"/>
                </a:solidFill>
              </a:rPr>
              <a:t>có</a:t>
            </a:r>
            <a:r>
              <a:rPr lang="en-US" b="1" dirty="0">
                <a:solidFill>
                  <a:srgbClr val="990033"/>
                </a:solidFill>
              </a:rPr>
              <a:t> </a:t>
            </a:r>
            <a:r>
              <a:rPr lang="en-US" b="1" dirty="0" err="1">
                <a:solidFill>
                  <a:srgbClr val="990033"/>
                </a:solidFill>
              </a:rPr>
              <a:t>chiều</a:t>
            </a:r>
            <a:r>
              <a:rPr lang="en-US" b="1" dirty="0">
                <a:solidFill>
                  <a:srgbClr val="990033"/>
                </a:solidFill>
              </a:rPr>
              <a:t> </a:t>
            </a:r>
            <a:r>
              <a:rPr lang="en-US" b="1" dirty="0" err="1">
                <a:solidFill>
                  <a:srgbClr val="990033"/>
                </a:solidFill>
              </a:rPr>
              <a:t>rộng</a:t>
            </a:r>
            <a:r>
              <a:rPr lang="en-US" b="1" dirty="0">
                <a:solidFill>
                  <a:srgbClr val="990033"/>
                </a:solidFill>
              </a:rPr>
              <a:t> </a:t>
            </a:r>
            <a:r>
              <a:rPr lang="en-US" b="1" dirty="0" err="1">
                <a:solidFill>
                  <a:srgbClr val="990033"/>
                </a:solidFill>
              </a:rPr>
              <a:t>mặt</a:t>
            </a:r>
            <a:r>
              <a:rPr lang="en-US" b="1" dirty="0">
                <a:solidFill>
                  <a:srgbClr val="990033"/>
                </a:solidFill>
              </a:rPr>
              <a:t> </a:t>
            </a:r>
            <a:r>
              <a:rPr lang="en-US" b="1" dirty="0" err="1">
                <a:solidFill>
                  <a:srgbClr val="990033"/>
                </a:solidFill>
              </a:rPr>
              <a:t>đường</a:t>
            </a:r>
            <a:r>
              <a:rPr lang="en-US" b="1" dirty="0">
                <a:solidFill>
                  <a:srgbClr val="990033"/>
                </a:solidFill>
              </a:rPr>
              <a:t>  7.5m , </a:t>
            </a:r>
            <a:r>
              <a:rPr lang="en-US" b="1" dirty="0" err="1">
                <a:solidFill>
                  <a:srgbClr val="990033"/>
                </a:solidFill>
              </a:rPr>
              <a:t>có</a:t>
            </a:r>
            <a:r>
              <a:rPr lang="en-US" b="1" dirty="0">
                <a:solidFill>
                  <a:srgbClr val="990033"/>
                </a:solidFill>
              </a:rPr>
              <a:t> </a:t>
            </a:r>
            <a:r>
              <a:rPr lang="en-US" b="1" dirty="0" err="1">
                <a:solidFill>
                  <a:srgbClr val="990033"/>
                </a:solidFill>
              </a:rPr>
              <a:t>lề</a:t>
            </a:r>
            <a:r>
              <a:rPr lang="en-US" b="1" dirty="0">
                <a:solidFill>
                  <a:srgbClr val="990033"/>
                </a:solidFill>
              </a:rPr>
              <a:t> </a:t>
            </a:r>
            <a:r>
              <a:rPr lang="en-US" b="1" dirty="0" err="1">
                <a:solidFill>
                  <a:srgbClr val="990033"/>
                </a:solidFill>
              </a:rPr>
              <a:t>gia</a:t>
            </a:r>
            <a:r>
              <a:rPr lang="en-US" b="1" dirty="0">
                <a:solidFill>
                  <a:srgbClr val="990033"/>
                </a:solidFill>
              </a:rPr>
              <a:t> </a:t>
            </a:r>
            <a:r>
              <a:rPr lang="en-US" b="1" dirty="0" err="1">
                <a:solidFill>
                  <a:srgbClr val="990033"/>
                </a:solidFill>
              </a:rPr>
              <a:t>cố</a:t>
            </a:r>
            <a:r>
              <a:rPr lang="en-US" b="1" dirty="0">
                <a:solidFill>
                  <a:srgbClr val="990033"/>
                </a:solidFill>
              </a:rPr>
              <a:t> </a:t>
            </a:r>
            <a:r>
              <a:rPr lang="en-US" b="1" dirty="0" err="1">
                <a:solidFill>
                  <a:srgbClr val="990033"/>
                </a:solidFill>
              </a:rPr>
              <a:t>với</a:t>
            </a:r>
            <a:r>
              <a:rPr lang="en-US" b="1" dirty="0">
                <a:solidFill>
                  <a:srgbClr val="990033"/>
                </a:solidFill>
              </a:rPr>
              <a:t> </a:t>
            </a:r>
            <a:r>
              <a:rPr lang="en-US" b="1" dirty="0" err="1">
                <a:solidFill>
                  <a:srgbClr val="990033"/>
                </a:solidFill>
              </a:rPr>
              <a:t>chiều</a:t>
            </a:r>
            <a:r>
              <a:rPr lang="en-US" b="1" dirty="0">
                <a:solidFill>
                  <a:srgbClr val="990033"/>
                </a:solidFill>
              </a:rPr>
              <a:t> </a:t>
            </a:r>
            <a:r>
              <a:rPr lang="en-US" b="1" dirty="0" err="1">
                <a:solidFill>
                  <a:srgbClr val="990033"/>
                </a:solidFill>
              </a:rPr>
              <a:t>rộng</a:t>
            </a:r>
            <a:r>
              <a:rPr lang="en-US" b="1" dirty="0">
                <a:solidFill>
                  <a:srgbClr val="990033"/>
                </a:solidFill>
              </a:rPr>
              <a:t> </a:t>
            </a:r>
            <a:r>
              <a:rPr lang="en-US" b="1" dirty="0" err="1">
                <a:solidFill>
                  <a:srgbClr val="990033"/>
                </a:solidFill>
              </a:rPr>
              <a:t>đủ</a:t>
            </a:r>
            <a:endParaRPr lang="en-US" b="1" dirty="0">
              <a:solidFill>
                <a:srgbClr val="990033"/>
              </a:solidFill>
            </a:endParaRPr>
          </a:p>
        </p:txBody>
      </p:sp>
      <p:sp>
        <p:nvSpPr>
          <p:cNvPr id="18" name="Text Box 75"/>
          <p:cNvSpPr txBox="1">
            <a:spLocks noChangeArrowheads="1"/>
          </p:cNvSpPr>
          <p:nvPr/>
        </p:nvSpPr>
        <p:spPr bwMode="auto">
          <a:xfrm>
            <a:off x="1981200" y="3178629"/>
            <a:ext cx="5410200" cy="2111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pPr>
            <a:r>
              <a:rPr lang="en-US" sz="1600" dirty="0" err="1">
                <a:solidFill>
                  <a:schemeClr val="bg2">
                    <a:lumMod val="10000"/>
                  </a:schemeClr>
                </a:solidFill>
              </a:rPr>
              <a:t>Các</a:t>
            </a:r>
            <a:r>
              <a:rPr lang="en-US" sz="1600" dirty="0">
                <a:solidFill>
                  <a:schemeClr val="bg2">
                    <a:lumMod val="10000"/>
                  </a:schemeClr>
                </a:solidFill>
              </a:rPr>
              <a:t> </a:t>
            </a:r>
            <a:r>
              <a:rPr lang="en-US" sz="1600" dirty="0" err="1">
                <a:solidFill>
                  <a:schemeClr val="bg2">
                    <a:lumMod val="10000"/>
                  </a:schemeClr>
                </a:solidFill>
              </a:rPr>
              <a:t>hệ</a:t>
            </a:r>
            <a:r>
              <a:rPr lang="en-US" sz="1600" dirty="0">
                <a:solidFill>
                  <a:schemeClr val="bg2">
                    <a:lumMod val="10000"/>
                  </a:schemeClr>
                </a:solidFill>
              </a:rPr>
              <a:t> </a:t>
            </a:r>
            <a:r>
              <a:rPr lang="en-US" sz="1600" dirty="0" err="1">
                <a:solidFill>
                  <a:schemeClr val="bg2">
                    <a:lumMod val="10000"/>
                  </a:schemeClr>
                </a:solidFill>
              </a:rPr>
              <a:t>số</a:t>
            </a:r>
            <a:r>
              <a:rPr lang="en-US" sz="1600" dirty="0">
                <a:solidFill>
                  <a:schemeClr val="bg2">
                    <a:lumMod val="10000"/>
                  </a:schemeClr>
                </a:solidFill>
              </a:rPr>
              <a:t> tai </a:t>
            </a:r>
            <a:r>
              <a:rPr lang="en-US" sz="1600" dirty="0" err="1">
                <a:solidFill>
                  <a:schemeClr val="bg2">
                    <a:lumMod val="10000"/>
                  </a:schemeClr>
                </a:solidFill>
              </a:rPr>
              <a:t>nạn</a:t>
            </a:r>
            <a:r>
              <a:rPr lang="en-US" sz="1600" dirty="0">
                <a:solidFill>
                  <a:schemeClr val="bg2">
                    <a:lumMod val="10000"/>
                  </a:schemeClr>
                </a:solidFill>
              </a:rPr>
              <a:t> </a:t>
            </a:r>
            <a:r>
              <a:rPr lang="en-US" sz="1600" dirty="0" err="1">
                <a:solidFill>
                  <a:schemeClr val="bg2">
                    <a:lumMod val="10000"/>
                  </a:schemeClr>
                </a:solidFill>
              </a:rPr>
              <a:t>giao</a:t>
            </a:r>
            <a:r>
              <a:rPr lang="en-US" sz="1600" dirty="0">
                <a:solidFill>
                  <a:schemeClr val="bg2">
                    <a:lumMod val="10000"/>
                  </a:schemeClr>
                </a:solidFill>
              </a:rPr>
              <a:t> </a:t>
            </a:r>
            <a:r>
              <a:rPr lang="en-US" sz="1600" dirty="0" err="1">
                <a:solidFill>
                  <a:schemeClr val="bg2">
                    <a:lumMod val="10000"/>
                  </a:schemeClr>
                </a:solidFill>
              </a:rPr>
              <a:t>thông</a:t>
            </a:r>
            <a:r>
              <a:rPr lang="en-US" sz="1600" dirty="0">
                <a:solidFill>
                  <a:schemeClr val="bg2">
                    <a:lumMod val="10000"/>
                  </a:schemeClr>
                </a:solidFill>
              </a:rPr>
              <a:t>:</a:t>
            </a:r>
          </a:p>
          <a:p>
            <a:pPr>
              <a:spcBef>
                <a:spcPct val="20000"/>
              </a:spcBef>
              <a:buFontTx/>
              <a:buChar char="•"/>
            </a:pPr>
            <a:r>
              <a:rPr lang="en-US" sz="1600" dirty="0">
                <a:solidFill>
                  <a:schemeClr val="bg2">
                    <a:lumMod val="10000"/>
                  </a:schemeClr>
                </a:solidFill>
              </a:rPr>
              <a:t> </a:t>
            </a:r>
            <a:r>
              <a:rPr lang="en-US" sz="1600" dirty="0" err="1">
                <a:solidFill>
                  <a:schemeClr val="bg2">
                    <a:lumMod val="10000"/>
                  </a:schemeClr>
                </a:solidFill>
              </a:rPr>
              <a:t>Các</a:t>
            </a:r>
            <a:r>
              <a:rPr lang="en-US" sz="1600" dirty="0">
                <a:solidFill>
                  <a:schemeClr val="bg2">
                    <a:lumMod val="10000"/>
                  </a:schemeClr>
                </a:solidFill>
              </a:rPr>
              <a:t> </a:t>
            </a:r>
            <a:r>
              <a:rPr lang="en-US" sz="1600" dirty="0" err="1">
                <a:solidFill>
                  <a:schemeClr val="bg2">
                    <a:lumMod val="10000"/>
                  </a:schemeClr>
                </a:solidFill>
              </a:rPr>
              <a:t>yếu</a:t>
            </a:r>
            <a:r>
              <a:rPr lang="en-US" sz="1600" dirty="0">
                <a:solidFill>
                  <a:schemeClr val="bg2">
                    <a:lumMod val="10000"/>
                  </a:schemeClr>
                </a:solidFill>
              </a:rPr>
              <a:t> </a:t>
            </a:r>
            <a:r>
              <a:rPr lang="en-US" sz="1600" dirty="0" err="1">
                <a:solidFill>
                  <a:schemeClr val="bg2">
                    <a:lumMod val="10000"/>
                  </a:schemeClr>
                </a:solidFill>
              </a:rPr>
              <a:t>tố</a:t>
            </a:r>
            <a:r>
              <a:rPr lang="en-US" sz="1600" dirty="0">
                <a:solidFill>
                  <a:schemeClr val="bg2">
                    <a:lumMod val="10000"/>
                  </a:schemeClr>
                </a:solidFill>
              </a:rPr>
              <a:t> </a:t>
            </a:r>
            <a:r>
              <a:rPr lang="en-US" sz="1600" dirty="0" err="1">
                <a:solidFill>
                  <a:schemeClr val="bg2">
                    <a:lumMod val="10000"/>
                  </a:schemeClr>
                </a:solidFill>
              </a:rPr>
              <a:t>bình</a:t>
            </a:r>
            <a:r>
              <a:rPr lang="en-US" sz="1600" dirty="0">
                <a:solidFill>
                  <a:schemeClr val="bg2">
                    <a:lumMod val="10000"/>
                  </a:schemeClr>
                </a:solidFill>
              </a:rPr>
              <a:t> </a:t>
            </a:r>
            <a:r>
              <a:rPr lang="en-US" sz="1600" dirty="0" err="1">
                <a:solidFill>
                  <a:schemeClr val="bg2">
                    <a:lumMod val="10000"/>
                  </a:schemeClr>
                </a:solidFill>
              </a:rPr>
              <a:t>đồ</a:t>
            </a:r>
            <a:r>
              <a:rPr lang="en-US" sz="1600" dirty="0">
                <a:solidFill>
                  <a:schemeClr val="bg2">
                    <a:lumMod val="10000"/>
                  </a:schemeClr>
                </a:solidFill>
              </a:rPr>
              <a:t> </a:t>
            </a:r>
            <a:r>
              <a:rPr lang="en-US" sz="1600" dirty="0" err="1">
                <a:solidFill>
                  <a:schemeClr val="bg2">
                    <a:lumMod val="10000"/>
                  </a:schemeClr>
                </a:solidFill>
              </a:rPr>
              <a:t>đường</a:t>
            </a:r>
            <a:r>
              <a:rPr lang="en-US" sz="1600" dirty="0">
                <a:solidFill>
                  <a:schemeClr val="bg2">
                    <a:lumMod val="10000"/>
                  </a:schemeClr>
                </a:solidFill>
              </a:rPr>
              <a:t> – k</a:t>
            </a:r>
            <a:r>
              <a:rPr lang="en-US" sz="1600" baseline="-25000" dirty="0">
                <a:solidFill>
                  <a:schemeClr val="bg2">
                    <a:lumMod val="10000"/>
                  </a:schemeClr>
                </a:solidFill>
              </a:rPr>
              <a:t>5</a:t>
            </a:r>
            <a:r>
              <a:rPr lang="en-US" sz="1600" dirty="0">
                <a:solidFill>
                  <a:schemeClr val="bg2">
                    <a:lumMod val="10000"/>
                  </a:schemeClr>
                </a:solidFill>
              </a:rPr>
              <a:t>, k</a:t>
            </a:r>
            <a:r>
              <a:rPr lang="en-US" sz="1600" baseline="-25000" dirty="0">
                <a:solidFill>
                  <a:schemeClr val="bg2">
                    <a:lumMod val="10000"/>
                  </a:schemeClr>
                </a:solidFill>
              </a:rPr>
              <a:t>6</a:t>
            </a:r>
            <a:r>
              <a:rPr lang="en-US" sz="1600" dirty="0">
                <a:solidFill>
                  <a:schemeClr val="bg2">
                    <a:lumMod val="10000"/>
                  </a:schemeClr>
                </a:solidFill>
              </a:rPr>
              <a:t>, k</a:t>
            </a:r>
            <a:r>
              <a:rPr lang="en-US" sz="1600" baseline="-25000" dirty="0">
                <a:solidFill>
                  <a:schemeClr val="bg2">
                    <a:lumMod val="10000"/>
                  </a:schemeClr>
                </a:solidFill>
              </a:rPr>
              <a:t>8</a:t>
            </a:r>
            <a:r>
              <a:rPr lang="en-US" sz="1600" dirty="0">
                <a:solidFill>
                  <a:schemeClr val="bg2">
                    <a:lumMod val="10000"/>
                  </a:schemeClr>
                </a:solidFill>
              </a:rPr>
              <a:t>, k</a:t>
            </a:r>
            <a:r>
              <a:rPr lang="en-US" sz="1600" baseline="-25000" dirty="0">
                <a:solidFill>
                  <a:schemeClr val="bg2">
                    <a:lumMod val="10000"/>
                  </a:schemeClr>
                </a:solidFill>
              </a:rPr>
              <a:t>10</a:t>
            </a:r>
            <a:r>
              <a:rPr lang="en-US" sz="1600" dirty="0">
                <a:solidFill>
                  <a:schemeClr val="bg2">
                    <a:lumMod val="10000"/>
                  </a:schemeClr>
                </a:solidFill>
              </a:rPr>
              <a:t>, k</a:t>
            </a:r>
            <a:r>
              <a:rPr lang="en-US" sz="1600" baseline="-25000" dirty="0">
                <a:solidFill>
                  <a:schemeClr val="bg2">
                    <a:lumMod val="10000"/>
                  </a:schemeClr>
                </a:solidFill>
              </a:rPr>
              <a:t>11</a:t>
            </a:r>
            <a:endParaRPr lang="en-US" sz="1600" dirty="0">
              <a:solidFill>
                <a:schemeClr val="bg2">
                  <a:lumMod val="10000"/>
                </a:schemeClr>
              </a:solidFill>
            </a:endParaRPr>
          </a:p>
          <a:p>
            <a:pPr>
              <a:spcBef>
                <a:spcPct val="20000"/>
              </a:spcBef>
              <a:buFontTx/>
              <a:buChar char="•"/>
            </a:pPr>
            <a:r>
              <a:rPr lang="en-US" sz="1600" dirty="0">
                <a:solidFill>
                  <a:schemeClr val="bg2">
                    <a:lumMod val="10000"/>
                  </a:schemeClr>
                </a:solidFill>
              </a:rPr>
              <a:t> </a:t>
            </a:r>
            <a:r>
              <a:rPr lang="en-US" sz="1600" dirty="0" err="1">
                <a:solidFill>
                  <a:schemeClr val="bg2">
                    <a:lumMod val="10000"/>
                  </a:schemeClr>
                </a:solidFill>
              </a:rPr>
              <a:t>Các</a:t>
            </a:r>
            <a:r>
              <a:rPr lang="en-US" sz="1600" dirty="0">
                <a:solidFill>
                  <a:schemeClr val="bg2">
                    <a:lumMod val="10000"/>
                  </a:schemeClr>
                </a:solidFill>
              </a:rPr>
              <a:t> </a:t>
            </a:r>
            <a:r>
              <a:rPr lang="en-US" sz="1600" dirty="0" err="1">
                <a:solidFill>
                  <a:schemeClr val="bg2">
                    <a:lumMod val="10000"/>
                  </a:schemeClr>
                </a:solidFill>
              </a:rPr>
              <a:t>yếu</a:t>
            </a:r>
            <a:r>
              <a:rPr lang="en-US" sz="1600" dirty="0">
                <a:solidFill>
                  <a:schemeClr val="bg2">
                    <a:lumMod val="10000"/>
                  </a:schemeClr>
                </a:solidFill>
              </a:rPr>
              <a:t> </a:t>
            </a:r>
            <a:r>
              <a:rPr lang="en-US" sz="1600" dirty="0" err="1">
                <a:solidFill>
                  <a:schemeClr val="bg2">
                    <a:lumMod val="10000"/>
                  </a:schemeClr>
                </a:solidFill>
              </a:rPr>
              <a:t>tố</a:t>
            </a:r>
            <a:r>
              <a:rPr lang="en-US" sz="1600" dirty="0">
                <a:solidFill>
                  <a:schemeClr val="bg2">
                    <a:lumMod val="10000"/>
                  </a:schemeClr>
                </a:solidFill>
              </a:rPr>
              <a:t> </a:t>
            </a:r>
            <a:r>
              <a:rPr lang="en-US" sz="1600" dirty="0" err="1">
                <a:solidFill>
                  <a:schemeClr val="bg2">
                    <a:lumMod val="10000"/>
                  </a:schemeClr>
                </a:solidFill>
              </a:rPr>
              <a:t>trắc</a:t>
            </a:r>
            <a:r>
              <a:rPr lang="en-US" sz="1600" dirty="0">
                <a:solidFill>
                  <a:schemeClr val="bg2">
                    <a:lumMod val="10000"/>
                  </a:schemeClr>
                </a:solidFill>
              </a:rPr>
              <a:t> </a:t>
            </a:r>
            <a:r>
              <a:rPr lang="en-US" sz="1600" dirty="0" err="1">
                <a:solidFill>
                  <a:schemeClr val="bg2">
                    <a:lumMod val="10000"/>
                  </a:schemeClr>
                </a:solidFill>
              </a:rPr>
              <a:t>dọc</a:t>
            </a:r>
            <a:r>
              <a:rPr lang="en-US" sz="1600" dirty="0">
                <a:solidFill>
                  <a:schemeClr val="bg2">
                    <a:lumMod val="10000"/>
                  </a:schemeClr>
                </a:solidFill>
              </a:rPr>
              <a:t> </a:t>
            </a:r>
            <a:r>
              <a:rPr lang="en-US" sz="1600" dirty="0" err="1">
                <a:solidFill>
                  <a:schemeClr val="bg2">
                    <a:lumMod val="10000"/>
                  </a:schemeClr>
                </a:solidFill>
              </a:rPr>
              <a:t>đường</a:t>
            </a:r>
            <a:r>
              <a:rPr lang="en-US" sz="1600" dirty="0">
                <a:solidFill>
                  <a:schemeClr val="bg2">
                    <a:lumMod val="10000"/>
                  </a:schemeClr>
                </a:solidFill>
              </a:rPr>
              <a:t> 	– k</a:t>
            </a:r>
            <a:r>
              <a:rPr lang="en-US" sz="1600" baseline="-25000" dirty="0">
                <a:solidFill>
                  <a:schemeClr val="bg2">
                    <a:lumMod val="10000"/>
                  </a:schemeClr>
                </a:solidFill>
              </a:rPr>
              <a:t>4</a:t>
            </a:r>
            <a:r>
              <a:rPr lang="en-US" sz="1600" dirty="0">
                <a:solidFill>
                  <a:schemeClr val="bg2">
                    <a:lumMod val="10000"/>
                  </a:schemeClr>
                </a:solidFill>
              </a:rPr>
              <a:t>, k</a:t>
            </a:r>
            <a:r>
              <a:rPr lang="en-US" sz="1600" baseline="-25000" dirty="0">
                <a:solidFill>
                  <a:schemeClr val="bg2">
                    <a:lumMod val="10000"/>
                  </a:schemeClr>
                </a:solidFill>
              </a:rPr>
              <a:t>6</a:t>
            </a:r>
            <a:endParaRPr lang="en-US" sz="1600" dirty="0">
              <a:solidFill>
                <a:schemeClr val="bg2">
                  <a:lumMod val="10000"/>
                </a:schemeClr>
              </a:solidFill>
            </a:endParaRPr>
          </a:p>
          <a:p>
            <a:pPr>
              <a:spcBef>
                <a:spcPct val="20000"/>
              </a:spcBef>
              <a:buFontTx/>
              <a:buChar char="•"/>
            </a:pPr>
            <a:r>
              <a:rPr lang="en-US" sz="1600" dirty="0">
                <a:solidFill>
                  <a:schemeClr val="bg2">
                    <a:lumMod val="10000"/>
                  </a:schemeClr>
                </a:solidFill>
              </a:rPr>
              <a:t> </a:t>
            </a:r>
            <a:r>
              <a:rPr lang="en-US" sz="1600" dirty="0" err="1">
                <a:solidFill>
                  <a:schemeClr val="bg2">
                    <a:lumMod val="10000"/>
                  </a:schemeClr>
                </a:solidFill>
              </a:rPr>
              <a:t>Các</a:t>
            </a:r>
            <a:r>
              <a:rPr lang="en-US" sz="1600" dirty="0">
                <a:solidFill>
                  <a:schemeClr val="bg2">
                    <a:lumMod val="10000"/>
                  </a:schemeClr>
                </a:solidFill>
              </a:rPr>
              <a:t> </a:t>
            </a:r>
            <a:r>
              <a:rPr lang="en-US" sz="1600" dirty="0" err="1">
                <a:solidFill>
                  <a:schemeClr val="bg2">
                    <a:lumMod val="10000"/>
                  </a:schemeClr>
                </a:solidFill>
              </a:rPr>
              <a:t>yếu</a:t>
            </a:r>
            <a:r>
              <a:rPr lang="en-US" sz="1600" dirty="0">
                <a:solidFill>
                  <a:schemeClr val="bg2">
                    <a:lumMod val="10000"/>
                  </a:schemeClr>
                </a:solidFill>
              </a:rPr>
              <a:t> </a:t>
            </a:r>
            <a:r>
              <a:rPr lang="en-US" sz="1600" dirty="0" err="1">
                <a:solidFill>
                  <a:schemeClr val="bg2">
                    <a:lumMod val="10000"/>
                  </a:schemeClr>
                </a:solidFill>
              </a:rPr>
              <a:t>tố</a:t>
            </a:r>
            <a:r>
              <a:rPr lang="en-US" sz="1600" dirty="0">
                <a:solidFill>
                  <a:schemeClr val="bg2">
                    <a:lumMod val="10000"/>
                  </a:schemeClr>
                </a:solidFill>
              </a:rPr>
              <a:t> </a:t>
            </a:r>
            <a:r>
              <a:rPr lang="en-US" sz="1600" dirty="0" err="1">
                <a:solidFill>
                  <a:schemeClr val="bg2">
                    <a:lumMod val="10000"/>
                  </a:schemeClr>
                </a:solidFill>
              </a:rPr>
              <a:t>trắc</a:t>
            </a:r>
            <a:r>
              <a:rPr lang="en-US" sz="1600" dirty="0">
                <a:solidFill>
                  <a:schemeClr val="bg2">
                    <a:lumMod val="10000"/>
                  </a:schemeClr>
                </a:solidFill>
              </a:rPr>
              <a:t> </a:t>
            </a:r>
            <a:r>
              <a:rPr lang="en-US" sz="1600" dirty="0" err="1">
                <a:solidFill>
                  <a:schemeClr val="bg2">
                    <a:lumMod val="10000"/>
                  </a:schemeClr>
                </a:solidFill>
              </a:rPr>
              <a:t>ngang</a:t>
            </a:r>
            <a:r>
              <a:rPr lang="en-US" sz="1600" dirty="0">
                <a:solidFill>
                  <a:schemeClr val="bg2">
                    <a:lumMod val="10000"/>
                  </a:schemeClr>
                </a:solidFill>
              </a:rPr>
              <a:t> </a:t>
            </a:r>
            <a:r>
              <a:rPr lang="en-US" sz="1600" dirty="0" err="1">
                <a:solidFill>
                  <a:schemeClr val="bg2">
                    <a:lumMod val="10000"/>
                  </a:schemeClr>
                </a:solidFill>
              </a:rPr>
              <a:t>đường</a:t>
            </a:r>
            <a:r>
              <a:rPr lang="en-US" sz="1600" dirty="0">
                <a:solidFill>
                  <a:schemeClr val="bg2">
                    <a:lumMod val="10000"/>
                  </a:schemeClr>
                </a:solidFill>
              </a:rPr>
              <a:t> – k</a:t>
            </a:r>
            <a:r>
              <a:rPr lang="en-US" sz="1600" baseline="-25000" dirty="0">
                <a:solidFill>
                  <a:schemeClr val="bg2">
                    <a:lumMod val="10000"/>
                  </a:schemeClr>
                </a:solidFill>
              </a:rPr>
              <a:t>2</a:t>
            </a:r>
            <a:r>
              <a:rPr lang="en-US" sz="1600" dirty="0">
                <a:solidFill>
                  <a:schemeClr val="bg2">
                    <a:lumMod val="10000"/>
                  </a:schemeClr>
                </a:solidFill>
              </a:rPr>
              <a:t>, k</a:t>
            </a:r>
            <a:r>
              <a:rPr lang="en-US" sz="1600" baseline="-25000" dirty="0">
                <a:solidFill>
                  <a:schemeClr val="bg2">
                    <a:lumMod val="10000"/>
                  </a:schemeClr>
                </a:solidFill>
              </a:rPr>
              <a:t>3</a:t>
            </a:r>
            <a:r>
              <a:rPr lang="en-US" sz="1600" dirty="0">
                <a:solidFill>
                  <a:schemeClr val="bg2">
                    <a:lumMod val="10000"/>
                  </a:schemeClr>
                </a:solidFill>
              </a:rPr>
              <a:t>,k</a:t>
            </a:r>
            <a:r>
              <a:rPr lang="en-US" sz="1600" baseline="-25000" dirty="0">
                <a:solidFill>
                  <a:schemeClr val="bg2">
                    <a:lumMod val="10000"/>
                  </a:schemeClr>
                </a:solidFill>
              </a:rPr>
              <a:t>7</a:t>
            </a:r>
            <a:r>
              <a:rPr lang="en-US" sz="1600" dirty="0">
                <a:solidFill>
                  <a:schemeClr val="bg2">
                    <a:lumMod val="10000"/>
                  </a:schemeClr>
                </a:solidFill>
              </a:rPr>
              <a:t>, k</a:t>
            </a:r>
            <a:r>
              <a:rPr lang="en-US" sz="1600" baseline="-25000" dirty="0">
                <a:solidFill>
                  <a:schemeClr val="bg2">
                    <a:lumMod val="10000"/>
                  </a:schemeClr>
                </a:solidFill>
              </a:rPr>
              <a:t>12</a:t>
            </a:r>
          </a:p>
          <a:p>
            <a:pPr>
              <a:spcBef>
                <a:spcPct val="20000"/>
              </a:spcBef>
              <a:buFontTx/>
              <a:buChar char="•"/>
            </a:pPr>
            <a:r>
              <a:rPr lang="en-US" sz="1600" baseline="-25000" dirty="0">
                <a:solidFill>
                  <a:schemeClr val="bg2">
                    <a:lumMod val="10000"/>
                  </a:schemeClr>
                </a:solidFill>
              </a:rPr>
              <a:t> </a:t>
            </a:r>
            <a:r>
              <a:rPr lang="en-US" sz="1600" dirty="0">
                <a:solidFill>
                  <a:schemeClr val="bg2">
                    <a:lumMod val="10000"/>
                  </a:schemeClr>
                </a:solidFill>
              </a:rPr>
              <a:t> </a:t>
            </a:r>
            <a:r>
              <a:rPr lang="en-US" sz="1600" dirty="0" err="1">
                <a:solidFill>
                  <a:schemeClr val="bg2">
                    <a:lumMod val="10000"/>
                  </a:schemeClr>
                </a:solidFill>
              </a:rPr>
              <a:t>Lưu</a:t>
            </a:r>
            <a:r>
              <a:rPr lang="en-US" sz="1600" dirty="0">
                <a:solidFill>
                  <a:schemeClr val="bg2">
                    <a:lumMod val="10000"/>
                  </a:schemeClr>
                </a:solidFill>
              </a:rPr>
              <a:t> </a:t>
            </a:r>
            <a:r>
              <a:rPr lang="en-US" sz="1600" dirty="0" err="1">
                <a:solidFill>
                  <a:schemeClr val="bg2">
                    <a:lumMod val="10000"/>
                  </a:schemeClr>
                </a:solidFill>
              </a:rPr>
              <a:t>lượng</a:t>
            </a:r>
            <a:r>
              <a:rPr lang="en-US" sz="1600" dirty="0">
                <a:solidFill>
                  <a:schemeClr val="bg2">
                    <a:lumMod val="10000"/>
                  </a:schemeClr>
                </a:solidFill>
              </a:rPr>
              <a:t> </a:t>
            </a:r>
            <a:r>
              <a:rPr lang="en-US" sz="1600" dirty="0" err="1">
                <a:solidFill>
                  <a:schemeClr val="bg2">
                    <a:lumMod val="10000"/>
                  </a:schemeClr>
                </a:solidFill>
              </a:rPr>
              <a:t>xe</a:t>
            </a:r>
            <a:r>
              <a:rPr lang="en-US" sz="1600" dirty="0">
                <a:solidFill>
                  <a:schemeClr val="bg2">
                    <a:lumMod val="10000"/>
                  </a:schemeClr>
                </a:solidFill>
              </a:rPr>
              <a:t> – k</a:t>
            </a:r>
            <a:r>
              <a:rPr lang="en-US" sz="1600" baseline="-25000" dirty="0">
                <a:solidFill>
                  <a:schemeClr val="bg2">
                    <a:lumMod val="10000"/>
                  </a:schemeClr>
                </a:solidFill>
              </a:rPr>
              <a:t>1</a:t>
            </a:r>
            <a:r>
              <a:rPr lang="en-US" sz="1600" dirty="0">
                <a:solidFill>
                  <a:schemeClr val="bg2">
                    <a:lumMod val="10000"/>
                  </a:schemeClr>
                </a:solidFill>
              </a:rPr>
              <a:t>, k</a:t>
            </a:r>
            <a:r>
              <a:rPr lang="en-US" sz="1600" baseline="-25000" dirty="0">
                <a:solidFill>
                  <a:schemeClr val="bg2">
                    <a:lumMod val="10000"/>
                  </a:schemeClr>
                </a:solidFill>
              </a:rPr>
              <a:t>9</a:t>
            </a:r>
            <a:endParaRPr lang="en-US" sz="1600" dirty="0">
              <a:solidFill>
                <a:schemeClr val="bg2">
                  <a:lumMod val="10000"/>
                </a:schemeClr>
              </a:solidFill>
            </a:endParaRPr>
          </a:p>
          <a:p>
            <a:pPr>
              <a:spcBef>
                <a:spcPct val="20000"/>
              </a:spcBef>
              <a:buFontTx/>
              <a:buChar char="•"/>
            </a:pPr>
            <a:r>
              <a:rPr lang="en-US" sz="1600" dirty="0">
                <a:solidFill>
                  <a:schemeClr val="bg2">
                    <a:lumMod val="10000"/>
                  </a:schemeClr>
                </a:solidFill>
              </a:rPr>
              <a:t> </a:t>
            </a:r>
            <a:r>
              <a:rPr lang="en-US" sz="1600" dirty="0" err="1">
                <a:solidFill>
                  <a:schemeClr val="bg2">
                    <a:lumMod val="10000"/>
                  </a:schemeClr>
                </a:solidFill>
              </a:rPr>
              <a:t>Loại</a:t>
            </a:r>
            <a:r>
              <a:rPr lang="en-US" sz="1600" dirty="0">
                <a:solidFill>
                  <a:schemeClr val="bg2">
                    <a:lumMod val="10000"/>
                  </a:schemeClr>
                </a:solidFill>
              </a:rPr>
              <a:t> </a:t>
            </a:r>
            <a:r>
              <a:rPr lang="en-US" sz="1600" dirty="0" err="1">
                <a:solidFill>
                  <a:schemeClr val="bg2">
                    <a:lumMod val="10000"/>
                  </a:schemeClr>
                </a:solidFill>
              </a:rPr>
              <a:t>mặt</a:t>
            </a:r>
            <a:r>
              <a:rPr lang="en-US" sz="1600" dirty="0">
                <a:solidFill>
                  <a:schemeClr val="bg2">
                    <a:lumMod val="10000"/>
                  </a:schemeClr>
                </a:solidFill>
              </a:rPr>
              <a:t> </a:t>
            </a:r>
            <a:r>
              <a:rPr lang="en-US" sz="1600" dirty="0" err="1">
                <a:solidFill>
                  <a:schemeClr val="bg2">
                    <a:lumMod val="10000"/>
                  </a:schemeClr>
                </a:solidFill>
              </a:rPr>
              <a:t>đường</a:t>
            </a:r>
            <a:r>
              <a:rPr lang="en-US" sz="1600" dirty="0">
                <a:solidFill>
                  <a:schemeClr val="bg2">
                    <a:lumMod val="10000"/>
                  </a:schemeClr>
                </a:solidFill>
              </a:rPr>
              <a:t> </a:t>
            </a:r>
            <a:r>
              <a:rPr lang="en-US" sz="1600" dirty="0" err="1">
                <a:solidFill>
                  <a:schemeClr val="bg2">
                    <a:lumMod val="10000"/>
                  </a:schemeClr>
                </a:solidFill>
              </a:rPr>
              <a:t>và</a:t>
            </a:r>
            <a:r>
              <a:rPr lang="en-US" sz="1600" dirty="0">
                <a:solidFill>
                  <a:schemeClr val="bg2">
                    <a:lumMod val="10000"/>
                  </a:schemeClr>
                </a:solidFill>
              </a:rPr>
              <a:t> </a:t>
            </a:r>
            <a:r>
              <a:rPr lang="en-US" sz="1600" dirty="0" err="1">
                <a:solidFill>
                  <a:schemeClr val="bg2">
                    <a:lumMod val="10000"/>
                  </a:schemeClr>
                </a:solidFill>
              </a:rPr>
              <a:t>tình</a:t>
            </a:r>
            <a:r>
              <a:rPr lang="en-US" sz="1600" dirty="0">
                <a:solidFill>
                  <a:schemeClr val="bg2">
                    <a:lumMod val="10000"/>
                  </a:schemeClr>
                </a:solidFill>
              </a:rPr>
              <a:t> </a:t>
            </a:r>
            <a:r>
              <a:rPr lang="en-US" sz="1600" dirty="0" err="1">
                <a:solidFill>
                  <a:schemeClr val="bg2">
                    <a:lumMod val="10000"/>
                  </a:schemeClr>
                </a:solidFill>
              </a:rPr>
              <a:t>trạng</a:t>
            </a:r>
            <a:r>
              <a:rPr lang="en-US" sz="1600" dirty="0">
                <a:solidFill>
                  <a:schemeClr val="bg2">
                    <a:lumMod val="10000"/>
                  </a:schemeClr>
                </a:solidFill>
              </a:rPr>
              <a:t> </a:t>
            </a:r>
            <a:r>
              <a:rPr lang="en-US" sz="1600" dirty="0" err="1">
                <a:solidFill>
                  <a:schemeClr val="bg2">
                    <a:lumMod val="10000"/>
                  </a:schemeClr>
                </a:solidFill>
              </a:rPr>
              <a:t>mặt</a:t>
            </a:r>
            <a:r>
              <a:rPr lang="en-US" sz="1600" dirty="0">
                <a:solidFill>
                  <a:schemeClr val="bg2">
                    <a:lumMod val="10000"/>
                  </a:schemeClr>
                </a:solidFill>
              </a:rPr>
              <a:t> </a:t>
            </a:r>
            <a:r>
              <a:rPr lang="en-US" sz="1600" dirty="0" err="1">
                <a:solidFill>
                  <a:schemeClr val="bg2">
                    <a:lumMod val="10000"/>
                  </a:schemeClr>
                </a:solidFill>
              </a:rPr>
              <a:t>đường</a:t>
            </a:r>
            <a:r>
              <a:rPr lang="en-US" sz="1600" dirty="0">
                <a:solidFill>
                  <a:schemeClr val="bg2">
                    <a:lumMod val="10000"/>
                  </a:schemeClr>
                </a:solidFill>
              </a:rPr>
              <a:t> – k</a:t>
            </a:r>
            <a:r>
              <a:rPr lang="en-US" sz="1600" baseline="-25000" dirty="0">
                <a:solidFill>
                  <a:schemeClr val="bg2">
                    <a:lumMod val="10000"/>
                  </a:schemeClr>
                </a:solidFill>
              </a:rPr>
              <a:t>14</a:t>
            </a:r>
          </a:p>
          <a:p>
            <a:pPr>
              <a:spcBef>
                <a:spcPct val="20000"/>
              </a:spcBef>
              <a:buFontTx/>
              <a:buChar char="•"/>
            </a:pPr>
            <a:r>
              <a:rPr lang="en-US" sz="1600" baseline="-25000" dirty="0">
                <a:solidFill>
                  <a:schemeClr val="bg2">
                    <a:lumMod val="10000"/>
                  </a:schemeClr>
                </a:solidFill>
              </a:rPr>
              <a:t> </a:t>
            </a:r>
            <a:r>
              <a:rPr lang="en-US" sz="1600" dirty="0" err="1">
                <a:solidFill>
                  <a:schemeClr val="bg2">
                    <a:lumMod val="10000"/>
                  </a:schemeClr>
                </a:solidFill>
              </a:rPr>
              <a:t>Môi</a:t>
            </a:r>
            <a:r>
              <a:rPr lang="en-US" sz="1600" dirty="0">
                <a:solidFill>
                  <a:schemeClr val="bg2">
                    <a:lumMod val="10000"/>
                  </a:schemeClr>
                </a:solidFill>
              </a:rPr>
              <a:t> </a:t>
            </a:r>
            <a:r>
              <a:rPr lang="en-US" sz="1600" dirty="0" err="1">
                <a:solidFill>
                  <a:schemeClr val="bg2">
                    <a:lumMod val="10000"/>
                  </a:schemeClr>
                </a:solidFill>
              </a:rPr>
              <a:t>trường</a:t>
            </a:r>
            <a:r>
              <a:rPr lang="en-US" sz="1600" dirty="0">
                <a:solidFill>
                  <a:schemeClr val="bg2">
                    <a:lumMod val="10000"/>
                  </a:schemeClr>
                </a:solidFill>
              </a:rPr>
              <a:t> </a:t>
            </a:r>
            <a:r>
              <a:rPr lang="en-US" sz="1600" dirty="0" err="1">
                <a:solidFill>
                  <a:schemeClr val="bg2">
                    <a:lumMod val="10000"/>
                  </a:schemeClr>
                </a:solidFill>
              </a:rPr>
              <a:t>xung</a:t>
            </a:r>
            <a:r>
              <a:rPr lang="en-US" sz="1600" dirty="0">
                <a:solidFill>
                  <a:schemeClr val="bg2">
                    <a:lumMod val="10000"/>
                  </a:schemeClr>
                </a:solidFill>
              </a:rPr>
              <a:t> </a:t>
            </a:r>
            <a:r>
              <a:rPr lang="en-US" sz="1600" dirty="0" err="1">
                <a:solidFill>
                  <a:schemeClr val="bg2">
                    <a:lumMod val="10000"/>
                  </a:schemeClr>
                </a:solidFill>
              </a:rPr>
              <a:t>quanh</a:t>
            </a:r>
            <a:r>
              <a:rPr lang="en-US" sz="1600" dirty="0">
                <a:solidFill>
                  <a:schemeClr val="bg2">
                    <a:lumMod val="10000"/>
                  </a:schemeClr>
                </a:solidFill>
              </a:rPr>
              <a:t> </a:t>
            </a:r>
            <a:r>
              <a:rPr lang="en-US" sz="1600" dirty="0" err="1">
                <a:solidFill>
                  <a:schemeClr val="bg2">
                    <a:lumMod val="10000"/>
                  </a:schemeClr>
                </a:solidFill>
              </a:rPr>
              <a:t>đường</a:t>
            </a:r>
            <a:r>
              <a:rPr lang="en-US" sz="1600" dirty="0">
                <a:solidFill>
                  <a:schemeClr val="bg2">
                    <a:lumMod val="10000"/>
                  </a:schemeClr>
                </a:solidFill>
              </a:rPr>
              <a:t> – k</a:t>
            </a:r>
            <a:r>
              <a:rPr lang="en-US" sz="1600" baseline="-25000" dirty="0">
                <a:solidFill>
                  <a:schemeClr val="bg2">
                    <a:lumMod val="10000"/>
                  </a:schemeClr>
                </a:solidFill>
              </a:rPr>
              <a:t>13</a:t>
            </a:r>
            <a:endParaRPr lang="en-US" sz="1600" dirty="0">
              <a:solidFill>
                <a:schemeClr val="bg2">
                  <a:lumMod val="10000"/>
                </a:schemeClr>
              </a:solidFill>
            </a:endParaRPr>
          </a:p>
        </p:txBody>
      </p:sp>
      <p:sp>
        <p:nvSpPr>
          <p:cNvPr id="9" name="Rectangle 8"/>
          <p:cNvSpPr/>
          <p:nvPr/>
        </p:nvSpPr>
        <p:spPr>
          <a:xfrm>
            <a:off x="228600" y="304800"/>
            <a:ext cx="3708066" cy="369332"/>
          </a:xfrm>
          <a:prstGeom prst="rect">
            <a:avLst/>
          </a:prstGeom>
        </p:spPr>
        <p:txBody>
          <a:bodyPr wrap="none">
            <a:spAutoFit/>
          </a:bodyPr>
          <a:lstStyle/>
          <a:p>
            <a:r>
              <a:rPr lang="en-US" b="1" dirty="0" err="1">
                <a:solidFill>
                  <a:srgbClr val="FF0000"/>
                </a:solidFill>
              </a:rPr>
              <a:t>Đặc</a:t>
            </a:r>
            <a:r>
              <a:rPr lang="en-US" b="1" dirty="0">
                <a:solidFill>
                  <a:srgbClr val="FF0000"/>
                </a:solidFill>
              </a:rPr>
              <a:t> </a:t>
            </a:r>
            <a:r>
              <a:rPr lang="en-US" b="1" dirty="0" err="1">
                <a:solidFill>
                  <a:srgbClr val="FF0000"/>
                </a:solidFill>
              </a:rPr>
              <a:t>trưng</a:t>
            </a:r>
            <a:r>
              <a:rPr lang="en-US" b="1" dirty="0">
                <a:solidFill>
                  <a:srgbClr val="FF0000"/>
                </a:solidFill>
              </a:rPr>
              <a:t> </a:t>
            </a:r>
            <a:r>
              <a:rPr lang="en-US" b="1" dirty="0" err="1">
                <a:solidFill>
                  <a:srgbClr val="FF0000"/>
                </a:solidFill>
              </a:rPr>
              <a:t>khai</a:t>
            </a:r>
            <a:r>
              <a:rPr lang="en-US" b="1" dirty="0">
                <a:solidFill>
                  <a:srgbClr val="FF0000"/>
                </a:solidFill>
              </a:rPr>
              <a:t> </a:t>
            </a:r>
            <a:r>
              <a:rPr lang="en-US" b="1" dirty="0" err="1">
                <a:solidFill>
                  <a:srgbClr val="FF0000"/>
                </a:solidFill>
              </a:rPr>
              <a:t>thác</a:t>
            </a:r>
            <a:r>
              <a:rPr lang="en-US" b="1" dirty="0">
                <a:solidFill>
                  <a:srgbClr val="FF0000"/>
                </a:solidFill>
              </a:rPr>
              <a:t> </a:t>
            </a:r>
            <a:r>
              <a:rPr lang="en-US" b="1" dirty="0" err="1">
                <a:solidFill>
                  <a:srgbClr val="FF0000"/>
                </a:solidFill>
              </a:rPr>
              <a:t>mặt</a:t>
            </a:r>
            <a:r>
              <a:rPr lang="en-US" b="1" dirty="0">
                <a:solidFill>
                  <a:srgbClr val="FF0000"/>
                </a:solidFill>
              </a:rPr>
              <a:t> </a:t>
            </a:r>
            <a:r>
              <a:rPr lang="en-US" b="1" dirty="0" err="1">
                <a:solidFill>
                  <a:srgbClr val="FF0000"/>
                </a:solidFill>
              </a:rPr>
              <a:t>đường</a:t>
            </a:r>
            <a:r>
              <a:rPr lang="en-US" b="1" dirty="0">
                <a:solidFill>
                  <a:srgbClr val="FF0000"/>
                </a:solidFill>
              </a:rPr>
              <a:t> </a:t>
            </a:r>
            <a:endParaRPr lang="en-US" dirty="0"/>
          </a:p>
        </p:txBody>
      </p:sp>
      <p:sp>
        <p:nvSpPr>
          <p:cNvPr id="10" name="Rectangle 9"/>
          <p:cNvSpPr/>
          <p:nvPr/>
        </p:nvSpPr>
        <p:spPr>
          <a:xfrm>
            <a:off x="596900" y="1238176"/>
            <a:ext cx="8153400" cy="369332"/>
          </a:xfrm>
          <a:prstGeom prst="rect">
            <a:avLst/>
          </a:prstGeom>
        </p:spPr>
        <p:txBody>
          <a:bodyPr wrap="square">
            <a:spAutoFit/>
          </a:bodyPr>
          <a:lstStyle/>
          <a:p>
            <a:r>
              <a:rPr lang="en-US" b="1" dirty="0" err="1">
                <a:solidFill>
                  <a:schemeClr val="bg2">
                    <a:lumMod val="10000"/>
                  </a:schemeClr>
                </a:solidFill>
              </a:rPr>
              <a:t>Đánh</a:t>
            </a:r>
            <a:r>
              <a:rPr lang="en-US" b="1" dirty="0">
                <a:solidFill>
                  <a:schemeClr val="bg2">
                    <a:lumMod val="10000"/>
                  </a:schemeClr>
                </a:solidFill>
              </a:rPr>
              <a:t> </a:t>
            </a:r>
            <a:r>
              <a:rPr lang="en-US" b="1" dirty="0" err="1">
                <a:solidFill>
                  <a:schemeClr val="bg2">
                    <a:lumMod val="10000"/>
                  </a:schemeClr>
                </a:solidFill>
              </a:rPr>
              <a:t>giá</a:t>
            </a:r>
            <a:r>
              <a:rPr lang="en-US" b="1" dirty="0">
                <a:solidFill>
                  <a:schemeClr val="bg2">
                    <a:lumMod val="10000"/>
                  </a:schemeClr>
                </a:solidFill>
              </a:rPr>
              <a:t> </a:t>
            </a:r>
            <a:r>
              <a:rPr lang="en-US" b="1" dirty="0" err="1">
                <a:solidFill>
                  <a:schemeClr val="bg2">
                    <a:lumMod val="10000"/>
                  </a:schemeClr>
                </a:solidFill>
              </a:rPr>
              <a:t>khả</a:t>
            </a:r>
            <a:r>
              <a:rPr lang="en-US" b="1" dirty="0">
                <a:solidFill>
                  <a:schemeClr val="bg2">
                    <a:lumMod val="10000"/>
                  </a:schemeClr>
                </a:solidFill>
              </a:rPr>
              <a:t> </a:t>
            </a:r>
            <a:r>
              <a:rPr lang="en-US" b="1" dirty="0" err="1">
                <a:solidFill>
                  <a:schemeClr val="bg2">
                    <a:lumMod val="10000"/>
                  </a:schemeClr>
                </a:solidFill>
              </a:rPr>
              <a:t>năng</a:t>
            </a:r>
            <a:r>
              <a:rPr lang="en-US" b="1" dirty="0">
                <a:solidFill>
                  <a:schemeClr val="bg2">
                    <a:lumMod val="10000"/>
                  </a:schemeClr>
                </a:solidFill>
              </a:rPr>
              <a:t> </a:t>
            </a:r>
            <a:r>
              <a:rPr lang="en-US" b="1" dirty="0" err="1">
                <a:solidFill>
                  <a:schemeClr val="bg2">
                    <a:lumMod val="10000"/>
                  </a:schemeClr>
                </a:solidFill>
              </a:rPr>
              <a:t>thông</a:t>
            </a:r>
            <a:r>
              <a:rPr lang="en-US" b="1" dirty="0">
                <a:solidFill>
                  <a:schemeClr val="bg2">
                    <a:lumMod val="10000"/>
                  </a:schemeClr>
                </a:solidFill>
              </a:rPr>
              <a:t> qua </a:t>
            </a:r>
            <a:r>
              <a:rPr lang="en-US" b="1" dirty="0" err="1">
                <a:solidFill>
                  <a:schemeClr val="bg2">
                    <a:lumMod val="10000"/>
                  </a:schemeClr>
                </a:solidFill>
              </a:rPr>
              <a:t>của</a:t>
            </a:r>
            <a:r>
              <a:rPr lang="en-US" b="1" dirty="0">
                <a:solidFill>
                  <a:schemeClr val="bg2">
                    <a:lumMod val="10000"/>
                  </a:schemeClr>
                </a:solidFill>
              </a:rPr>
              <a:t> </a:t>
            </a:r>
            <a:r>
              <a:rPr lang="en-US" b="1" dirty="0" err="1">
                <a:solidFill>
                  <a:schemeClr val="bg2">
                    <a:lumMod val="10000"/>
                  </a:schemeClr>
                </a:solidFill>
              </a:rPr>
              <a:t>đường</a:t>
            </a:r>
            <a:r>
              <a:rPr lang="en-US" b="1" dirty="0">
                <a:solidFill>
                  <a:schemeClr val="bg2">
                    <a:lumMod val="10000"/>
                  </a:schemeClr>
                </a:solidFill>
              </a:rPr>
              <a:t> – </a:t>
            </a:r>
            <a:r>
              <a:rPr lang="en-US" b="1" dirty="0" err="1">
                <a:solidFill>
                  <a:schemeClr val="bg2">
                    <a:lumMod val="10000"/>
                  </a:schemeClr>
                </a:solidFill>
              </a:rPr>
              <a:t>Ví</a:t>
            </a:r>
            <a:r>
              <a:rPr lang="en-US" b="1" dirty="0">
                <a:solidFill>
                  <a:schemeClr val="bg2">
                    <a:lumMod val="10000"/>
                  </a:schemeClr>
                </a:solidFill>
              </a:rPr>
              <a:t> </a:t>
            </a:r>
            <a:r>
              <a:rPr lang="en-US" b="1" dirty="0" err="1">
                <a:solidFill>
                  <a:schemeClr val="bg2">
                    <a:lumMod val="10000"/>
                  </a:schemeClr>
                </a:solidFill>
              </a:rPr>
              <a:t>dụ</a:t>
            </a:r>
            <a:r>
              <a:rPr lang="en-US" b="1" dirty="0">
                <a:solidFill>
                  <a:schemeClr val="bg2">
                    <a:lumMod val="10000"/>
                  </a:schemeClr>
                </a:solidFill>
              </a:rPr>
              <a:t> </a:t>
            </a:r>
            <a:r>
              <a:rPr lang="en-US" b="1" dirty="0" err="1">
                <a:solidFill>
                  <a:schemeClr val="bg2">
                    <a:lumMod val="10000"/>
                  </a:schemeClr>
                </a:solidFill>
              </a:rPr>
              <a:t>tiêu</a:t>
            </a:r>
            <a:r>
              <a:rPr lang="en-US" b="1" dirty="0">
                <a:solidFill>
                  <a:schemeClr val="bg2">
                    <a:lumMod val="10000"/>
                  </a:schemeClr>
                </a:solidFill>
              </a:rPr>
              <a:t> </a:t>
            </a:r>
            <a:r>
              <a:rPr lang="en-US" b="1" dirty="0" err="1">
                <a:solidFill>
                  <a:schemeClr val="bg2">
                    <a:lumMod val="10000"/>
                  </a:schemeClr>
                </a:solidFill>
              </a:rPr>
              <a:t>chuẩn</a:t>
            </a:r>
            <a:r>
              <a:rPr lang="en-US" b="1" dirty="0">
                <a:solidFill>
                  <a:schemeClr val="bg2">
                    <a:lumMod val="10000"/>
                  </a:schemeClr>
                </a:solidFill>
              </a:rPr>
              <a:t> </a:t>
            </a:r>
            <a:r>
              <a:rPr lang="en-US" b="1" dirty="0" err="1">
                <a:solidFill>
                  <a:schemeClr val="bg2">
                    <a:lumMod val="10000"/>
                  </a:schemeClr>
                </a:solidFill>
              </a:rPr>
              <a:t>Liên</a:t>
            </a:r>
            <a:r>
              <a:rPr lang="en-US" b="1" dirty="0">
                <a:solidFill>
                  <a:schemeClr val="bg2">
                    <a:lumMod val="10000"/>
                  </a:schemeClr>
                </a:solidFill>
              </a:rPr>
              <a:t> </a:t>
            </a:r>
            <a:r>
              <a:rPr lang="en-US" b="1" dirty="0" err="1">
                <a:solidFill>
                  <a:schemeClr val="bg2">
                    <a:lumMod val="10000"/>
                  </a:schemeClr>
                </a:solidFill>
              </a:rPr>
              <a:t>Xô</a:t>
            </a:r>
            <a:r>
              <a:rPr lang="en-US" b="1" dirty="0">
                <a:solidFill>
                  <a:schemeClr val="bg2">
                    <a:lumMod val="10000"/>
                  </a:schemeClr>
                </a:solidFill>
              </a:rPr>
              <a:t> (</a:t>
            </a:r>
            <a:r>
              <a:rPr lang="en-US" b="1" dirty="0" err="1">
                <a:solidFill>
                  <a:schemeClr val="bg2">
                    <a:lumMod val="10000"/>
                  </a:schemeClr>
                </a:solidFill>
              </a:rPr>
              <a:t>cũ</a:t>
            </a:r>
            <a:r>
              <a:rPr lang="en-US" b="1" dirty="0">
                <a:solidFill>
                  <a:schemeClr val="bg2">
                    <a:lumMod val="10000"/>
                  </a:schemeClr>
                </a:solidFill>
              </a:rPr>
              <a:t>)</a:t>
            </a:r>
            <a:endParaRPr lang="en-US" dirty="0">
              <a:solidFill>
                <a:schemeClr val="bg2">
                  <a:lumMod val="10000"/>
                </a:schemeClr>
              </a:solidFill>
            </a:endParaRPr>
          </a:p>
        </p:txBody>
      </p:sp>
    </p:spTree>
    <p:extLst>
      <p:ext uri="{BB962C8B-B14F-4D97-AF65-F5344CB8AC3E}">
        <p14:creationId xmlns:p14="http://schemas.microsoft.com/office/powerpoint/2010/main" val="3779920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682336" y="1371600"/>
            <a:ext cx="8001000" cy="2219069"/>
          </a:xfrm>
          <a:prstGeom prst="rect">
            <a:avLst/>
          </a:prstGeom>
        </p:spPr>
        <p:txBody>
          <a:bodyPr wrap="square">
            <a:spAutoFit/>
          </a:bodyPr>
          <a:lstStyle/>
          <a:p>
            <a:pPr>
              <a:lnSpc>
                <a:spcPct val="110000"/>
              </a:lnSpc>
              <a:spcBef>
                <a:spcPts val="600"/>
              </a:spcBef>
            </a:pPr>
            <a:r>
              <a:rPr lang="en-US" sz="1600" b="1" dirty="0" err="1">
                <a:solidFill>
                  <a:schemeClr val="bg2">
                    <a:lumMod val="10000"/>
                  </a:schemeClr>
                </a:solidFill>
              </a:rPr>
              <a:t>Chỉ</a:t>
            </a:r>
            <a:r>
              <a:rPr lang="en-US" sz="1600" b="1" dirty="0">
                <a:solidFill>
                  <a:schemeClr val="bg2">
                    <a:lumMod val="10000"/>
                  </a:schemeClr>
                </a:solidFill>
              </a:rPr>
              <a:t> </a:t>
            </a:r>
            <a:r>
              <a:rPr lang="en-US" sz="1600" b="1" dirty="0" err="1">
                <a:solidFill>
                  <a:schemeClr val="bg2">
                    <a:lumMod val="10000"/>
                  </a:schemeClr>
                </a:solidFill>
              </a:rPr>
              <a:t>số</a:t>
            </a:r>
            <a:r>
              <a:rPr lang="en-US" sz="1600" b="1" dirty="0">
                <a:solidFill>
                  <a:schemeClr val="bg2">
                    <a:lumMod val="10000"/>
                  </a:schemeClr>
                </a:solidFill>
              </a:rPr>
              <a:t> </a:t>
            </a:r>
            <a:r>
              <a:rPr lang="en-US" sz="1600" b="1" dirty="0" err="1">
                <a:solidFill>
                  <a:schemeClr val="bg2">
                    <a:lumMod val="10000"/>
                  </a:schemeClr>
                </a:solidFill>
              </a:rPr>
              <a:t>mức</a:t>
            </a:r>
            <a:r>
              <a:rPr lang="en-US" sz="1600" b="1" dirty="0">
                <a:solidFill>
                  <a:schemeClr val="bg2">
                    <a:lumMod val="10000"/>
                  </a:schemeClr>
                </a:solidFill>
              </a:rPr>
              <a:t> </a:t>
            </a:r>
            <a:r>
              <a:rPr lang="en-US" sz="1600" b="1" dirty="0" err="1">
                <a:solidFill>
                  <a:schemeClr val="bg2">
                    <a:lumMod val="10000"/>
                  </a:schemeClr>
                </a:solidFill>
              </a:rPr>
              <a:t>độ</a:t>
            </a:r>
            <a:r>
              <a:rPr lang="en-US" sz="1600" b="1" dirty="0">
                <a:solidFill>
                  <a:schemeClr val="bg2">
                    <a:lumMod val="10000"/>
                  </a:schemeClr>
                </a:solidFill>
              </a:rPr>
              <a:t> </a:t>
            </a:r>
            <a:r>
              <a:rPr lang="en-US" sz="1600" b="1" dirty="0" err="1">
                <a:solidFill>
                  <a:schemeClr val="bg2">
                    <a:lumMod val="10000"/>
                  </a:schemeClr>
                </a:solidFill>
              </a:rPr>
              <a:t>phục</a:t>
            </a:r>
            <a:r>
              <a:rPr lang="en-US" sz="1600" b="1" dirty="0">
                <a:solidFill>
                  <a:schemeClr val="bg2">
                    <a:lumMod val="10000"/>
                  </a:schemeClr>
                </a:solidFill>
              </a:rPr>
              <a:t> </a:t>
            </a:r>
            <a:r>
              <a:rPr lang="en-US" sz="1600" b="1" dirty="0" err="1">
                <a:solidFill>
                  <a:schemeClr val="bg2">
                    <a:lumMod val="10000"/>
                  </a:schemeClr>
                </a:solidFill>
              </a:rPr>
              <a:t>vụ</a:t>
            </a:r>
            <a:r>
              <a:rPr lang="en-US" sz="1600" b="1" dirty="0">
                <a:solidFill>
                  <a:schemeClr val="bg2">
                    <a:lumMod val="10000"/>
                  </a:schemeClr>
                </a:solidFill>
              </a:rPr>
              <a:t> – </a:t>
            </a:r>
            <a:r>
              <a:rPr lang="en-US" sz="1600" b="1" dirty="0" err="1">
                <a:solidFill>
                  <a:schemeClr val="bg2">
                    <a:lumMod val="10000"/>
                  </a:schemeClr>
                </a:solidFill>
              </a:rPr>
              <a:t>Thí</a:t>
            </a:r>
            <a:r>
              <a:rPr lang="en-US" sz="1600" b="1" dirty="0">
                <a:solidFill>
                  <a:schemeClr val="bg2">
                    <a:lumMod val="10000"/>
                  </a:schemeClr>
                </a:solidFill>
              </a:rPr>
              <a:t> </a:t>
            </a:r>
            <a:r>
              <a:rPr lang="en-US" sz="1600" b="1" dirty="0" err="1">
                <a:solidFill>
                  <a:schemeClr val="bg2">
                    <a:lumMod val="10000"/>
                  </a:schemeClr>
                </a:solidFill>
              </a:rPr>
              <a:t>nghiệm</a:t>
            </a:r>
            <a:r>
              <a:rPr lang="en-US" sz="1600" b="1" dirty="0">
                <a:solidFill>
                  <a:schemeClr val="bg2">
                    <a:lumMod val="10000"/>
                  </a:schemeClr>
                </a:solidFill>
              </a:rPr>
              <a:t> </a:t>
            </a:r>
            <a:r>
              <a:rPr lang="en-US" sz="1600" b="1" dirty="0" err="1">
                <a:solidFill>
                  <a:schemeClr val="bg2">
                    <a:lumMod val="10000"/>
                  </a:schemeClr>
                </a:solidFill>
              </a:rPr>
              <a:t>đường</a:t>
            </a:r>
            <a:r>
              <a:rPr lang="en-US" sz="1600" b="1" dirty="0">
                <a:solidFill>
                  <a:schemeClr val="bg2">
                    <a:lumMod val="10000"/>
                  </a:schemeClr>
                </a:solidFill>
              </a:rPr>
              <a:t> AASHO </a:t>
            </a:r>
          </a:p>
          <a:p>
            <a:pPr>
              <a:lnSpc>
                <a:spcPct val="110000"/>
              </a:lnSpc>
              <a:spcBef>
                <a:spcPts val="600"/>
              </a:spcBef>
            </a:pPr>
            <a:r>
              <a:rPr lang="en-US" sz="1600" b="1" i="1" dirty="0" err="1">
                <a:solidFill>
                  <a:srgbClr val="0070C0"/>
                </a:solidFill>
              </a:rPr>
              <a:t>Định</a:t>
            </a:r>
            <a:r>
              <a:rPr lang="en-US" sz="1600" b="1" i="1" dirty="0">
                <a:solidFill>
                  <a:srgbClr val="0070C0"/>
                </a:solidFill>
              </a:rPr>
              <a:t> </a:t>
            </a:r>
            <a:r>
              <a:rPr lang="en-US" sz="1600" b="1" i="1" dirty="0" err="1">
                <a:solidFill>
                  <a:srgbClr val="0070C0"/>
                </a:solidFill>
              </a:rPr>
              <a:t>nghĩa</a:t>
            </a:r>
            <a:endParaRPr lang="en-US" sz="1600" b="1" i="1" dirty="0">
              <a:solidFill>
                <a:srgbClr val="0070C0"/>
              </a:solidFill>
            </a:endParaRPr>
          </a:p>
          <a:p>
            <a:pPr marL="342900" indent="-342900">
              <a:lnSpc>
                <a:spcPct val="110000"/>
              </a:lnSpc>
              <a:spcBef>
                <a:spcPts val="600"/>
              </a:spcBef>
              <a:buAutoNum type="arabicPeriod"/>
            </a:pPr>
            <a:r>
              <a:rPr lang="en-US" sz="1600" b="1" i="1" dirty="0" err="1">
                <a:solidFill>
                  <a:srgbClr val="0070C0"/>
                </a:solidFill>
              </a:rPr>
              <a:t>Mức</a:t>
            </a:r>
            <a:r>
              <a:rPr lang="en-US" sz="1600" b="1" i="1" dirty="0">
                <a:solidFill>
                  <a:srgbClr val="0070C0"/>
                </a:solidFill>
              </a:rPr>
              <a:t> </a:t>
            </a:r>
            <a:r>
              <a:rPr lang="en-US" sz="1600" b="1" i="1" dirty="0" err="1">
                <a:solidFill>
                  <a:srgbClr val="0070C0"/>
                </a:solidFill>
              </a:rPr>
              <a:t>độ</a:t>
            </a:r>
            <a:r>
              <a:rPr lang="en-US" sz="1600" b="1" i="1" dirty="0">
                <a:solidFill>
                  <a:srgbClr val="0070C0"/>
                </a:solidFill>
              </a:rPr>
              <a:t> </a:t>
            </a:r>
            <a:r>
              <a:rPr lang="en-US" sz="1600" b="1" i="1" dirty="0" err="1">
                <a:solidFill>
                  <a:srgbClr val="0070C0"/>
                </a:solidFill>
              </a:rPr>
              <a:t>phục</a:t>
            </a:r>
            <a:r>
              <a:rPr lang="en-US" sz="1600" b="1" i="1" dirty="0">
                <a:solidFill>
                  <a:srgbClr val="0070C0"/>
                </a:solidFill>
              </a:rPr>
              <a:t> </a:t>
            </a:r>
            <a:r>
              <a:rPr lang="en-US" sz="1600" b="1" i="1" dirty="0" err="1">
                <a:solidFill>
                  <a:srgbClr val="0070C0"/>
                </a:solidFill>
              </a:rPr>
              <a:t>vụ</a:t>
            </a:r>
            <a:r>
              <a:rPr lang="en-US" sz="1600" b="1" i="1" dirty="0">
                <a:solidFill>
                  <a:srgbClr val="0070C0"/>
                </a:solidFill>
              </a:rPr>
              <a:t> </a:t>
            </a:r>
            <a:r>
              <a:rPr lang="en-US" sz="1600" i="1" dirty="0">
                <a:solidFill>
                  <a:schemeClr val="bg2">
                    <a:lumMod val="10000"/>
                  </a:schemeClr>
                </a:solidFill>
              </a:rPr>
              <a:t>– </a:t>
            </a:r>
            <a:r>
              <a:rPr lang="en-US" sz="1600" dirty="0" err="1">
                <a:solidFill>
                  <a:schemeClr val="bg2">
                    <a:lumMod val="10000"/>
                  </a:schemeClr>
                </a:solidFill>
              </a:rPr>
              <a:t>Là</a:t>
            </a:r>
            <a:r>
              <a:rPr lang="en-US" sz="1600" dirty="0">
                <a:solidFill>
                  <a:schemeClr val="bg2">
                    <a:lumMod val="10000"/>
                  </a:schemeClr>
                </a:solidFill>
              </a:rPr>
              <a:t> </a:t>
            </a:r>
            <a:r>
              <a:rPr lang="en-US" sz="1600" dirty="0" err="1">
                <a:solidFill>
                  <a:schemeClr val="bg2">
                    <a:lumMod val="10000"/>
                  </a:schemeClr>
                </a:solidFill>
              </a:rPr>
              <a:t>năng</a:t>
            </a:r>
            <a:r>
              <a:rPr lang="en-US" sz="1600" dirty="0">
                <a:solidFill>
                  <a:schemeClr val="bg2">
                    <a:lumMod val="10000"/>
                  </a:schemeClr>
                </a:solidFill>
              </a:rPr>
              <a:t> </a:t>
            </a:r>
            <a:r>
              <a:rPr lang="en-US" sz="1600" dirty="0" err="1">
                <a:solidFill>
                  <a:schemeClr val="bg2">
                    <a:lumMod val="10000"/>
                  </a:schemeClr>
                </a:solidFill>
              </a:rPr>
              <a:t>lực</a:t>
            </a:r>
            <a:r>
              <a:rPr lang="en-US" sz="1600" dirty="0">
                <a:solidFill>
                  <a:schemeClr val="bg2">
                    <a:lumMod val="10000"/>
                  </a:schemeClr>
                </a:solidFill>
              </a:rPr>
              <a:t> </a:t>
            </a:r>
            <a:r>
              <a:rPr lang="en-US" sz="1600" dirty="0" err="1">
                <a:solidFill>
                  <a:schemeClr val="bg2">
                    <a:lumMod val="10000"/>
                  </a:schemeClr>
                </a:solidFill>
              </a:rPr>
              <a:t>của</a:t>
            </a:r>
            <a:r>
              <a:rPr lang="en-US" sz="1600" dirty="0">
                <a:solidFill>
                  <a:schemeClr val="bg2">
                    <a:lumMod val="10000"/>
                  </a:schemeClr>
                </a:solidFill>
              </a:rPr>
              <a:t> </a:t>
            </a:r>
            <a:r>
              <a:rPr lang="en-US" sz="1600" dirty="0" err="1">
                <a:solidFill>
                  <a:schemeClr val="bg2">
                    <a:lumMod val="10000"/>
                  </a:schemeClr>
                </a:solidFill>
              </a:rPr>
              <a:t>mặt</a:t>
            </a:r>
            <a:r>
              <a:rPr lang="en-US" sz="1600" dirty="0">
                <a:solidFill>
                  <a:schemeClr val="bg2">
                    <a:lumMod val="10000"/>
                  </a:schemeClr>
                </a:solidFill>
              </a:rPr>
              <a:t> </a:t>
            </a:r>
            <a:r>
              <a:rPr lang="en-US" sz="1600" dirty="0" err="1">
                <a:solidFill>
                  <a:schemeClr val="bg2">
                    <a:lumMod val="10000"/>
                  </a:schemeClr>
                </a:solidFill>
              </a:rPr>
              <a:t>đường</a:t>
            </a:r>
            <a:r>
              <a:rPr lang="en-US" sz="1600" dirty="0">
                <a:solidFill>
                  <a:schemeClr val="bg2">
                    <a:lumMod val="10000"/>
                  </a:schemeClr>
                </a:solidFill>
              </a:rPr>
              <a:t> </a:t>
            </a:r>
            <a:r>
              <a:rPr lang="en-US" sz="1600" dirty="0" err="1">
                <a:solidFill>
                  <a:schemeClr val="bg2">
                    <a:lumMod val="10000"/>
                  </a:schemeClr>
                </a:solidFill>
              </a:rPr>
              <a:t>cụ</a:t>
            </a:r>
            <a:r>
              <a:rPr lang="en-US" sz="1600" dirty="0">
                <a:solidFill>
                  <a:schemeClr val="bg2">
                    <a:lumMod val="10000"/>
                  </a:schemeClr>
                </a:solidFill>
              </a:rPr>
              <a:t> </a:t>
            </a:r>
            <a:r>
              <a:rPr lang="en-US" sz="1600" dirty="0" err="1">
                <a:solidFill>
                  <a:schemeClr val="bg2">
                    <a:lumMod val="10000"/>
                  </a:schemeClr>
                </a:solidFill>
              </a:rPr>
              <a:t>thể</a:t>
            </a:r>
            <a:r>
              <a:rPr lang="en-US" sz="1600" dirty="0">
                <a:solidFill>
                  <a:schemeClr val="bg2">
                    <a:lumMod val="10000"/>
                  </a:schemeClr>
                </a:solidFill>
              </a:rPr>
              <a:t> </a:t>
            </a:r>
            <a:r>
              <a:rPr lang="en-US" sz="1600" dirty="0" err="1">
                <a:solidFill>
                  <a:schemeClr val="bg2">
                    <a:lumMod val="10000"/>
                  </a:schemeClr>
                </a:solidFill>
              </a:rPr>
              <a:t>để</a:t>
            </a:r>
            <a:r>
              <a:rPr lang="en-US" sz="1600" dirty="0">
                <a:solidFill>
                  <a:schemeClr val="bg2">
                    <a:lumMod val="10000"/>
                  </a:schemeClr>
                </a:solidFill>
              </a:rPr>
              <a:t> </a:t>
            </a:r>
            <a:r>
              <a:rPr lang="en-US" sz="1600" dirty="0" err="1">
                <a:solidFill>
                  <a:schemeClr val="bg2">
                    <a:lumMod val="10000"/>
                  </a:schemeClr>
                </a:solidFill>
              </a:rPr>
              <a:t>đáp</a:t>
            </a:r>
            <a:r>
              <a:rPr lang="en-US" sz="1600" dirty="0">
                <a:solidFill>
                  <a:schemeClr val="bg2">
                    <a:lumMod val="10000"/>
                  </a:schemeClr>
                </a:solidFill>
              </a:rPr>
              <a:t> </a:t>
            </a:r>
            <a:r>
              <a:rPr lang="en-US" sz="1600" dirty="0" err="1">
                <a:solidFill>
                  <a:schemeClr val="bg2">
                    <a:lumMod val="10000"/>
                  </a:schemeClr>
                </a:solidFill>
              </a:rPr>
              <a:t>ứng</a:t>
            </a:r>
            <a:r>
              <a:rPr lang="en-US" sz="1600" dirty="0">
                <a:solidFill>
                  <a:schemeClr val="bg2">
                    <a:lumMod val="10000"/>
                  </a:schemeClr>
                </a:solidFill>
              </a:rPr>
              <a:t> </a:t>
            </a:r>
            <a:r>
              <a:rPr lang="en-US" sz="1600" dirty="0" err="1">
                <a:solidFill>
                  <a:schemeClr val="bg2">
                    <a:lumMod val="10000"/>
                  </a:schemeClr>
                </a:solidFill>
              </a:rPr>
              <a:t>yêu</a:t>
            </a:r>
            <a:r>
              <a:rPr lang="en-US" sz="1600" dirty="0">
                <a:solidFill>
                  <a:schemeClr val="bg2">
                    <a:lumMod val="10000"/>
                  </a:schemeClr>
                </a:solidFill>
              </a:rPr>
              <a:t> </a:t>
            </a:r>
            <a:r>
              <a:rPr lang="en-US" sz="1600" dirty="0" err="1">
                <a:solidFill>
                  <a:schemeClr val="bg2">
                    <a:lumMod val="10000"/>
                  </a:schemeClr>
                </a:solidFill>
              </a:rPr>
              <a:t>cầu</a:t>
            </a:r>
            <a:r>
              <a:rPr lang="en-US" sz="1600" dirty="0">
                <a:solidFill>
                  <a:schemeClr val="bg2">
                    <a:lumMod val="10000"/>
                  </a:schemeClr>
                </a:solidFill>
              </a:rPr>
              <a:t> </a:t>
            </a:r>
            <a:r>
              <a:rPr lang="en-US" sz="1600" dirty="0" err="1">
                <a:solidFill>
                  <a:schemeClr val="bg2">
                    <a:lumMod val="10000"/>
                  </a:schemeClr>
                </a:solidFill>
              </a:rPr>
              <a:t>của</a:t>
            </a:r>
            <a:r>
              <a:rPr lang="en-US" sz="1600" dirty="0">
                <a:solidFill>
                  <a:schemeClr val="bg2">
                    <a:lumMod val="10000"/>
                  </a:schemeClr>
                </a:solidFill>
              </a:rPr>
              <a:t> </a:t>
            </a:r>
            <a:r>
              <a:rPr lang="en-US" sz="1600" dirty="0" err="1">
                <a:solidFill>
                  <a:schemeClr val="bg2">
                    <a:lumMod val="10000"/>
                  </a:schemeClr>
                </a:solidFill>
              </a:rPr>
              <a:t>xe</a:t>
            </a:r>
            <a:r>
              <a:rPr lang="en-US" sz="1600" dirty="0">
                <a:solidFill>
                  <a:schemeClr val="bg2">
                    <a:lumMod val="10000"/>
                  </a:schemeClr>
                </a:solidFill>
              </a:rPr>
              <a:t> </a:t>
            </a:r>
            <a:r>
              <a:rPr lang="en-US" sz="1600" dirty="0" err="1">
                <a:solidFill>
                  <a:schemeClr val="bg2">
                    <a:lumMod val="10000"/>
                  </a:schemeClr>
                </a:solidFill>
              </a:rPr>
              <a:t>trong</a:t>
            </a:r>
            <a:r>
              <a:rPr lang="en-US" sz="1600" dirty="0">
                <a:solidFill>
                  <a:schemeClr val="bg2">
                    <a:lumMod val="10000"/>
                  </a:schemeClr>
                </a:solidFill>
              </a:rPr>
              <a:t> </a:t>
            </a:r>
            <a:r>
              <a:rPr lang="en-US" sz="1600" dirty="0" err="1">
                <a:solidFill>
                  <a:schemeClr val="bg2">
                    <a:lumMod val="10000"/>
                  </a:schemeClr>
                </a:solidFill>
              </a:rPr>
              <a:t>dòng</a:t>
            </a:r>
            <a:r>
              <a:rPr lang="en-US" sz="1600" dirty="0">
                <a:solidFill>
                  <a:schemeClr val="bg2">
                    <a:lumMod val="10000"/>
                  </a:schemeClr>
                </a:solidFill>
              </a:rPr>
              <a:t> </a:t>
            </a:r>
            <a:r>
              <a:rPr lang="en-US" sz="1600" dirty="0" err="1">
                <a:solidFill>
                  <a:schemeClr val="bg2">
                    <a:lumMod val="10000"/>
                  </a:schemeClr>
                </a:solidFill>
              </a:rPr>
              <a:t>hỗn</a:t>
            </a:r>
            <a:r>
              <a:rPr lang="en-US" sz="1600" dirty="0">
                <a:solidFill>
                  <a:schemeClr val="bg2">
                    <a:lumMod val="10000"/>
                  </a:schemeClr>
                </a:solidFill>
              </a:rPr>
              <a:t> </a:t>
            </a:r>
            <a:r>
              <a:rPr lang="en-US" sz="1600" dirty="0" err="1">
                <a:solidFill>
                  <a:schemeClr val="bg2">
                    <a:lumMod val="10000"/>
                  </a:schemeClr>
                </a:solidFill>
              </a:rPr>
              <a:t>hợp</a:t>
            </a:r>
            <a:r>
              <a:rPr lang="en-US" sz="1600" dirty="0">
                <a:solidFill>
                  <a:schemeClr val="bg2">
                    <a:lumMod val="10000"/>
                  </a:schemeClr>
                </a:solidFill>
              </a:rPr>
              <a:t>, </a:t>
            </a:r>
            <a:r>
              <a:rPr lang="en-US" sz="1600" dirty="0" err="1">
                <a:solidFill>
                  <a:schemeClr val="bg2">
                    <a:lumMod val="10000"/>
                  </a:schemeClr>
                </a:solidFill>
              </a:rPr>
              <a:t>chạy</a:t>
            </a:r>
            <a:r>
              <a:rPr lang="en-US" sz="1600" dirty="0">
                <a:solidFill>
                  <a:schemeClr val="bg2">
                    <a:lumMod val="10000"/>
                  </a:schemeClr>
                </a:solidFill>
              </a:rPr>
              <a:t> </a:t>
            </a:r>
            <a:r>
              <a:rPr lang="en-US" sz="1600" dirty="0" err="1">
                <a:solidFill>
                  <a:schemeClr val="bg2">
                    <a:lumMod val="10000"/>
                  </a:schemeClr>
                </a:solidFill>
              </a:rPr>
              <a:t>với</a:t>
            </a:r>
            <a:r>
              <a:rPr lang="en-US" sz="1600" dirty="0">
                <a:solidFill>
                  <a:schemeClr val="bg2">
                    <a:lumMod val="10000"/>
                  </a:schemeClr>
                </a:solidFill>
              </a:rPr>
              <a:t> </a:t>
            </a:r>
            <a:r>
              <a:rPr lang="en-US" sz="1600" dirty="0" err="1">
                <a:solidFill>
                  <a:schemeClr val="bg2">
                    <a:lumMod val="10000"/>
                  </a:schemeClr>
                </a:solidFill>
              </a:rPr>
              <a:t>tốc</a:t>
            </a:r>
            <a:r>
              <a:rPr lang="en-US" sz="1600" dirty="0">
                <a:solidFill>
                  <a:schemeClr val="bg2">
                    <a:lumMod val="10000"/>
                  </a:schemeClr>
                </a:solidFill>
              </a:rPr>
              <a:t> </a:t>
            </a:r>
            <a:r>
              <a:rPr lang="en-US" sz="1600" dirty="0" err="1">
                <a:solidFill>
                  <a:schemeClr val="bg2">
                    <a:lumMod val="10000"/>
                  </a:schemeClr>
                </a:solidFill>
              </a:rPr>
              <a:t>độ</a:t>
            </a:r>
            <a:r>
              <a:rPr lang="en-US" sz="1600" dirty="0">
                <a:solidFill>
                  <a:schemeClr val="bg2">
                    <a:lumMod val="10000"/>
                  </a:schemeClr>
                </a:solidFill>
              </a:rPr>
              <a:t> </a:t>
            </a:r>
            <a:r>
              <a:rPr lang="en-US" sz="1600" dirty="0" err="1">
                <a:solidFill>
                  <a:schemeClr val="bg2">
                    <a:lumMod val="10000"/>
                  </a:schemeClr>
                </a:solidFill>
              </a:rPr>
              <a:t>nhất</a:t>
            </a:r>
            <a:r>
              <a:rPr lang="en-US" sz="1600" dirty="0">
                <a:solidFill>
                  <a:schemeClr val="bg2">
                    <a:lumMod val="10000"/>
                  </a:schemeClr>
                </a:solidFill>
              </a:rPr>
              <a:t> </a:t>
            </a:r>
            <a:r>
              <a:rPr lang="en-US" sz="1600" dirty="0" err="1">
                <a:solidFill>
                  <a:schemeClr val="bg2">
                    <a:lumMod val="10000"/>
                  </a:schemeClr>
                </a:solidFill>
              </a:rPr>
              <a:t>định</a:t>
            </a:r>
            <a:r>
              <a:rPr lang="en-US" sz="1600" dirty="0">
                <a:solidFill>
                  <a:schemeClr val="bg2">
                    <a:lumMod val="10000"/>
                  </a:schemeClr>
                </a:solidFill>
              </a:rPr>
              <a:t>.</a:t>
            </a:r>
          </a:p>
          <a:p>
            <a:pPr marL="342900" indent="-342900">
              <a:lnSpc>
                <a:spcPct val="110000"/>
              </a:lnSpc>
              <a:spcBef>
                <a:spcPts val="600"/>
              </a:spcBef>
              <a:buAutoNum type="arabicPeriod"/>
            </a:pPr>
            <a:r>
              <a:rPr lang="en-US" sz="1600" b="1" i="1" dirty="0" err="1">
                <a:solidFill>
                  <a:srgbClr val="0070C0"/>
                </a:solidFill>
              </a:rPr>
              <a:t>Mức</a:t>
            </a:r>
            <a:r>
              <a:rPr lang="en-US" sz="1600" b="1" i="1" dirty="0">
                <a:solidFill>
                  <a:srgbClr val="0070C0"/>
                </a:solidFill>
              </a:rPr>
              <a:t> </a:t>
            </a:r>
            <a:r>
              <a:rPr lang="en-US" sz="1600" b="1" i="1" dirty="0" err="1">
                <a:solidFill>
                  <a:srgbClr val="0070C0"/>
                </a:solidFill>
              </a:rPr>
              <a:t>độ</a:t>
            </a:r>
            <a:r>
              <a:rPr lang="en-US" sz="1600" b="1" i="1" dirty="0">
                <a:solidFill>
                  <a:srgbClr val="0070C0"/>
                </a:solidFill>
              </a:rPr>
              <a:t> </a:t>
            </a:r>
            <a:r>
              <a:rPr lang="en-US" sz="1600" b="1" i="1" dirty="0" err="1">
                <a:solidFill>
                  <a:srgbClr val="0070C0"/>
                </a:solidFill>
              </a:rPr>
              <a:t>phục</a:t>
            </a:r>
            <a:r>
              <a:rPr lang="en-US" sz="1600" b="1" i="1" dirty="0">
                <a:solidFill>
                  <a:srgbClr val="0070C0"/>
                </a:solidFill>
              </a:rPr>
              <a:t> </a:t>
            </a:r>
            <a:r>
              <a:rPr lang="en-US" sz="1600" b="1" i="1" dirty="0" err="1">
                <a:solidFill>
                  <a:srgbClr val="0070C0"/>
                </a:solidFill>
              </a:rPr>
              <a:t>vụ</a:t>
            </a:r>
            <a:r>
              <a:rPr lang="en-US" sz="1600" b="1" i="1" dirty="0">
                <a:solidFill>
                  <a:srgbClr val="0070C0"/>
                </a:solidFill>
              </a:rPr>
              <a:t> </a:t>
            </a:r>
            <a:r>
              <a:rPr lang="en-US" sz="1600" b="1" i="1" dirty="0" err="1">
                <a:solidFill>
                  <a:srgbClr val="0070C0"/>
                </a:solidFill>
              </a:rPr>
              <a:t>tiêng</a:t>
            </a:r>
            <a:r>
              <a:rPr lang="en-US" sz="1600" b="1" i="1" dirty="0">
                <a:solidFill>
                  <a:srgbClr val="0070C0"/>
                </a:solidFill>
              </a:rPr>
              <a:t> </a:t>
            </a:r>
            <a:r>
              <a:rPr lang="en-US" sz="1600" b="1" i="1" dirty="0" err="1">
                <a:solidFill>
                  <a:srgbClr val="0070C0"/>
                </a:solidFill>
              </a:rPr>
              <a:t>rẽ</a:t>
            </a:r>
            <a:r>
              <a:rPr lang="en-US" sz="1600" b="1" i="1" dirty="0">
                <a:solidFill>
                  <a:srgbClr val="0070C0"/>
                </a:solidFill>
              </a:rPr>
              <a:t> </a:t>
            </a:r>
            <a:r>
              <a:rPr lang="en-US" sz="1600" b="1" i="1" dirty="0">
                <a:solidFill>
                  <a:schemeClr val="bg2">
                    <a:lumMod val="10000"/>
                  </a:schemeClr>
                </a:solidFill>
              </a:rPr>
              <a:t>– </a:t>
            </a:r>
            <a:r>
              <a:rPr lang="en-US" sz="1600" dirty="0" err="1">
                <a:solidFill>
                  <a:schemeClr val="bg2">
                    <a:lumMod val="10000"/>
                  </a:schemeClr>
                </a:solidFill>
              </a:rPr>
              <a:t>Khoảng</a:t>
            </a:r>
            <a:r>
              <a:rPr lang="en-US" sz="1600" dirty="0">
                <a:solidFill>
                  <a:schemeClr val="bg2">
                    <a:lumMod val="10000"/>
                  </a:schemeClr>
                </a:solidFill>
              </a:rPr>
              <a:t> </a:t>
            </a:r>
            <a:r>
              <a:rPr lang="en-US" sz="1600" dirty="0" err="1">
                <a:solidFill>
                  <a:schemeClr val="bg2">
                    <a:lumMod val="10000"/>
                  </a:schemeClr>
                </a:solidFill>
              </a:rPr>
              <a:t>mức</a:t>
            </a:r>
            <a:r>
              <a:rPr lang="en-US" sz="1600" dirty="0">
                <a:solidFill>
                  <a:schemeClr val="bg2">
                    <a:lumMod val="10000"/>
                  </a:schemeClr>
                </a:solidFill>
              </a:rPr>
              <a:t> </a:t>
            </a:r>
            <a:r>
              <a:rPr lang="en-US" sz="1600" dirty="0" err="1">
                <a:solidFill>
                  <a:schemeClr val="bg2">
                    <a:lumMod val="10000"/>
                  </a:schemeClr>
                </a:solidFill>
              </a:rPr>
              <a:t>độ</a:t>
            </a:r>
            <a:r>
              <a:rPr lang="en-US" sz="1600" dirty="0">
                <a:solidFill>
                  <a:schemeClr val="bg2">
                    <a:lumMod val="10000"/>
                  </a:schemeClr>
                </a:solidFill>
              </a:rPr>
              <a:t> </a:t>
            </a:r>
            <a:r>
              <a:rPr lang="en-US" sz="1600" dirty="0" err="1">
                <a:solidFill>
                  <a:schemeClr val="bg2">
                    <a:lumMod val="10000"/>
                  </a:schemeClr>
                </a:solidFill>
              </a:rPr>
              <a:t>phục</a:t>
            </a:r>
            <a:r>
              <a:rPr lang="en-US" sz="1600" dirty="0">
                <a:solidFill>
                  <a:schemeClr val="bg2">
                    <a:lumMod val="10000"/>
                  </a:schemeClr>
                </a:solidFill>
              </a:rPr>
              <a:t> </a:t>
            </a:r>
            <a:r>
              <a:rPr lang="en-US" sz="1600" dirty="0" err="1">
                <a:solidFill>
                  <a:schemeClr val="bg2">
                    <a:lumMod val="10000"/>
                  </a:schemeClr>
                </a:solidFill>
              </a:rPr>
              <a:t>vụ</a:t>
            </a:r>
            <a:r>
              <a:rPr lang="en-US" sz="1600" dirty="0">
                <a:solidFill>
                  <a:schemeClr val="bg2">
                    <a:lumMod val="10000"/>
                  </a:schemeClr>
                </a:solidFill>
              </a:rPr>
              <a:t> </a:t>
            </a:r>
            <a:r>
              <a:rPr lang="en-US" sz="1600" dirty="0" err="1">
                <a:solidFill>
                  <a:schemeClr val="bg2">
                    <a:lumMod val="10000"/>
                  </a:schemeClr>
                </a:solidFill>
              </a:rPr>
              <a:t>được</a:t>
            </a:r>
            <a:r>
              <a:rPr lang="en-US" sz="1600" dirty="0">
                <a:solidFill>
                  <a:schemeClr val="bg2">
                    <a:lumMod val="10000"/>
                  </a:schemeClr>
                </a:solidFill>
              </a:rPr>
              <a:t> chia </a:t>
            </a:r>
            <a:r>
              <a:rPr lang="en-US" sz="1600" dirty="0" err="1">
                <a:solidFill>
                  <a:schemeClr val="bg2">
                    <a:lumMod val="10000"/>
                  </a:schemeClr>
                </a:solidFill>
              </a:rPr>
              <a:t>ra</a:t>
            </a:r>
            <a:r>
              <a:rPr lang="en-US" sz="1600" dirty="0">
                <a:solidFill>
                  <a:schemeClr val="bg2">
                    <a:lumMod val="10000"/>
                  </a:schemeClr>
                </a:solidFill>
              </a:rPr>
              <a:t> </a:t>
            </a:r>
            <a:r>
              <a:rPr lang="en-US" sz="1600" dirty="0" err="1">
                <a:solidFill>
                  <a:schemeClr val="bg2">
                    <a:lumMod val="10000"/>
                  </a:schemeClr>
                </a:solidFill>
              </a:rPr>
              <a:t>thành</a:t>
            </a:r>
            <a:r>
              <a:rPr lang="en-US" sz="1600" dirty="0">
                <a:solidFill>
                  <a:schemeClr val="bg2">
                    <a:lumMod val="10000"/>
                  </a:schemeClr>
                </a:solidFill>
              </a:rPr>
              <a:t> </a:t>
            </a:r>
            <a:r>
              <a:rPr lang="en-US" sz="1600" dirty="0" err="1">
                <a:solidFill>
                  <a:schemeClr val="bg2">
                    <a:lumMod val="10000"/>
                  </a:schemeClr>
                </a:solidFill>
              </a:rPr>
              <a:t>các</a:t>
            </a:r>
            <a:r>
              <a:rPr lang="en-US" sz="1600" dirty="0">
                <a:solidFill>
                  <a:schemeClr val="bg2">
                    <a:lumMod val="10000"/>
                  </a:schemeClr>
                </a:solidFill>
              </a:rPr>
              <a:t> </a:t>
            </a:r>
            <a:r>
              <a:rPr lang="en-US" sz="1600" dirty="0" err="1">
                <a:solidFill>
                  <a:schemeClr val="bg2">
                    <a:lumMod val="10000"/>
                  </a:schemeClr>
                </a:solidFill>
              </a:rPr>
              <a:t>mức</a:t>
            </a:r>
            <a:r>
              <a:rPr lang="en-US" sz="1600" dirty="0">
                <a:solidFill>
                  <a:schemeClr val="bg2">
                    <a:lumMod val="10000"/>
                  </a:schemeClr>
                </a:solidFill>
              </a:rPr>
              <a:t> </a:t>
            </a:r>
            <a:r>
              <a:rPr lang="en-US" sz="1600" dirty="0" err="1">
                <a:solidFill>
                  <a:schemeClr val="bg2">
                    <a:lumMod val="10000"/>
                  </a:schemeClr>
                </a:solidFill>
              </a:rPr>
              <a:t>độ</a:t>
            </a:r>
            <a:r>
              <a:rPr lang="en-US" sz="1600" dirty="0">
                <a:solidFill>
                  <a:schemeClr val="bg2">
                    <a:lumMod val="10000"/>
                  </a:schemeClr>
                </a:solidFill>
              </a:rPr>
              <a:t> </a:t>
            </a:r>
            <a:r>
              <a:rPr lang="en-US" sz="1600" dirty="0" err="1">
                <a:solidFill>
                  <a:schemeClr val="bg2">
                    <a:lumMod val="10000"/>
                  </a:schemeClr>
                </a:solidFill>
              </a:rPr>
              <a:t>và</a:t>
            </a:r>
            <a:r>
              <a:rPr lang="en-US" sz="1600" dirty="0">
                <a:solidFill>
                  <a:schemeClr val="bg2">
                    <a:lumMod val="10000"/>
                  </a:schemeClr>
                </a:solidFill>
              </a:rPr>
              <a:t> </a:t>
            </a:r>
            <a:r>
              <a:rPr lang="en-US" sz="1600" dirty="0" err="1">
                <a:solidFill>
                  <a:schemeClr val="bg2">
                    <a:lumMod val="10000"/>
                  </a:schemeClr>
                </a:solidFill>
              </a:rPr>
              <a:t>được</a:t>
            </a:r>
            <a:r>
              <a:rPr lang="en-US" sz="1600" dirty="0">
                <a:solidFill>
                  <a:schemeClr val="bg2">
                    <a:lumMod val="10000"/>
                  </a:schemeClr>
                </a:solidFill>
              </a:rPr>
              <a:t> </a:t>
            </a:r>
            <a:r>
              <a:rPr lang="en-US" sz="1600" dirty="0" err="1">
                <a:solidFill>
                  <a:schemeClr val="bg2">
                    <a:lumMod val="10000"/>
                  </a:schemeClr>
                </a:solidFill>
              </a:rPr>
              <a:t>đánh</a:t>
            </a:r>
            <a:r>
              <a:rPr lang="en-US" sz="1600" dirty="0">
                <a:solidFill>
                  <a:schemeClr val="bg2">
                    <a:lumMod val="10000"/>
                  </a:schemeClr>
                </a:solidFill>
              </a:rPr>
              <a:t> </a:t>
            </a:r>
            <a:r>
              <a:rPr lang="en-US" sz="1600" dirty="0" err="1">
                <a:solidFill>
                  <a:schemeClr val="bg2">
                    <a:lumMod val="10000"/>
                  </a:schemeClr>
                </a:solidFill>
              </a:rPr>
              <a:t>giá</a:t>
            </a:r>
            <a:r>
              <a:rPr lang="en-US" sz="1600" dirty="0">
                <a:solidFill>
                  <a:schemeClr val="bg2">
                    <a:lumMod val="10000"/>
                  </a:schemeClr>
                </a:solidFill>
              </a:rPr>
              <a:t> </a:t>
            </a:r>
            <a:r>
              <a:rPr lang="en-US" sz="1600" dirty="0" err="1">
                <a:solidFill>
                  <a:schemeClr val="bg2">
                    <a:lumMod val="10000"/>
                  </a:schemeClr>
                </a:solidFill>
              </a:rPr>
              <a:t>theo</a:t>
            </a:r>
            <a:r>
              <a:rPr lang="en-US" sz="1600" dirty="0">
                <a:solidFill>
                  <a:schemeClr val="bg2">
                    <a:lumMod val="10000"/>
                  </a:schemeClr>
                </a:solidFill>
              </a:rPr>
              <a:t> </a:t>
            </a:r>
            <a:r>
              <a:rPr lang="en-US" sz="1600" dirty="0" err="1">
                <a:solidFill>
                  <a:schemeClr val="bg2">
                    <a:lumMod val="10000"/>
                  </a:schemeClr>
                </a:solidFill>
              </a:rPr>
              <a:t>các</a:t>
            </a:r>
            <a:r>
              <a:rPr lang="en-US" sz="1600" dirty="0">
                <a:solidFill>
                  <a:schemeClr val="bg2">
                    <a:lumMod val="10000"/>
                  </a:schemeClr>
                </a:solidFill>
              </a:rPr>
              <a:t> </a:t>
            </a:r>
            <a:r>
              <a:rPr lang="en-US" sz="1600" dirty="0" err="1">
                <a:solidFill>
                  <a:schemeClr val="bg2">
                    <a:lumMod val="10000"/>
                  </a:schemeClr>
                </a:solidFill>
              </a:rPr>
              <a:t>tiêu</a:t>
            </a:r>
            <a:r>
              <a:rPr lang="en-US" sz="1600" dirty="0">
                <a:solidFill>
                  <a:schemeClr val="bg2">
                    <a:lumMod val="10000"/>
                  </a:schemeClr>
                </a:solidFill>
              </a:rPr>
              <a:t> </a:t>
            </a:r>
            <a:r>
              <a:rPr lang="en-US" sz="1600" dirty="0" err="1">
                <a:solidFill>
                  <a:schemeClr val="bg2">
                    <a:lumMod val="10000"/>
                  </a:schemeClr>
                </a:solidFill>
              </a:rPr>
              <a:t>chí</a:t>
            </a:r>
            <a:r>
              <a:rPr lang="en-US" sz="1600" dirty="0">
                <a:solidFill>
                  <a:schemeClr val="bg2">
                    <a:lumMod val="10000"/>
                  </a:schemeClr>
                </a:solidFill>
              </a:rPr>
              <a:t> </a:t>
            </a:r>
            <a:r>
              <a:rPr lang="en-US" sz="1600" dirty="0" err="1">
                <a:solidFill>
                  <a:schemeClr val="bg2">
                    <a:lumMod val="10000"/>
                  </a:schemeClr>
                </a:solidFill>
              </a:rPr>
              <a:t>như</a:t>
            </a:r>
            <a:r>
              <a:rPr lang="en-US" sz="1600" dirty="0">
                <a:solidFill>
                  <a:schemeClr val="bg2">
                    <a:lumMod val="10000"/>
                  </a:schemeClr>
                </a:solidFill>
              </a:rPr>
              <a:t> </a:t>
            </a:r>
            <a:r>
              <a:rPr lang="en-US" sz="1600" dirty="0" err="1">
                <a:solidFill>
                  <a:schemeClr val="bg2">
                    <a:lumMod val="10000"/>
                  </a:schemeClr>
                </a:solidFill>
              </a:rPr>
              <a:t>sau</a:t>
            </a:r>
            <a:r>
              <a:rPr lang="en-US" sz="1600" dirty="0">
                <a:solidFill>
                  <a:schemeClr val="bg2">
                    <a:lumMod val="10000"/>
                  </a:schemeClr>
                </a:solidFill>
              </a:rPr>
              <a:t>, </a:t>
            </a:r>
            <a:r>
              <a:rPr lang="en-US" sz="1600" dirty="0" err="1">
                <a:solidFill>
                  <a:schemeClr val="bg2">
                    <a:lumMod val="10000"/>
                  </a:schemeClr>
                </a:solidFill>
              </a:rPr>
              <a:t>cho</a:t>
            </a:r>
            <a:r>
              <a:rPr lang="en-US" sz="1600" dirty="0">
                <a:solidFill>
                  <a:schemeClr val="bg2">
                    <a:lumMod val="10000"/>
                  </a:schemeClr>
                </a:solidFill>
              </a:rPr>
              <a:t> </a:t>
            </a:r>
            <a:r>
              <a:rPr lang="en-US" sz="1600" dirty="0" err="1">
                <a:solidFill>
                  <a:schemeClr val="bg2">
                    <a:lumMod val="10000"/>
                  </a:schemeClr>
                </a:solidFill>
              </a:rPr>
              <a:t>mỗi</a:t>
            </a:r>
            <a:r>
              <a:rPr lang="en-US" sz="1600" dirty="0">
                <a:solidFill>
                  <a:schemeClr val="bg2">
                    <a:lumMod val="10000"/>
                  </a:schemeClr>
                </a:solidFill>
              </a:rPr>
              <a:t> </a:t>
            </a:r>
            <a:r>
              <a:rPr lang="en-US" sz="1600" dirty="0" err="1">
                <a:solidFill>
                  <a:schemeClr val="bg2">
                    <a:lumMod val="10000"/>
                  </a:schemeClr>
                </a:solidFill>
              </a:rPr>
              <a:t>cá</a:t>
            </a:r>
            <a:r>
              <a:rPr lang="en-US" sz="1600" dirty="0">
                <a:solidFill>
                  <a:schemeClr val="bg2">
                    <a:lumMod val="10000"/>
                  </a:schemeClr>
                </a:solidFill>
              </a:rPr>
              <a:t> </a:t>
            </a:r>
            <a:r>
              <a:rPr lang="en-US" sz="1600" dirty="0" err="1">
                <a:solidFill>
                  <a:schemeClr val="bg2">
                    <a:lumMod val="10000"/>
                  </a:schemeClr>
                </a:solidFill>
              </a:rPr>
              <a:t>nhân</a:t>
            </a:r>
            <a:r>
              <a:rPr lang="en-US" sz="1600" dirty="0">
                <a:solidFill>
                  <a:schemeClr val="bg2">
                    <a:lumMod val="10000"/>
                  </a:schemeClr>
                </a:solidFill>
              </a:rPr>
              <a:t> </a:t>
            </a:r>
            <a:r>
              <a:rPr lang="en-US" sz="1600" dirty="0" err="1">
                <a:solidFill>
                  <a:schemeClr val="bg2">
                    <a:lumMod val="10000"/>
                  </a:schemeClr>
                </a:solidFill>
              </a:rPr>
              <a:t>tham</a:t>
            </a:r>
            <a:r>
              <a:rPr lang="en-US" sz="1600" dirty="0">
                <a:solidFill>
                  <a:schemeClr val="bg2">
                    <a:lumMod val="10000"/>
                  </a:schemeClr>
                </a:solidFill>
              </a:rPr>
              <a:t> </a:t>
            </a:r>
            <a:r>
              <a:rPr lang="en-US" sz="1600" dirty="0" err="1">
                <a:solidFill>
                  <a:schemeClr val="bg2">
                    <a:lumMod val="10000"/>
                  </a:schemeClr>
                </a:solidFill>
              </a:rPr>
              <a:t>gia</a:t>
            </a:r>
            <a:r>
              <a:rPr lang="en-US" sz="1600" dirty="0">
                <a:solidFill>
                  <a:schemeClr val="bg2">
                    <a:lumMod val="10000"/>
                  </a:schemeClr>
                </a:solidFill>
              </a:rPr>
              <a:t> </a:t>
            </a:r>
            <a:r>
              <a:rPr lang="en-US" sz="1600" dirty="0" err="1">
                <a:solidFill>
                  <a:schemeClr val="bg2">
                    <a:lumMod val="10000"/>
                  </a:schemeClr>
                </a:solidFill>
              </a:rPr>
              <a:t>đánh</a:t>
            </a:r>
            <a:r>
              <a:rPr lang="en-US" sz="1600" dirty="0">
                <a:solidFill>
                  <a:schemeClr val="bg2">
                    <a:lumMod val="10000"/>
                  </a:schemeClr>
                </a:solidFill>
              </a:rPr>
              <a:t> </a:t>
            </a:r>
            <a:r>
              <a:rPr lang="en-US" sz="1600" dirty="0" err="1">
                <a:solidFill>
                  <a:schemeClr val="bg2">
                    <a:lumMod val="10000"/>
                  </a:schemeClr>
                </a:solidFill>
              </a:rPr>
              <a:t>giá</a:t>
            </a:r>
            <a:r>
              <a:rPr lang="en-US" sz="1600" dirty="0">
                <a:solidFill>
                  <a:schemeClr val="bg2">
                    <a:lumMod val="10000"/>
                  </a:schemeClr>
                </a:solidFill>
              </a:rPr>
              <a:t>:.</a:t>
            </a:r>
          </a:p>
        </p:txBody>
      </p:sp>
      <p:pic>
        <p:nvPicPr>
          <p:cNvPr id="11265"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3454400"/>
            <a:ext cx="8298872"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228600" y="304800"/>
            <a:ext cx="3708066" cy="369332"/>
          </a:xfrm>
          <a:prstGeom prst="rect">
            <a:avLst/>
          </a:prstGeom>
        </p:spPr>
        <p:txBody>
          <a:bodyPr wrap="none">
            <a:spAutoFit/>
          </a:bodyPr>
          <a:lstStyle/>
          <a:p>
            <a:r>
              <a:rPr lang="en-US" b="1" dirty="0" err="1">
                <a:solidFill>
                  <a:srgbClr val="FF0000"/>
                </a:solidFill>
              </a:rPr>
              <a:t>Đặc</a:t>
            </a:r>
            <a:r>
              <a:rPr lang="en-US" b="1" dirty="0">
                <a:solidFill>
                  <a:srgbClr val="FF0000"/>
                </a:solidFill>
              </a:rPr>
              <a:t> </a:t>
            </a:r>
            <a:r>
              <a:rPr lang="en-US" b="1" dirty="0" err="1">
                <a:solidFill>
                  <a:srgbClr val="FF0000"/>
                </a:solidFill>
              </a:rPr>
              <a:t>trưng</a:t>
            </a:r>
            <a:r>
              <a:rPr lang="en-US" b="1" dirty="0">
                <a:solidFill>
                  <a:srgbClr val="FF0000"/>
                </a:solidFill>
              </a:rPr>
              <a:t> </a:t>
            </a:r>
            <a:r>
              <a:rPr lang="en-US" b="1" dirty="0" err="1">
                <a:solidFill>
                  <a:srgbClr val="FF0000"/>
                </a:solidFill>
              </a:rPr>
              <a:t>khai</a:t>
            </a:r>
            <a:r>
              <a:rPr lang="en-US" b="1" dirty="0">
                <a:solidFill>
                  <a:srgbClr val="FF0000"/>
                </a:solidFill>
              </a:rPr>
              <a:t> </a:t>
            </a:r>
            <a:r>
              <a:rPr lang="en-US" b="1" dirty="0" err="1">
                <a:solidFill>
                  <a:srgbClr val="FF0000"/>
                </a:solidFill>
              </a:rPr>
              <a:t>thác</a:t>
            </a:r>
            <a:r>
              <a:rPr lang="en-US" b="1" dirty="0">
                <a:solidFill>
                  <a:srgbClr val="FF0000"/>
                </a:solidFill>
              </a:rPr>
              <a:t> </a:t>
            </a:r>
            <a:r>
              <a:rPr lang="en-US" b="1" dirty="0" err="1">
                <a:solidFill>
                  <a:srgbClr val="FF0000"/>
                </a:solidFill>
              </a:rPr>
              <a:t>mặt</a:t>
            </a:r>
            <a:r>
              <a:rPr lang="en-US" b="1" dirty="0">
                <a:solidFill>
                  <a:srgbClr val="FF0000"/>
                </a:solidFill>
              </a:rPr>
              <a:t> </a:t>
            </a:r>
            <a:r>
              <a:rPr lang="en-US" b="1" dirty="0" err="1">
                <a:solidFill>
                  <a:srgbClr val="FF0000"/>
                </a:solidFill>
              </a:rPr>
              <a:t>đường</a:t>
            </a:r>
            <a:r>
              <a:rPr lang="en-US" b="1" dirty="0">
                <a:solidFill>
                  <a:srgbClr val="FF0000"/>
                </a:solidFill>
              </a:rPr>
              <a:t> </a:t>
            </a:r>
            <a:endParaRPr lang="en-US" dirty="0"/>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0FBAFF17-271B-42FF-BB19-B40D788A48DA}"/>
                  </a:ext>
                </a:extLst>
              </p14:cNvPr>
              <p14:cNvContentPartPr/>
              <p14:nvPr/>
            </p14:nvContentPartPr>
            <p14:xfrm>
              <a:off x="4058368" y="598849"/>
              <a:ext cx="576360" cy="212760"/>
            </p14:xfrm>
          </p:contentPart>
        </mc:Choice>
        <mc:Fallback xmlns="">
          <p:pic>
            <p:nvPicPr>
              <p:cNvPr id="2" name="Ink 1">
                <a:extLst>
                  <a:ext uri="{FF2B5EF4-FFF2-40B4-BE49-F238E27FC236}">
                    <a16:creationId xmlns:a16="http://schemas.microsoft.com/office/drawing/2014/main" id="{0FBAFF17-271B-42FF-BB19-B40D788A48DA}"/>
                  </a:ext>
                </a:extLst>
              </p:cNvPr>
              <p:cNvPicPr/>
              <p:nvPr/>
            </p:nvPicPr>
            <p:blipFill>
              <a:blip r:embed="rId5"/>
              <a:stretch>
                <a:fillRect/>
              </a:stretch>
            </p:blipFill>
            <p:spPr>
              <a:xfrm>
                <a:off x="4049728" y="590209"/>
                <a:ext cx="59400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97D3B4E6-27FF-4D73-B0C6-7A52E6D6E90C}"/>
                  </a:ext>
                </a:extLst>
              </p14:cNvPr>
              <p14:cNvContentPartPr/>
              <p14:nvPr/>
            </p14:nvContentPartPr>
            <p14:xfrm>
              <a:off x="4618528" y="569689"/>
              <a:ext cx="493920" cy="18000"/>
            </p14:xfrm>
          </p:contentPart>
        </mc:Choice>
        <mc:Fallback xmlns="">
          <p:pic>
            <p:nvPicPr>
              <p:cNvPr id="3" name="Ink 2">
                <a:extLst>
                  <a:ext uri="{FF2B5EF4-FFF2-40B4-BE49-F238E27FC236}">
                    <a16:creationId xmlns:a16="http://schemas.microsoft.com/office/drawing/2014/main" id="{97D3B4E6-27FF-4D73-B0C6-7A52E6D6E90C}"/>
                  </a:ext>
                </a:extLst>
              </p:cNvPr>
              <p:cNvPicPr/>
              <p:nvPr/>
            </p:nvPicPr>
            <p:blipFill>
              <a:blip r:embed="rId7"/>
              <a:stretch>
                <a:fillRect/>
              </a:stretch>
            </p:blipFill>
            <p:spPr>
              <a:xfrm>
                <a:off x="4609888" y="561049"/>
                <a:ext cx="51156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 name="Ink 3">
                <a:extLst>
                  <a:ext uri="{FF2B5EF4-FFF2-40B4-BE49-F238E27FC236}">
                    <a16:creationId xmlns:a16="http://schemas.microsoft.com/office/drawing/2014/main" id="{9F2F9D4F-8712-4EEF-BED0-50EC18456F14}"/>
                  </a:ext>
                </a:extLst>
              </p14:cNvPr>
              <p14:cNvContentPartPr/>
              <p14:nvPr/>
            </p14:nvContentPartPr>
            <p14:xfrm>
              <a:off x="5122528" y="402649"/>
              <a:ext cx="2036880" cy="203040"/>
            </p14:xfrm>
          </p:contentPart>
        </mc:Choice>
        <mc:Fallback xmlns="">
          <p:pic>
            <p:nvPicPr>
              <p:cNvPr id="4" name="Ink 3">
                <a:extLst>
                  <a:ext uri="{FF2B5EF4-FFF2-40B4-BE49-F238E27FC236}">
                    <a16:creationId xmlns:a16="http://schemas.microsoft.com/office/drawing/2014/main" id="{9F2F9D4F-8712-4EEF-BED0-50EC18456F14}"/>
                  </a:ext>
                </a:extLst>
              </p:cNvPr>
              <p:cNvPicPr/>
              <p:nvPr/>
            </p:nvPicPr>
            <p:blipFill>
              <a:blip r:embed="rId9"/>
              <a:stretch>
                <a:fillRect/>
              </a:stretch>
            </p:blipFill>
            <p:spPr>
              <a:xfrm>
                <a:off x="5113528" y="393649"/>
                <a:ext cx="205452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 name="Ink 4">
                <a:extLst>
                  <a:ext uri="{FF2B5EF4-FFF2-40B4-BE49-F238E27FC236}">
                    <a16:creationId xmlns:a16="http://schemas.microsoft.com/office/drawing/2014/main" id="{1DCE282A-0323-4CCA-817C-9648F4B5C695}"/>
                  </a:ext>
                </a:extLst>
              </p14:cNvPr>
              <p14:cNvContentPartPr/>
              <p14:nvPr/>
            </p14:nvContentPartPr>
            <p14:xfrm>
              <a:off x="4049368" y="791809"/>
              <a:ext cx="583200" cy="30960"/>
            </p14:xfrm>
          </p:contentPart>
        </mc:Choice>
        <mc:Fallback xmlns="">
          <p:pic>
            <p:nvPicPr>
              <p:cNvPr id="5" name="Ink 4">
                <a:extLst>
                  <a:ext uri="{FF2B5EF4-FFF2-40B4-BE49-F238E27FC236}">
                    <a16:creationId xmlns:a16="http://schemas.microsoft.com/office/drawing/2014/main" id="{1DCE282A-0323-4CCA-817C-9648F4B5C695}"/>
                  </a:ext>
                </a:extLst>
              </p:cNvPr>
              <p:cNvPicPr/>
              <p:nvPr/>
            </p:nvPicPr>
            <p:blipFill>
              <a:blip r:embed="rId11"/>
              <a:stretch>
                <a:fillRect/>
              </a:stretch>
            </p:blipFill>
            <p:spPr>
              <a:xfrm>
                <a:off x="4040368" y="783169"/>
                <a:ext cx="60084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7AF3A096-8478-4518-B681-034CF096D889}"/>
                  </a:ext>
                </a:extLst>
              </p14:cNvPr>
              <p14:cNvContentPartPr/>
              <p14:nvPr/>
            </p14:nvContentPartPr>
            <p14:xfrm>
              <a:off x="4646248" y="606409"/>
              <a:ext cx="29160" cy="185400"/>
            </p14:xfrm>
          </p:contentPart>
        </mc:Choice>
        <mc:Fallback xmlns="">
          <p:pic>
            <p:nvPicPr>
              <p:cNvPr id="8" name="Ink 7">
                <a:extLst>
                  <a:ext uri="{FF2B5EF4-FFF2-40B4-BE49-F238E27FC236}">
                    <a16:creationId xmlns:a16="http://schemas.microsoft.com/office/drawing/2014/main" id="{7AF3A096-8478-4518-B681-034CF096D889}"/>
                  </a:ext>
                </a:extLst>
              </p:cNvPr>
              <p:cNvPicPr/>
              <p:nvPr/>
            </p:nvPicPr>
            <p:blipFill>
              <a:blip r:embed="rId13"/>
              <a:stretch>
                <a:fillRect/>
              </a:stretch>
            </p:blipFill>
            <p:spPr>
              <a:xfrm>
                <a:off x="4637608" y="597409"/>
                <a:ext cx="46800" cy="2030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A1AF037A-F740-4DD1-9828-BD123FACAB57}"/>
                  </a:ext>
                </a:extLst>
              </p14:cNvPr>
              <p14:cNvContentPartPr/>
              <p14:nvPr/>
            </p14:nvContentPartPr>
            <p14:xfrm>
              <a:off x="4562368" y="802249"/>
              <a:ext cx="360" cy="360"/>
            </p14:xfrm>
          </p:contentPart>
        </mc:Choice>
        <mc:Fallback xmlns="">
          <p:pic>
            <p:nvPicPr>
              <p:cNvPr id="9" name="Ink 8">
                <a:extLst>
                  <a:ext uri="{FF2B5EF4-FFF2-40B4-BE49-F238E27FC236}">
                    <a16:creationId xmlns:a16="http://schemas.microsoft.com/office/drawing/2014/main" id="{A1AF037A-F740-4DD1-9828-BD123FACAB57}"/>
                  </a:ext>
                </a:extLst>
              </p:cNvPr>
              <p:cNvPicPr/>
              <p:nvPr/>
            </p:nvPicPr>
            <p:blipFill>
              <a:blip r:embed="rId15"/>
              <a:stretch>
                <a:fillRect/>
              </a:stretch>
            </p:blipFill>
            <p:spPr>
              <a:xfrm>
                <a:off x="4553728" y="793609"/>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F9FE5DDF-9D36-4777-B307-6806D07CB036}"/>
                  </a:ext>
                </a:extLst>
              </p14:cNvPr>
              <p14:cNvContentPartPr/>
              <p14:nvPr/>
            </p14:nvContentPartPr>
            <p14:xfrm>
              <a:off x="4562368" y="780289"/>
              <a:ext cx="136080" cy="22320"/>
            </p14:xfrm>
          </p:contentPart>
        </mc:Choice>
        <mc:Fallback xmlns="">
          <p:pic>
            <p:nvPicPr>
              <p:cNvPr id="11" name="Ink 10">
                <a:extLst>
                  <a:ext uri="{FF2B5EF4-FFF2-40B4-BE49-F238E27FC236}">
                    <a16:creationId xmlns:a16="http://schemas.microsoft.com/office/drawing/2014/main" id="{F9FE5DDF-9D36-4777-B307-6806D07CB036}"/>
                  </a:ext>
                </a:extLst>
              </p:cNvPr>
              <p:cNvPicPr/>
              <p:nvPr/>
            </p:nvPicPr>
            <p:blipFill>
              <a:blip r:embed="rId17"/>
              <a:stretch>
                <a:fillRect/>
              </a:stretch>
            </p:blipFill>
            <p:spPr>
              <a:xfrm>
                <a:off x="4553728" y="771649"/>
                <a:ext cx="15372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18C5C3CD-9749-44A0-8DA0-6DC93857F180}"/>
                  </a:ext>
                </a:extLst>
              </p14:cNvPr>
              <p14:cNvContentPartPr/>
              <p14:nvPr/>
            </p14:nvContentPartPr>
            <p14:xfrm>
              <a:off x="4683688" y="587689"/>
              <a:ext cx="540720" cy="19440"/>
            </p14:xfrm>
          </p:contentPart>
        </mc:Choice>
        <mc:Fallback xmlns="">
          <p:pic>
            <p:nvPicPr>
              <p:cNvPr id="13" name="Ink 12">
                <a:extLst>
                  <a:ext uri="{FF2B5EF4-FFF2-40B4-BE49-F238E27FC236}">
                    <a16:creationId xmlns:a16="http://schemas.microsoft.com/office/drawing/2014/main" id="{18C5C3CD-9749-44A0-8DA0-6DC93857F180}"/>
                  </a:ext>
                </a:extLst>
              </p:cNvPr>
              <p:cNvPicPr/>
              <p:nvPr/>
            </p:nvPicPr>
            <p:blipFill>
              <a:blip r:embed="rId19"/>
              <a:stretch>
                <a:fillRect/>
              </a:stretch>
            </p:blipFill>
            <p:spPr>
              <a:xfrm>
                <a:off x="4675048" y="578689"/>
                <a:ext cx="55836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5F62D4A1-7F97-4889-9889-41841042F22A}"/>
                  </a:ext>
                </a:extLst>
              </p14:cNvPr>
              <p14:cNvContentPartPr/>
              <p14:nvPr/>
            </p14:nvContentPartPr>
            <p14:xfrm>
              <a:off x="5206408" y="550249"/>
              <a:ext cx="360" cy="54360"/>
            </p14:xfrm>
          </p:contentPart>
        </mc:Choice>
        <mc:Fallback xmlns="">
          <p:pic>
            <p:nvPicPr>
              <p:cNvPr id="14" name="Ink 13">
                <a:extLst>
                  <a:ext uri="{FF2B5EF4-FFF2-40B4-BE49-F238E27FC236}">
                    <a16:creationId xmlns:a16="http://schemas.microsoft.com/office/drawing/2014/main" id="{5F62D4A1-7F97-4889-9889-41841042F22A}"/>
                  </a:ext>
                </a:extLst>
              </p:cNvPr>
              <p:cNvPicPr/>
              <p:nvPr/>
            </p:nvPicPr>
            <p:blipFill>
              <a:blip r:embed="rId21"/>
              <a:stretch>
                <a:fillRect/>
              </a:stretch>
            </p:blipFill>
            <p:spPr>
              <a:xfrm>
                <a:off x="5197768" y="541249"/>
                <a:ext cx="18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6" name="Ink 15">
                <a:extLst>
                  <a:ext uri="{FF2B5EF4-FFF2-40B4-BE49-F238E27FC236}">
                    <a16:creationId xmlns:a16="http://schemas.microsoft.com/office/drawing/2014/main" id="{BA81B042-53F8-4249-BFC3-E9E5B54DCEB5}"/>
                  </a:ext>
                </a:extLst>
              </p14:cNvPr>
              <p14:cNvContentPartPr/>
              <p14:nvPr/>
            </p14:nvContentPartPr>
            <p14:xfrm>
              <a:off x="5215408" y="540889"/>
              <a:ext cx="558720" cy="38160"/>
            </p14:xfrm>
          </p:contentPart>
        </mc:Choice>
        <mc:Fallback xmlns="">
          <p:pic>
            <p:nvPicPr>
              <p:cNvPr id="16" name="Ink 15">
                <a:extLst>
                  <a:ext uri="{FF2B5EF4-FFF2-40B4-BE49-F238E27FC236}">
                    <a16:creationId xmlns:a16="http://schemas.microsoft.com/office/drawing/2014/main" id="{BA81B042-53F8-4249-BFC3-E9E5B54DCEB5}"/>
                  </a:ext>
                </a:extLst>
              </p:cNvPr>
              <p:cNvPicPr/>
              <p:nvPr/>
            </p:nvPicPr>
            <p:blipFill>
              <a:blip r:embed="rId23"/>
              <a:stretch>
                <a:fillRect/>
              </a:stretch>
            </p:blipFill>
            <p:spPr>
              <a:xfrm>
                <a:off x="5206768" y="532249"/>
                <a:ext cx="57636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7" name="Ink 26">
                <a:extLst>
                  <a:ext uri="{FF2B5EF4-FFF2-40B4-BE49-F238E27FC236}">
                    <a16:creationId xmlns:a16="http://schemas.microsoft.com/office/drawing/2014/main" id="{10F689B9-78AF-4710-9EB9-260C9CC2FFB3}"/>
                  </a:ext>
                </a:extLst>
              </p14:cNvPr>
              <p14:cNvContentPartPr/>
              <p14:nvPr/>
            </p14:nvContentPartPr>
            <p14:xfrm>
              <a:off x="4655968" y="606409"/>
              <a:ext cx="76320" cy="206640"/>
            </p14:xfrm>
          </p:contentPart>
        </mc:Choice>
        <mc:Fallback xmlns="">
          <p:pic>
            <p:nvPicPr>
              <p:cNvPr id="27" name="Ink 26">
                <a:extLst>
                  <a:ext uri="{FF2B5EF4-FFF2-40B4-BE49-F238E27FC236}">
                    <a16:creationId xmlns:a16="http://schemas.microsoft.com/office/drawing/2014/main" id="{10F689B9-78AF-4710-9EB9-260C9CC2FFB3}"/>
                  </a:ext>
                </a:extLst>
              </p:cNvPr>
              <p:cNvPicPr/>
              <p:nvPr/>
            </p:nvPicPr>
            <p:blipFill>
              <a:blip r:embed="rId25"/>
              <a:stretch>
                <a:fillRect/>
              </a:stretch>
            </p:blipFill>
            <p:spPr>
              <a:xfrm>
                <a:off x="4646968" y="597409"/>
                <a:ext cx="93960" cy="2242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8" name="Ink 27">
                <a:extLst>
                  <a:ext uri="{FF2B5EF4-FFF2-40B4-BE49-F238E27FC236}">
                    <a16:creationId xmlns:a16="http://schemas.microsoft.com/office/drawing/2014/main" id="{E434AC81-8C6C-4BDD-B3E7-3B321FC96948}"/>
                  </a:ext>
                </a:extLst>
              </p14:cNvPr>
              <p14:cNvContentPartPr/>
              <p14:nvPr/>
            </p14:nvContentPartPr>
            <p14:xfrm>
              <a:off x="5206408" y="540889"/>
              <a:ext cx="18720" cy="57960"/>
            </p14:xfrm>
          </p:contentPart>
        </mc:Choice>
        <mc:Fallback xmlns="">
          <p:pic>
            <p:nvPicPr>
              <p:cNvPr id="28" name="Ink 27">
                <a:extLst>
                  <a:ext uri="{FF2B5EF4-FFF2-40B4-BE49-F238E27FC236}">
                    <a16:creationId xmlns:a16="http://schemas.microsoft.com/office/drawing/2014/main" id="{E434AC81-8C6C-4BDD-B3E7-3B321FC96948}"/>
                  </a:ext>
                </a:extLst>
              </p:cNvPr>
              <p:cNvPicPr/>
              <p:nvPr/>
            </p:nvPicPr>
            <p:blipFill>
              <a:blip r:embed="rId27"/>
              <a:stretch>
                <a:fillRect/>
              </a:stretch>
            </p:blipFill>
            <p:spPr>
              <a:xfrm>
                <a:off x="5197768" y="532249"/>
                <a:ext cx="36360" cy="75600"/>
              </a:xfrm>
              <a:prstGeom prst="rect">
                <a:avLst/>
              </a:prstGeom>
            </p:spPr>
          </p:pic>
        </mc:Fallback>
      </mc:AlternateContent>
      <p:grpSp>
        <p:nvGrpSpPr>
          <p:cNvPr id="34" name="Group 33">
            <a:extLst>
              <a:ext uri="{FF2B5EF4-FFF2-40B4-BE49-F238E27FC236}">
                <a16:creationId xmlns:a16="http://schemas.microsoft.com/office/drawing/2014/main" id="{3D8DD28B-A779-4EB7-A3B5-9A8CF447F89B}"/>
              </a:ext>
            </a:extLst>
          </p:cNvPr>
          <p:cNvGrpSpPr/>
          <p:nvPr/>
        </p:nvGrpSpPr>
        <p:grpSpPr>
          <a:xfrm>
            <a:off x="5738128" y="345049"/>
            <a:ext cx="1242360" cy="224280"/>
            <a:chOff x="5738128" y="345049"/>
            <a:chExt cx="1242360" cy="224280"/>
          </a:xfrm>
        </p:grpSpPr>
        <mc:AlternateContent xmlns:mc="http://schemas.openxmlformats.org/markup-compatibility/2006" xmlns:p14="http://schemas.microsoft.com/office/powerpoint/2010/main">
          <mc:Choice Requires="p14">
            <p:contentPart p14:bwMode="auto" r:id="rId28">
              <p14:nvContentPartPr>
                <p14:cNvPr id="18" name="Ink 17">
                  <a:extLst>
                    <a:ext uri="{FF2B5EF4-FFF2-40B4-BE49-F238E27FC236}">
                      <a16:creationId xmlns:a16="http://schemas.microsoft.com/office/drawing/2014/main" id="{0ECE22A1-B871-41B8-A232-553FAFB83FA3}"/>
                    </a:ext>
                  </a:extLst>
                </p14:cNvPr>
                <p14:cNvContentPartPr/>
                <p14:nvPr/>
              </p14:nvContentPartPr>
              <p14:xfrm>
                <a:off x="5738128" y="457369"/>
                <a:ext cx="578520" cy="111960"/>
              </p14:xfrm>
            </p:contentPart>
          </mc:Choice>
          <mc:Fallback xmlns="">
            <p:pic>
              <p:nvPicPr>
                <p:cNvPr id="18" name="Ink 17">
                  <a:extLst>
                    <a:ext uri="{FF2B5EF4-FFF2-40B4-BE49-F238E27FC236}">
                      <a16:creationId xmlns:a16="http://schemas.microsoft.com/office/drawing/2014/main" id="{0ECE22A1-B871-41B8-A232-553FAFB83FA3}"/>
                    </a:ext>
                  </a:extLst>
                </p:cNvPr>
                <p:cNvPicPr/>
                <p:nvPr/>
              </p:nvPicPr>
              <p:blipFill>
                <a:blip r:embed="rId29"/>
                <a:stretch>
                  <a:fillRect/>
                </a:stretch>
              </p:blipFill>
              <p:spPr>
                <a:xfrm>
                  <a:off x="5729488" y="448729"/>
                  <a:ext cx="59616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9" name="Ink 18">
                  <a:extLst>
                    <a:ext uri="{FF2B5EF4-FFF2-40B4-BE49-F238E27FC236}">
                      <a16:creationId xmlns:a16="http://schemas.microsoft.com/office/drawing/2014/main" id="{4669385C-B375-43B5-AA92-3BEBFA7B82EC}"/>
                    </a:ext>
                  </a:extLst>
                </p14:cNvPr>
                <p14:cNvContentPartPr/>
                <p14:nvPr/>
              </p14:nvContentPartPr>
              <p14:xfrm>
                <a:off x="5747488" y="513169"/>
                <a:ext cx="23760" cy="19800"/>
              </p14:xfrm>
            </p:contentPart>
          </mc:Choice>
          <mc:Fallback xmlns="">
            <p:pic>
              <p:nvPicPr>
                <p:cNvPr id="19" name="Ink 18">
                  <a:extLst>
                    <a:ext uri="{FF2B5EF4-FFF2-40B4-BE49-F238E27FC236}">
                      <a16:creationId xmlns:a16="http://schemas.microsoft.com/office/drawing/2014/main" id="{4669385C-B375-43B5-AA92-3BEBFA7B82EC}"/>
                    </a:ext>
                  </a:extLst>
                </p:cNvPr>
                <p:cNvPicPr/>
                <p:nvPr/>
              </p:nvPicPr>
              <p:blipFill>
                <a:blip r:embed="rId31"/>
                <a:stretch>
                  <a:fillRect/>
                </a:stretch>
              </p:blipFill>
              <p:spPr>
                <a:xfrm>
                  <a:off x="5738488" y="504169"/>
                  <a:ext cx="4140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1" name="Ink 20">
                  <a:extLst>
                    <a:ext uri="{FF2B5EF4-FFF2-40B4-BE49-F238E27FC236}">
                      <a16:creationId xmlns:a16="http://schemas.microsoft.com/office/drawing/2014/main" id="{5BC6F91D-8D34-48F7-8F23-34DB5D28198F}"/>
                    </a:ext>
                  </a:extLst>
                </p14:cNvPr>
                <p14:cNvContentPartPr/>
                <p14:nvPr/>
              </p14:nvContentPartPr>
              <p14:xfrm>
                <a:off x="5766208" y="539089"/>
                <a:ext cx="522000" cy="30240"/>
              </p14:xfrm>
            </p:contentPart>
          </mc:Choice>
          <mc:Fallback xmlns="">
            <p:pic>
              <p:nvPicPr>
                <p:cNvPr id="21" name="Ink 20">
                  <a:extLst>
                    <a:ext uri="{FF2B5EF4-FFF2-40B4-BE49-F238E27FC236}">
                      <a16:creationId xmlns:a16="http://schemas.microsoft.com/office/drawing/2014/main" id="{5BC6F91D-8D34-48F7-8F23-34DB5D28198F}"/>
                    </a:ext>
                  </a:extLst>
                </p:cNvPr>
                <p:cNvPicPr/>
                <p:nvPr/>
              </p:nvPicPr>
              <p:blipFill>
                <a:blip r:embed="rId33"/>
                <a:stretch>
                  <a:fillRect/>
                </a:stretch>
              </p:blipFill>
              <p:spPr>
                <a:xfrm>
                  <a:off x="5757208" y="530089"/>
                  <a:ext cx="53964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2" name="Ink 21">
                  <a:extLst>
                    <a:ext uri="{FF2B5EF4-FFF2-40B4-BE49-F238E27FC236}">
                      <a16:creationId xmlns:a16="http://schemas.microsoft.com/office/drawing/2014/main" id="{BA1147FD-104C-4338-B4B1-42C2365321DE}"/>
                    </a:ext>
                  </a:extLst>
                </p14:cNvPr>
                <p14:cNvContentPartPr/>
                <p14:nvPr/>
              </p14:nvContentPartPr>
              <p14:xfrm>
                <a:off x="6316288" y="438289"/>
                <a:ext cx="10440" cy="122760"/>
              </p14:xfrm>
            </p:contentPart>
          </mc:Choice>
          <mc:Fallback xmlns="">
            <p:pic>
              <p:nvPicPr>
                <p:cNvPr id="22" name="Ink 21">
                  <a:extLst>
                    <a:ext uri="{FF2B5EF4-FFF2-40B4-BE49-F238E27FC236}">
                      <a16:creationId xmlns:a16="http://schemas.microsoft.com/office/drawing/2014/main" id="{BA1147FD-104C-4338-B4B1-42C2365321DE}"/>
                    </a:ext>
                  </a:extLst>
                </p:cNvPr>
                <p:cNvPicPr/>
                <p:nvPr/>
              </p:nvPicPr>
              <p:blipFill>
                <a:blip r:embed="rId35"/>
                <a:stretch>
                  <a:fillRect/>
                </a:stretch>
              </p:blipFill>
              <p:spPr>
                <a:xfrm>
                  <a:off x="6307288" y="429649"/>
                  <a:ext cx="2808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4" name="Ink 23">
                  <a:extLst>
                    <a:ext uri="{FF2B5EF4-FFF2-40B4-BE49-F238E27FC236}">
                      <a16:creationId xmlns:a16="http://schemas.microsoft.com/office/drawing/2014/main" id="{51AB7172-AF27-481C-A9AA-F2B6D2FE69A9}"/>
                    </a:ext>
                  </a:extLst>
                </p14:cNvPr>
                <p14:cNvContentPartPr/>
                <p14:nvPr/>
              </p14:nvContentPartPr>
              <p14:xfrm>
                <a:off x="6335368" y="428209"/>
                <a:ext cx="634680" cy="29160"/>
              </p14:xfrm>
            </p:contentPart>
          </mc:Choice>
          <mc:Fallback xmlns="">
            <p:pic>
              <p:nvPicPr>
                <p:cNvPr id="24" name="Ink 23">
                  <a:extLst>
                    <a:ext uri="{FF2B5EF4-FFF2-40B4-BE49-F238E27FC236}">
                      <a16:creationId xmlns:a16="http://schemas.microsoft.com/office/drawing/2014/main" id="{51AB7172-AF27-481C-A9AA-F2B6D2FE69A9}"/>
                    </a:ext>
                  </a:extLst>
                </p:cNvPr>
                <p:cNvPicPr/>
                <p:nvPr/>
              </p:nvPicPr>
              <p:blipFill>
                <a:blip r:embed="rId37"/>
                <a:stretch>
                  <a:fillRect/>
                </a:stretch>
              </p:blipFill>
              <p:spPr>
                <a:xfrm>
                  <a:off x="6326368" y="419569"/>
                  <a:ext cx="652320" cy="468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5" name="Ink 24">
                  <a:extLst>
                    <a:ext uri="{FF2B5EF4-FFF2-40B4-BE49-F238E27FC236}">
                      <a16:creationId xmlns:a16="http://schemas.microsoft.com/office/drawing/2014/main" id="{74F8F8DA-3245-4559-B0DB-79C0FA0CB69B}"/>
                    </a:ext>
                  </a:extLst>
                </p14:cNvPr>
                <p14:cNvContentPartPr/>
                <p14:nvPr/>
              </p14:nvContentPartPr>
              <p14:xfrm>
                <a:off x="6960688" y="345049"/>
                <a:ext cx="19800" cy="139320"/>
              </p14:xfrm>
            </p:contentPart>
          </mc:Choice>
          <mc:Fallback xmlns="">
            <p:pic>
              <p:nvPicPr>
                <p:cNvPr id="25" name="Ink 24">
                  <a:extLst>
                    <a:ext uri="{FF2B5EF4-FFF2-40B4-BE49-F238E27FC236}">
                      <a16:creationId xmlns:a16="http://schemas.microsoft.com/office/drawing/2014/main" id="{74F8F8DA-3245-4559-B0DB-79C0FA0CB69B}"/>
                    </a:ext>
                  </a:extLst>
                </p:cNvPr>
                <p:cNvPicPr/>
                <p:nvPr/>
              </p:nvPicPr>
              <p:blipFill>
                <a:blip r:embed="rId39"/>
                <a:stretch>
                  <a:fillRect/>
                </a:stretch>
              </p:blipFill>
              <p:spPr>
                <a:xfrm>
                  <a:off x="6951688" y="336049"/>
                  <a:ext cx="3744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0" name="Ink 29">
                  <a:extLst>
                    <a:ext uri="{FF2B5EF4-FFF2-40B4-BE49-F238E27FC236}">
                      <a16:creationId xmlns:a16="http://schemas.microsoft.com/office/drawing/2014/main" id="{6DE5E316-52AD-40EE-8A81-C0EBB01B19CE}"/>
                    </a:ext>
                  </a:extLst>
                </p14:cNvPr>
                <p14:cNvContentPartPr/>
                <p14:nvPr/>
              </p14:nvContentPartPr>
              <p14:xfrm>
                <a:off x="5738128" y="550249"/>
                <a:ext cx="360" cy="17280"/>
              </p14:xfrm>
            </p:contentPart>
          </mc:Choice>
          <mc:Fallback xmlns="">
            <p:pic>
              <p:nvPicPr>
                <p:cNvPr id="30" name="Ink 29">
                  <a:extLst>
                    <a:ext uri="{FF2B5EF4-FFF2-40B4-BE49-F238E27FC236}">
                      <a16:creationId xmlns:a16="http://schemas.microsoft.com/office/drawing/2014/main" id="{6DE5E316-52AD-40EE-8A81-C0EBB01B19CE}"/>
                    </a:ext>
                  </a:extLst>
                </p:cNvPr>
                <p:cNvPicPr/>
                <p:nvPr/>
              </p:nvPicPr>
              <p:blipFill>
                <a:blip r:embed="rId41"/>
                <a:stretch>
                  <a:fillRect/>
                </a:stretch>
              </p:blipFill>
              <p:spPr>
                <a:xfrm>
                  <a:off x="5729488" y="541249"/>
                  <a:ext cx="18000" cy="349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1" name="Ink 30">
                  <a:extLst>
                    <a:ext uri="{FF2B5EF4-FFF2-40B4-BE49-F238E27FC236}">
                      <a16:creationId xmlns:a16="http://schemas.microsoft.com/office/drawing/2014/main" id="{D45FF6E1-35CD-4E65-931C-E848246B5A97}"/>
                    </a:ext>
                  </a:extLst>
                </p14:cNvPr>
                <p14:cNvContentPartPr/>
                <p14:nvPr/>
              </p14:nvContentPartPr>
              <p14:xfrm>
                <a:off x="6324208" y="429289"/>
                <a:ext cx="50040" cy="128160"/>
              </p14:xfrm>
            </p:contentPart>
          </mc:Choice>
          <mc:Fallback xmlns="">
            <p:pic>
              <p:nvPicPr>
                <p:cNvPr id="31" name="Ink 30">
                  <a:extLst>
                    <a:ext uri="{FF2B5EF4-FFF2-40B4-BE49-F238E27FC236}">
                      <a16:creationId xmlns:a16="http://schemas.microsoft.com/office/drawing/2014/main" id="{D45FF6E1-35CD-4E65-931C-E848246B5A97}"/>
                    </a:ext>
                  </a:extLst>
                </p:cNvPr>
                <p:cNvPicPr/>
                <p:nvPr/>
              </p:nvPicPr>
              <p:blipFill>
                <a:blip r:embed="rId43"/>
                <a:stretch>
                  <a:fillRect/>
                </a:stretch>
              </p:blipFill>
              <p:spPr>
                <a:xfrm>
                  <a:off x="6315208" y="420289"/>
                  <a:ext cx="6768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3" name="Ink 32">
                  <a:extLst>
                    <a:ext uri="{FF2B5EF4-FFF2-40B4-BE49-F238E27FC236}">
                      <a16:creationId xmlns:a16="http://schemas.microsoft.com/office/drawing/2014/main" id="{ED6F66D8-24EE-433B-98B1-2B9513BE3A4F}"/>
                    </a:ext>
                  </a:extLst>
                </p14:cNvPr>
                <p14:cNvContentPartPr/>
                <p14:nvPr/>
              </p14:nvContentPartPr>
              <p14:xfrm>
                <a:off x="6979048" y="429289"/>
                <a:ext cx="360" cy="360"/>
              </p14:xfrm>
            </p:contentPart>
          </mc:Choice>
          <mc:Fallback xmlns="">
            <p:pic>
              <p:nvPicPr>
                <p:cNvPr id="33" name="Ink 32">
                  <a:extLst>
                    <a:ext uri="{FF2B5EF4-FFF2-40B4-BE49-F238E27FC236}">
                      <a16:creationId xmlns:a16="http://schemas.microsoft.com/office/drawing/2014/main" id="{ED6F66D8-24EE-433B-98B1-2B9513BE3A4F}"/>
                    </a:ext>
                  </a:extLst>
                </p:cNvPr>
                <p:cNvPicPr/>
                <p:nvPr/>
              </p:nvPicPr>
              <p:blipFill>
                <a:blip r:embed="rId15"/>
                <a:stretch>
                  <a:fillRect/>
                </a:stretch>
              </p:blipFill>
              <p:spPr>
                <a:xfrm>
                  <a:off x="6970408" y="420289"/>
                  <a:ext cx="18000" cy="1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5">
            <p14:nvContentPartPr>
              <p14:cNvPr id="35" name="Ink 34">
                <a:extLst>
                  <a:ext uri="{FF2B5EF4-FFF2-40B4-BE49-F238E27FC236}">
                    <a16:creationId xmlns:a16="http://schemas.microsoft.com/office/drawing/2014/main" id="{75F90AB8-1200-4BBD-A79B-E5B0768C5C4B}"/>
                  </a:ext>
                </a:extLst>
              </p14:cNvPr>
              <p14:cNvContentPartPr/>
              <p14:nvPr/>
            </p14:nvContentPartPr>
            <p14:xfrm>
              <a:off x="4002928" y="904849"/>
              <a:ext cx="360" cy="360"/>
            </p14:xfrm>
          </p:contentPart>
        </mc:Choice>
        <mc:Fallback xmlns="">
          <p:pic>
            <p:nvPicPr>
              <p:cNvPr id="35" name="Ink 34">
                <a:extLst>
                  <a:ext uri="{FF2B5EF4-FFF2-40B4-BE49-F238E27FC236}">
                    <a16:creationId xmlns:a16="http://schemas.microsoft.com/office/drawing/2014/main" id="{75F90AB8-1200-4BBD-A79B-E5B0768C5C4B}"/>
                  </a:ext>
                </a:extLst>
              </p:cNvPr>
              <p:cNvPicPr/>
              <p:nvPr/>
            </p:nvPicPr>
            <p:blipFill>
              <a:blip r:embed="rId15"/>
              <a:stretch>
                <a:fillRect/>
              </a:stretch>
            </p:blipFill>
            <p:spPr>
              <a:xfrm>
                <a:off x="3993928" y="896209"/>
                <a:ext cx="18000" cy="18000"/>
              </a:xfrm>
              <a:prstGeom prst="rect">
                <a:avLst/>
              </a:prstGeom>
            </p:spPr>
          </p:pic>
        </mc:Fallback>
      </mc:AlternateContent>
    </p:spTree>
    <p:extLst>
      <p:ext uri="{BB962C8B-B14F-4D97-AF65-F5344CB8AC3E}">
        <p14:creationId xmlns:p14="http://schemas.microsoft.com/office/powerpoint/2010/main" val="9190469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457200" y="1371600"/>
            <a:ext cx="8382000" cy="2760756"/>
          </a:xfrm>
          <a:prstGeom prst="rect">
            <a:avLst/>
          </a:prstGeom>
        </p:spPr>
        <p:txBody>
          <a:bodyPr wrap="square">
            <a:spAutoFit/>
          </a:bodyPr>
          <a:lstStyle/>
          <a:p>
            <a:pPr>
              <a:lnSpc>
                <a:spcPct val="110000"/>
              </a:lnSpc>
              <a:spcBef>
                <a:spcPts val="600"/>
              </a:spcBef>
            </a:pPr>
            <a:r>
              <a:rPr lang="en-US" b="1" dirty="0" err="1">
                <a:solidFill>
                  <a:schemeClr val="bg2">
                    <a:lumMod val="10000"/>
                  </a:schemeClr>
                </a:solidFill>
              </a:rPr>
              <a:t>Chỉ</a:t>
            </a:r>
            <a:r>
              <a:rPr lang="en-US" b="1" dirty="0">
                <a:solidFill>
                  <a:schemeClr val="bg2">
                    <a:lumMod val="10000"/>
                  </a:schemeClr>
                </a:solidFill>
              </a:rPr>
              <a:t> </a:t>
            </a:r>
            <a:r>
              <a:rPr lang="en-US" b="1" dirty="0" err="1">
                <a:solidFill>
                  <a:schemeClr val="bg2">
                    <a:lumMod val="10000"/>
                  </a:schemeClr>
                </a:solidFill>
              </a:rPr>
              <a:t>số</a:t>
            </a:r>
            <a:r>
              <a:rPr lang="en-US" b="1" dirty="0">
                <a:solidFill>
                  <a:schemeClr val="bg2">
                    <a:lumMod val="10000"/>
                  </a:schemeClr>
                </a:solidFill>
              </a:rPr>
              <a:t> </a:t>
            </a:r>
            <a:r>
              <a:rPr lang="en-US" b="1" dirty="0" err="1">
                <a:solidFill>
                  <a:schemeClr val="bg2">
                    <a:lumMod val="10000"/>
                  </a:schemeClr>
                </a:solidFill>
              </a:rPr>
              <a:t>mức</a:t>
            </a:r>
            <a:r>
              <a:rPr lang="en-US" b="1" dirty="0">
                <a:solidFill>
                  <a:schemeClr val="bg2">
                    <a:lumMod val="10000"/>
                  </a:schemeClr>
                </a:solidFill>
              </a:rPr>
              <a:t> </a:t>
            </a:r>
            <a:r>
              <a:rPr lang="en-US" b="1" dirty="0" err="1">
                <a:solidFill>
                  <a:schemeClr val="bg2">
                    <a:lumMod val="10000"/>
                  </a:schemeClr>
                </a:solidFill>
              </a:rPr>
              <a:t>độ</a:t>
            </a:r>
            <a:r>
              <a:rPr lang="en-US" b="1" dirty="0">
                <a:solidFill>
                  <a:schemeClr val="bg2">
                    <a:lumMod val="10000"/>
                  </a:schemeClr>
                </a:solidFill>
              </a:rPr>
              <a:t> </a:t>
            </a:r>
            <a:r>
              <a:rPr lang="en-US" b="1" dirty="0" err="1">
                <a:solidFill>
                  <a:schemeClr val="bg2">
                    <a:lumMod val="10000"/>
                  </a:schemeClr>
                </a:solidFill>
              </a:rPr>
              <a:t>phục</a:t>
            </a:r>
            <a:r>
              <a:rPr lang="en-US" b="1" dirty="0">
                <a:solidFill>
                  <a:schemeClr val="bg2">
                    <a:lumMod val="10000"/>
                  </a:schemeClr>
                </a:solidFill>
              </a:rPr>
              <a:t> </a:t>
            </a:r>
            <a:r>
              <a:rPr lang="en-US" b="1" dirty="0" err="1">
                <a:solidFill>
                  <a:schemeClr val="bg2">
                    <a:lumMod val="10000"/>
                  </a:schemeClr>
                </a:solidFill>
              </a:rPr>
              <a:t>vụ</a:t>
            </a:r>
            <a:r>
              <a:rPr lang="en-US" b="1" dirty="0">
                <a:solidFill>
                  <a:schemeClr val="bg2">
                    <a:lumMod val="10000"/>
                  </a:schemeClr>
                </a:solidFill>
              </a:rPr>
              <a:t> – </a:t>
            </a:r>
            <a:r>
              <a:rPr lang="en-US" b="1" dirty="0" err="1">
                <a:solidFill>
                  <a:schemeClr val="bg2">
                    <a:lumMod val="10000"/>
                  </a:schemeClr>
                </a:solidFill>
              </a:rPr>
              <a:t>Thí</a:t>
            </a:r>
            <a:r>
              <a:rPr lang="en-US" b="1" dirty="0">
                <a:solidFill>
                  <a:schemeClr val="bg2">
                    <a:lumMod val="10000"/>
                  </a:schemeClr>
                </a:solidFill>
              </a:rPr>
              <a:t> </a:t>
            </a:r>
            <a:r>
              <a:rPr lang="en-US" b="1" dirty="0" err="1">
                <a:solidFill>
                  <a:schemeClr val="bg2">
                    <a:lumMod val="10000"/>
                  </a:schemeClr>
                </a:solidFill>
              </a:rPr>
              <a:t>nghiệm</a:t>
            </a:r>
            <a:r>
              <a:rPr lang="en-US" b="1" dirty="0">
                <a:solidFill>
                  <a:schemeClr val="bg2">
                    <a:lumMod val="10000"/>
                  </a:schemeClr>
                </a:solidFill>
              </a:rPr>
              <a:t> </a:t>
            </a:r>
            <a:r>
              <a:rPr lang="en-US" b="1" dirty="0" err="1">
                <a:solidFill>
                  <a:schemeClr val="bg2">
                    <a:lumMod val="10000"/>
                  </a:schemeClr>
                </a:solidFill>
              </a:rPr>
              <a:t>đường</a:t>
            </a:r>
            <a:r>
              <a:rPr lang="en-US" b="1" dirty="0">
                <a:solidFill>
                  <a:schemeClr val="bg2">
                    <a:lumMod val="10000"/>
                  </a:schemeClr>
                </a:solidFill>
              </a:rPr>
              <a:t> AASHO </a:t>
            </a:r>
          </a:p>
          <a:p>
            <a:pPr marL="342900" indent="-342900">
              <a:lnSpc>
                <a:spcPct val="110000"/>
              </a:lnSpc>
              <a:spcBef>
                <a:spcPts val="600"/>
              </a:spcBef>
              <a:buFont typeface="+mj-lt"/>
              <a:buAutoNum type="arabicPeriod" startAt="3"/>
            </a:pPr>
            <a:r>
              <a:rPr lang="en-US" b="1" i="1" dirty="0" err="1">
                <a:solidFill>
                  <a:srgbClr val="0070C0"/>
                </a:solidFill>
              </a:rPr>
              <a:t>Mức</a:t>
            </a:r>
            <a:r>
              <a:rPr lang="en-US" b="1" i="1" dirty="0">
                <a:solidFill>
                  <a:srgbClr val="0070C0"/>
                </a:solidFill>
              </a:rPr>
              <a:t> </a:t>
            </a:r>
            <a:r>
              <a:rPr lang="en-US" b="1" i="1" dirty="0" err="1">
                <a:solidFill>
                  <a:srgbClr val="0070C0"/>
                </a:solidFill>
              </a:rPr>
              <a:t>độ</a:t>
            </a:r>
            <a:r>
              <a:rPr lang="en-US" b="1" i="1" dirty="0">
                <a:solidFill>
                  <a:srgbClr val="0070C0"/>
                </a:solidFill>
              </a:rPr>
              <a:t> </a:t>
            </a:r>
            <a:r>
              <a:rPr lang="en-US" b="1" i="1" dirty="0" err="1">
                <a:solidFill>
                  <a:srgbClr val="0070C0"/>
                </a:solidFill>
              </a:rPr>
              <a:t>phục</a:t>
            </a:r>
            <a:r>
              <a:rPr lang="en-US" b="1" i="1" dirty="0">
                <a:solidFill>
                  <a:srgbClr val="0070C0"/>
                </a:solidFill>
              </a:rPr>
              <a:t> </a:t>
            </a:r>
            <a:r>
              <a:rPr lang="en-US" b="1" i="1" dirty="0" err="1">
                <a:solidFill>
                  <a:srgbClr val="0070C0"/>
                </a:solidFill>
              </a:rPr>
              <a:t>vụ</a:t>
            </a:r>
            <a:r>
              <a:rPr lang="en-US" b="1" i="1" dirty="0">
                <a:solidFill>
                  <a:srgbClr val="0070C0"/>
                </a:solidFill>
              </a:rPr>
              <a:t> (Present Service Rating) (PSR)</a:t>
            </a:r>
            <a:r>
              <a:rPr lang="en-US" b="1" i="1" dirty="0">
                <a:solidFill>
                  <a:schemeClr val="bg2">
                    <a:lumMod val="10000"/>
                  </a:schemeClr>
                </a:solidFill>
              </a:rPr>
              <a:t> – </a:t>
            </a:r>
            <a:r>
              <a:rPr lang="en-US" dirty="0" err="1">
                <a:solidFill>
                  <a:schemeClr val="bg2">
                    <a:lumMod val="10000"/>
                  </a:schemeClr>
                </a:solidFill>
              </a:rPr>
              <a:t>Giá</a:t>
            </a:r>
            <a:r>
              <a:rPr lang="en-US" dirty="0">
                <a:solidFill>
                  <a:schemeClr val="bg2">
                    <a:lumMod val="10000"/>
                  </a:schemeClr>
                </a:solidFill>
              </a:rPr>
              <a:t> </a:t>
            </a:r>
            <a:r>
              <a:rPr lang="en-US" dirty="0" err="1">
                <a:solidFill>
                  <a:schemeClr val="bg2">
                    <a:lumMod val="10000"/>
                  </a:schemeClr>
                </a:solidFill>
              </a:rPr>
              <a:t>trị</a:t>
            </a:r>
            <a:r>
              <a:rPr lang="en-US" dirty="0">
                <a:solidFill>
                  <a:schemeClr val="bg2">
                    <a:lumMod val="10000"/>
                  </a:schemeClr>
                </a:solidFill>
              </a:rPr>
              <a:t> </a:t>
            </a:r>
            <a:r>
              <a:rPr lang="en-US" dirty="0" err="1">
                <a:solidFill>
                  <a:schemeClr val="bg2">
                    <a:lumMod val="10000"/>
                  </a:schemeClr>
                </a:solidFill>
              </a:rPr>
              <a:t>trung</a:t>
            </a:r>
            <a:r>
              <a:rPr lang="en-US" dirty="0">
                <a:solidFill>
                  <a:schemeClr val="bg2">
                    <a:lumMod val="10000"/>
                  </a:schemeClr>
                </a:solidFill>
              </a:rPr>
              <a:t> </a:t>
            </a:r>
            <a:r>
              <a:rPr lang="en-US" dirty="0" err="1">
                <a:solidFill>
                  <a:schemeClr val="bg2">
                    <a:lumMod val="10000"/>
                  </a:schemeClr>
                </a:solidFill>
              </a:rPr>
              <a:t>bình</a:t>
            </a:r>
            <a:r>
              <a:rPr lang="en-US" dirty="0">
                <a:solidFill>
                  <a:schemeClr val="bg2">
                    <a:lumMod val="10000"/>
                  </a:schemeClr>
                </a:solidFill>
              </a:rPr>
              <a:t> </a:t>
            </a:r>
            <a:r>
              <a:rPr lang="en-US" dirty="0" err="1">
                <a:solidFill>
                  <a:schemeClr val="bg2">
                    <a:lumMod val="10000"/>
                  </a:schemeClr>
                </a:solidFill>
              </a:rPr>
              <a:t>được</a:t>
            </a:r>
            <a:r>
              <a:rPr lang="en-US" dirty="0">
                <a:solidFill>
                  <a:schemeClr val="bg2">
                    <a:lumMod val="10000"/>
                  </a:schemeClr>
                </a:solidFill>
              </a:rPr>
              <a:t> </a:t>
            </a:r>
            <a:r>
              <a:rPr lang="en-US" dirty="0" err="1">
                <a:solidFill>
                  <a:schemeClr val="bg2">
                    <a:lumMod val="10000"/>
                  </a:schemeClr>
                </a:solidFill>
              </a:rPr>
              <a:t>đánh</a:t>
            </a:r>
            <a:r>
              <a:rPr lang="en-US" dirty="0">
                <a:solidFill>
                  <a:schemeClr val="bg2">
                    <a:lumMod val="10000"/>
                  </a:schemeClr>
                </a:solidFill>
              </a:rPr>
              <a:t> </a:t>
            </a:r>
            <a:r>
              <a:rPr lang="en-US" dirty="0" err="1">
                <a:solidFill>
                  <a:schemeClr val="bg2">
                    <a:lumMod val="10000"/>
                  </a:schemeClr>
                </a:solidFill>
              </a:rPr>
              <a:t>giá</a:t>
            </a:r>
            <a:r>
              <a:rPr lang="en-US" dirty="0">
                <a:solidFill>
                  <a:schemeClr val="bg2">
                    <a:lumMod val="10000"/>
                  </a:schemeClr>
                </a:solidFill>
              </a:rPr>
              <a:t> </a:t>
            </a:r>
            <a:r>
              <a:rPr lang="en-US" dirty="0" err="1">
                <a:solidFill>
                  <a:schemeClr val="bg2">
                    <a:lumMod val="10000"/>
                  </a:schemeClr>
                </a:solidFill>
              </a:rPr>
              <a:t>bởi</a:t>
            </a:r>
            <a:r>
              <a:rPr lang="en-US" dirty="0">
                <a:solidFill>
                  <a:schemeClr val="bg2">
                    <a:lumMod val="10000"/>
                  </a:schemeClr>
                </a:solidFill>
              </a:rPr>
              <a:t> </a:t>
            </a:r>
            <a:r>
              <a:rPr lang="en-US" dirty="0" err="1">
                <a:solidFill>
                  <a:schemeClr val="bg2">
                    <a:lumMod val="10000"/>
                  </a:schemeClr>
                </a:solidFill>
              </a:rPr>
              <a:t>các</a:t>
            </a:r>
            <a:r>
              <a:rPr lang="en-US" dirty="0">
                <a:solidFill>
                  <a:schemeClr val="bg2">
                    <a:lumMod val="10000"/>
                  </a:schemeClr>
                </a:solidFill>
              </a:rPr>
              <a:t> </a:t>
            </a:r>
            <a:r>
              <a:rPr lang="en-US" dirty="0" err="1">
                <a:solidFill>
                  <a:schemeClr val="bg2">
                    <a:lumMod val="10000"/>
                  </a:schemeClr>
                </a:solidFill>
              </a:rPr>
              <a:t>thành</a:t>
            </a:r>
            <a:r>
              <a:rPr lang="en-US" dirty="0">
                <a:solidFill>
                  <a:schemeClr val="bg2">
                    <a:lumMod val="10000"/>
                  </a:schemeClr>
                </a:solidFill>
              </a:rPr>
              <a:t> </a:t>
            </a:r>
            <a:r>
              <a:rPr lang="en-US" dirty="0" err="1">
                <a:solidFill>
                  <a:schemeClr val="bg2">
                    <a:lumMod val="10000"/>
                  </a:schemeClr>
                </a:solidFill>
              </a:rPr>
              <a:t>viên</a:t>
            </a:r>
            <a:r>
              <a:rPr lang="en-US" dirty="0">
                <a:solidFill>
                  <a:schemeClr val="bg2">
                    <a:lumMod val="10000"/>
                  </a:schemeClr>
                </a:solidFill>
              </a:rPr>
              <a:t> </a:t>
            </a:r>
            <a:r>
              <a:rPr lang="en-US" dirty="0" err="1">
                <a:solidFill>
                  <a:schemeClr val="bg2">
                    <a:lumMod val="10000"/>
                  </a:schemeClr>
                </a:solidFill>
              </a:rPr>
              <a:t>trong</a:t>
            </a:r>
            <a:r>
              <a:rPr lang="en-US" dirty="0">
                <a:solidFill>
                  <a:schemeClr val="bg2">
                    <a:lumMod val="10000"/>
                  </a:schemeClr>
                </a:solidFill>
              </a:rPr>
              <a:t> </a:t>
            </a:r>
            <a:r>
              <a:rPr lang="en-US" dirty="0" err="1">
                <a:solidFill>
                  <a:schemeClr val="bg2">
                    <a:lumMod val="10000"/>
                  </a:schemeClr>
                </a:solidFill>
              </a:rPr>
              <a:t>nhóm</a:t>
            </a:r>
            <a:r>
              <a:rPr lang="en-US" dirty="0">
                <a:solidFill>
                  <a:schemeClr val="bg2">
                    <a:lumMod val="10000"/>
                  </a:schemeClr>
                </a:solidFill>
              </a:rPr>
              <a:t> </a:t>
            </a:r>
            <a:r>
              <a:rPr lang="en-US" dirty="0" err="1">
                <a:solidFill>
                  <a:schemeClr val="bg2">
                    <a:lumMod val="10000"/>
                  </a:schemeClr>
                </a:solidFill>
              </a:rPr>
              <a:t>đánh</a:t>
            </a:r>
            <a:r>
              <a:rPr lang="en-US" dirty="0">
                <a:solidFill>
                  <a:schemeClr val="bg2">
                    <a:lumMod val="10000"/>
                  </a:schemeClr>
                </a:solidFill>
              </a:rPr>
              <a:t> </a:t>
            </a:r>
            <a:r>
              <a:rPr lang="en-US" dirty="0" err="1">
                <a:solidFill>
                  <a:schemeClr val="bg2">
                    <a:lumMod val="10000"/>
                  </a:schemeClr>
                </a:solidFill>
              </a:rPr>
              <a:t>giá</a:t>
            </a:r>
            <a:r>
              <a:rPr lang="en-US" dirty="0">
                <a:solidFill>
                  <a:schemeClr val="bg2">
                    <a:lumMod val="10000"/>
                  </a:schemeClr>
                </a:solidFill>
              </a:rPr>
              <a:t> </a:t>
            </a:r>
            <a:r>
              <a:rPr lang="en-US" dirty="0" err="1">
                <a:solidFill>
                  <a:schemeClr val="bg2">
                    <a:lumMod val="10000"/>
                  </a:schemeClr>
                </a:solidFill>
              </a:rPr>
              <a:t>cụ</a:t>
            </a:r>
            <a:r>
              <a:rPr lang="en-US" dirty="0">
                <a:solidFill>
                  <a:schemeClr val="bg2">
                    <a:lumMod val="10000"/>
                  </a:schemeClr>
                </a:solidFill>
              </a:rPr>
              <a:t> </a:t>
            </a:r>
            <a:r>
              <a:rPr lang="en-US" dirty="0" err="1">
                <a:solidFill>
                  <a:schemeClr val="bg2">
                    <a:lumMod val="10000"/>
                  </a:schemeClr>
                </a:solidFill>
              </a:rPr>
              <a:t>thể</a:t>
            </a:r>
            <a:r>
              <a:rPr lang="en-US" dirty="0">
                <a:solidFill>
                  <a:schemeClr val="bg2">
                    <a:lumMod val="10000"/>
                  </a:schemeClr>
                </a:solidFill>
              </a:rPr>
              <a:t> </a:t>
            </a:r>
          </a:p>
          <a:p>
            <a:pPr marL="342900" indent="-342900">
              <a:lnSpc>
                <a:spcPct val="110000"/>
              </a:lnSpc>
              <a:spcBef>
                <a:spcPts val="600"/>
              </a:spcBef>
              <a:buFont typeface="+mj-lt"/>
              <a:buAutoNum type="arabicPeriod" startAt="3"/>
            </a:pPr>
            <a:r>
              <a:rPr lang="en-US" b="1" i="1" dirty="0" err="1">
                <a:solidFill>
                  <a:srgbClr val="0070C0"/>
                </a:solidFill>
              </a:rPr>
              <a:t>Hệ</a:t>
            </a:r>
            <a:r>
              <a:rPr lang="en-US" b="1" i="1" dirty="0">
                <a:solidFill>
                  <a:srgbClr val="0070C0"/>
                </a:solidFill>
              </a:rPr>
              <a:t> </a:t>
            </a:r>
            <a:r>
              <a:rPr lang="en-US" b="1" i="1" dirty="0" err="1">
                <a:solidFill>
                  <a:srgbClr val="0070C0"/>
                </a:solidFill>
              </a:rPr>
              <a:t>số</a:t>
            </a:r>
            <a:r>
              <a:rPr lang="en-US" b="1" i="1" dirty="0">
                <a:solidFill>
                  <a:srgbClr val="0070C0"/>
                </a:solidFill>
              </a:rPr>
              <a:t> </a:t>
            </a:r>
            <a:r>
              <a:rPr lang="en-US" b="1" i="1" dirty="0" err="1">
                <a:solidFill>
                  <a:srgbClr val="0070C0"/>
                </a:solidFill>
              </a:rPr>
              <a:t>mức</a:t>
            </a:r>
            <a:r>
              <a:rPr lang="en-US" b="1" i="1" dirty="0">
                <a:solidFill>
                  <a:srgbClr val="0070C0"/>
                </a:solidFill>
              </a:rPr>
              <a:t> </a:t>
            </a:r>
            <a:r>
              <a:rPr lang="en-US" b="1" i="1" dirty="0" err="1">
                <a:solidFill>
                  <a:srgbClr val="0070C0"/>
                </a:solidFill>
              </a:rPr>
              <a:t>độ</a:t>
            </a:r>
            <a:r>
              <a:rPr lang="en-US" b="1" i="1" dirty="0">
                <a:solidFill>
                  <a:srgbClr val="0070C0"/>
                </a:solidFill>
              </a:rPr>
              <a:t> </a:t>
            </a:r>
            <a:r>
              <a:rPr lang="en-US" b="1" i="1" dirty="0" err="1">
                <a:solidFill>
                  <a:srgbClr val="0070C0"/>
                </a:solidFill>
              </a:rPr>
              <a:t>phục</a:t>
            </a:r>
            <a:r>
              <a:rPr lang="en-US" b="1" i="1" dirty="0">
                <a:solidFill>
                  <a:srgbClr val="0070C0"/>
                </a:solidFill>
              </a:rPr>
              <a:t> </a:t>
            </a:r>
            <a:r>
              <a:rPr lang="en-US" b="1" i="1" dirty="0" err="1">
                <a:solidFill>
                  <a:srgbClr val="0070C0"/>
                </a:solidFill>
              </a:rPr>
              <a:t>vụ</a:t>
            </a:r>
            <a:r>
              <a:rPr lang="en-US" b="1" i="1" dirty="0">
                <a:solidFill>
                  <a:srgbClr val="0070C0"/>
                </a:solidFill>
              </a:rPr>
              <a:t> (Present Service Index) (PSI)</a:t>
            </a:r>
            <a:r>
              <a:rPr lang="en-US" b="1" i="1" dirty="0">
                <a:solidFill>
                  <a:schemeClr val="bg2">
                    <a:lumMod val="10000"/>
                  </a:schemeClr>
                </a:solidFill>
              </a:rPr>
              <a:t> – </a:t>
            </a:r>
            <a:r>
              <a:rPr lang="en-US" dirty="0" err="1">
                <a:solidFill>
                  <a:schemeClr val="bg2">
                    <a:lumMod val="10000"/>
                  </a:schemeClr>
                </a:solidFill>
              </a:rPr>
              <a:t>Giá</a:t>
            </a:r>
            <a:r>
              <a:rPr lang="en-US" dirty="0">
                <a:solidFill>
                  <a:schemeClr val="bg2">
                    <a:lumMod val="10000"/>
                  </a:schemeClr>
                </a:solidFill>
              </a:rPr>
              <a:t> </a:t>
            </a:r>
            <a:r>
              <a:rPr lang="en-US" dirty="0" err="1">
                <a:solidFill>
                  <a:schemeClr val="bg2">
                    <a:lumMod val="10000"/>
                  </a:schemeClr>
                </a:solidFill>
              </a:rPr>
              <a:t>trị</a:t>
            </a:r>
            <a:r>
              <a:rPr lang="en-US" dirty="0">
                <a:solidFill>
                  <a:schemeClr val="bg2">
                    <a:lumMod val="10000"/>
                  </a:schemeClr>
                </a:solidFill>
              </a:rPr>
              <a:t> </a:t>
            </a:r>
            <a:r>
              <a:rPr lang="en-US" dirty="0" err="1">
                <a:solidFill>
                  <a:schemeClr val="bg2">
                    <a:lumMod val="10000"/>
                  </a:schemeClr>
                </a:solidFill>
              </a:rPr>
              <a:t>toán</a:t>
            </a:r>
            <a:r>
              <a:rPr lang="en-US" dirty="0">
                <a:solidFill>
                  <a:schemeClr val="bg2">
                    <a:lumMod val="10000"/>
                  </a:schemeClr>
                </a:solidFill>
              </a:rPr>
              <a:t> </a:t>
            </a:r>
            <a:r>
              <a:rPr lang="en-US" dirty="0" err="1">
                <a:solidFill>
                  <a:schemeClr val="bg2">
                    <a:lumMod val="10000"/>
                  </a:schemeClr>
                </a:solidFill>
              </a:rPr>
              <a:t>học</a:t>
            </a:r>
            <a:r>
              <a:rPr lang="en-US" dirty="0">
                <a:solidFill>
                  <a:schemeClr val="bg2">
                    <a:lumMod val="10000"/>
                  </a:schemeClr>
                </a:solidFill>
              </a:rPr>
              <a:t> </a:t>
            </a:r>
            <a:r>
              <a:rPr lang="en-US" dirty="0" err="1">
                <a:solidFill>
                  <a:schemeClr val="bg2">
                    <a:lumMod val="10000"/>
                  </a:schemeClr>
                </a:solidFill>
              </a:rPr>
              <a:t>thích</a:t>
            </a:r>
            <a:r>
              <a:rPr lang="en-US" dirty="0">
                <a:solidFill>
                  <a:schemeClr val="bg2">
                    <a:lumMod val="10000"/>
                  </a:schemeClr>
                </a:solidFill>
              </a:rPr>
              <a:t> </a:t>
            </a:r>
            <a:r>
              <a:rPr lang="en-US" dirty="0" err="1">
                <a:solidFill>
                  <a:schemeClr val="bg2">
                    <a:lumMod val="10000"/>
                  </a:schemeClr>
                </a:solidFill>
              </a:rPr>
              <a:t>hợp</a:t>
            </a:r>
            <a:r>
              <a:rPr lang="en-US" dirty="0">
                <a:solidFill>
                  <a:schemeClr val="bg2">
                    <a:lumMod val="10000"/>
                  </a:schemeClr>
                </a:solidFill>
              </a:rPr>
              <a:t> </a:t>
            </a:r>
            <a:r>
              <a:rPr lang="en-US" dirty="0" err="1">
                <a:solidFill>
                  <a:schemeClr val="bg2">
                    <a:lumMod val="10000"/>
                  </a:schemeClr>
                </a:solidFill>
              </a:rPr>
              <a:t>có</a:t>
            </a:r>
            <a:r>
              <a:rPr lang="en-US" dirty="0">
                <a:solidFill>
                  <a:schemeClr val="bg2">
                    <a:lumMod val="10000"/>
                  </a:schemeClr>
                </a:solidFill>
              </a:rPr>
              <a:t> </a:t>
            </a:r>
            <a:r>
              <a:rPr lang="en-US" dirty="0" err="1">
                <a:solidFill>
                  <a:schemeClr val="bg2">
                    <a:lumMod val="10000"/>
                  </a:schemeClr>
                </a:solidFill>
              </a:rPr>
              <a:t>được</a:t>
            </a:r>
            <a:r>
              <a:rPr lang="en-US" dirty="0">
                <a:solidFill>
                  <a:schemeClr val="bg2">
                    <a:lumMod val="10000"/>
                  </a:schemeClr>
                </a:solidFill>
              </a:rPr>
              <a:t> </a:t>
            </a:r>
            <a:r>
              <a:rPr lang="en-US" dirty="0" err="1">
                <a:solidFill>
                  <a:schemeClr val="bg2">
                    <a:lumMod val="10000"/>
                  </a:schemeClr>
                </a:solidFill>
              </a:rPr>
              <a:t>từ</a:t>
            </a:r>
            <a:r>
              <a:rPr lang="en-US" dirty="0">
                <a:solidFill>
                  <a:schemeClr val="bg2">
                    <a:lumMod val="10000"/>
                  </a:schemeClr>
                </a:solidFill>
              </a:rPr>
              <a:t> </a:t>
            </a:r>
            <a:r>
              <a:rPr lang="en-US" dirty="0" err="1">
                <a:solidFill>
                  <a:schemeClr val="bg2">
                    <a:lumMod val="10000"/>
                  </a:schemeClr>
                </a:solidFill>
              </a:rPr>
              <a:t>các</a:t>
            </a:r>
            <a:r>
              <a:rPr lang="en-US" dirty="0">
                <a:solidFill>
                  <a:schemeClr val="bg2">
                    <a:lumMod val="10000"/>
                  </a:schemeClr>
                </a:solidFill>
              </a:rPr>
              <a:t> </a:t>
            </a:r>
            <a:r>
              <a:rPr lang="en-US" dirty="0" err="1">
                <a:solidFill>
                  <a:schemeClr val="bg2">
                    <a:lumMod val="10000"/>
                  </a:schemeClr>
                </a:solidFill>
              </a:rPr>
              <a:t>số</a:t>
            </a:r>
            <a:r>
              <a:rPr lang="en-US" dirty="0">
                <a:solidFill>
                  <a:schemeClr val="bg2">
                    <a:lumMod val="10000"/>
                  </a:schemeClr>
                </a:solidFill>
              </a:rPr>
              <a:t> </a:t>
            </a:r>
            <a:r>
              <a:rPr lang="en-US" dirty="0" err="1">
                <a:solidFill>
                  <a:schemeClr val="bg2">
                    <a:lumMod val="10000"/>
                  </a:schemeClr>
                </a:solidFill>
              </a:rPr>
              <a:t>đo</a:t>
            </a:r>
            <a:r>
              <a:rPr lang="en-US" dirty="0">
                <a:solidFill>
                  <a:schemeClr val="bg2">
                    <a:lumMod val="10000"/>
                  </a:schemeClr>
                </a:solidFill>
              </a:rPr>
              <a:t> </a:t>
            </a:r>
            <a:r>
              <a:rPr lang="en-US" dirty="0" err="1">
                <a:solidFill>
                  <a:schemeClr val="bg2">
                    <a:lumMod val="10000"/>
                  </a:schemeClr>
                </a:solidFill>
              </a:rPr>
              <a:t>tình</a:t>
            </a:r>
            <a:r>
              <a:rPr lang="en-US" dirty="0">
                <a:solidFill>
                  <a:schemeClr val="bg2">
                    <a:lumMod val="10000"/>
                  </a:schemeClr>
                </a:solidFill>
              </a:rPr>
              <a:t> </a:t>
            </a:r>
            <a:r>
              <a:rPr lang="en-US" dirty="0" err="1">
                <a:solidFill>
                  <a:schemeClr val="bg2">
                    <a:lumMod val="10000"/>
                  </a:schemeClr>
                </a:solidFill>
              </a:rPr>
              <a:t>trạng</a:t>
            </a:r>
            <a:r>
              <a:rPr lang="en-US" dirty="0">
                <a:solidFill>
                  <a:schemeClr val="bg2">
                    <a:lumMod val="10000"/>
                  </a:schemeClr>
                </a:solidFill>
              </a:rPr>
              <a:t> </a:t>
            </a:r>
            <a:r>
              <a:rPr lang="en-US" dirty="0" err="1">
                <a:solidFill>
                  <a:schemeClr val="bg2">
                    <a:lumMod val="10000"/>
                  </a:schemeClr>
                </a:solidFill>
              </a:rPr>
              <a:t>mặt</a:t>
            </a:r>
            <a:r>
              <a:rPr lang="en-US" dirty="0">
                <a:solidFill>
                  <a:schemeClr val="bg2">
                    <a:lumMod val="10000"/>
                  </a:schemeClr>
                </a:solidFill>
              </a:rPr>
              <a:t> </a:t>
            </a:r>
            <a:r>
              <a:rPr lang="en-US" dirty="0" err="1">
                <a:solidFill>
                  <a:schemeClr val="bg2">
                    <a:lumMod val="10000"/>
                  </a:schemeClr>
                </a:solidFill>
              </a:rPr>
              <a:t>đường</a:t>
            </a:r>
            <a:r>
              <a:rPr lang="en-US" dirty="0">
                <a:solidFill>
                  <a:schemeClr val="bg2">
                    <a:lumMod val="10000"/>
                  </a:schemeClr>
                </a:solidFill>
              </a:rPr>
              <a:t> </a:t>
            </a:r>
            <a:r>
              <a:rPr lang="en-US" dirty="0" err="1">
                <a:solidFill>
                  <a:schemeClr val="bg2">
                    <a:lumMod val="10000"/>
                  </a:schemeClr>
                </a:solidFill>
              </a:rPr>
              <a:t>để</a:t>
            </a:r>
            <a:r>
              <a:rPr lang="en-US" dirty="0">
                <a:solidFill>
                  <a:schemeClr val="bg2">
                    <a:lumMod val="10000"/>
                  </a:schemeClr>
                </a:solidFill>
              </a:rPr>
              <a:t> </a:t>
            </a:r>
            <a:r>
              <a:rPr lang="en-US" dirty="0" err="1">
                <a:solidFill>
                  <a:schemeClr val="bg2">
                    <a:lumMod val="10000"/>
                  </a:schemeClr>
                </a:solidFill>
              </a:rPr>
              <a:t>dự</a:t>
            </a:r>
            <a:r>
              <a:rPr lang="en-US" dirty="0">
                <a:solidFill>
                  <a:schemeClr val="bg2">
                    <a:lumMod val="10000"/>
                  </a:schemeClr>
                </a:solidFill>
              </a:rPr>
              <a:t> </a:t>
            </a:r>
            <a:r>
              <a:rPr lang="en-US" dirty="0" err="1">
                <a:solidFill>
                  <a:schemeClr val="bg2">
                    <a:lumMod val="10000"/>
                  </a:schemeClr>
                </a:solidFill>
              </a:rPr>
              <a:t>tính</a:t>
            </a:r>
            <a:r>
              <a:rPr lang="en-US" dirty="0">
                <a:solidFill>
                  <a:schemeClr val="bg2">
                    <a:lumMod val="10000"/>
                  </a:schemeClr>
                </a:solidFill>
              </a:rPr>
              <a:t> </a:t>
            </a:r>
            <a:r>
              <a:rPr lang="en-US" dirty="0" err="1">
                <a:solidFill>
                  <a:schemeClr val="bg2">
                    <a:lumMod val="10000"/>
                  </a:schemeClr>
                </a:solidFill>
              </a:rPr>
              <a:t>giá</a:t>
            </a:r>
            <a:r>
              <a:rPr lang="en-US" dirty="0">
                <a:solidFill>
                  <a:schemeClr val="bg2">
                    <a:lumMod val="10000"/>
                  </a:schemeClr>
                </a:solidFill>
              </a:rPr>
              <a:t> </a:t>
            </a:r>
            <a:r>
              <a:rPr lang="en-US" dirty="0" err="1">
                <a:solidFill>
                  <a:schemeClr val="bg2">
                    <a:lumMod val="10000"/>
                  </a:schemeClr>
                </a:solidFill>
              </a:rPr>
              <a:t>trí</a:t>
            </a:r>
            <a:r>
              <a:rPr lang="en-US" dirty="0">
                <a:solidFill>
                  <a:schemeClr val="bg2">
                    <a:lumMod val="10000"/>
                  </a:schemeClr>
                </a:solidFill>
              </a:rPr>
              <a:t>  PSR.</a:t>
            </a:r>
          </a:p>
          <a:p>
            <a:pPr marL="342900" indent="-342900">
              <a:lnSpc>
                <a:spcPct val="110000"/>
              </a:lnSpc>
              <a:spcBef>
                <a:spcPts val="600"/>
              </a:spcBef>
              <a:buAutoNum type="arabicPeriod" startAt="3"/>
            </a:pPr>
            <a:r>
              <a:rPr lang="en-US" b="1" i="1" dirty="0" err="1">
                <a:solidFill>
                  <a:srgbClr val="0070C0"/>
                </a:solidFill>
              </a:rPr>
              <a:t>Chỉ</a:t>
            </a:r>
            <a:r>
              <a:rPr lang="en-US" b="1" i="1" dirty="0">
                <a:solidFill>
                  <a:srgbClr val="0070C0"/>
                </a:solidFill>
              </a:rPr>
              <a:t> </a:t>
            </a:r>
            <a:r>
              <a:rPr lang="en-US" b="1" i="1" dirty="0" err="1">
                <a:solidFill>
                  <a:srgbClr val="0070C0"/>
                </a:solidFill>
              </a:rPr>
              <a:t>số</a:t>
            </a:r>
            <a:r>
              <a:rPr lang="en-US" b="1" i="1" dirty="0">
                <a:solidFill>
                  <a:srgbClr val="0070C0"/>
                </a:solidFill>
              </a:rPr>
              <a:t> </a:t>
            </a:r>
            <a:r>
              <a:rPr lang="en-US" b="1" i="1" dirty="0" err="1">
                <a:solidFill>
                  <a:srgbClr val="0070C0"/>
                </a:solidFill>
              </a:rPr>
              <a:t>đặc</a:t>
            </a:r>
            <a:r>
              <a:rPr lang="en-US" b="1" i="1" dirty="0">
                <a:solidFill>
                  <a:srgbClr val="0070C0"/>
                </a:solidFill>
              </a:rPr>
              <a:t> </a:t>
            </a:r>
            <a:r>
              <a:rPr lang="en-US" b="1" i="1" dirty="0" err="1">
                <a:solidFill>
                  <a:srgbClr val="0070C0"/>
                </a:solidFill>
              </a:rPr>
              <a:t>trưng</a:t>
            </a:r>
            <a:r>
              <a:rPr lang="en-US" b="1" i="1" dirty="0">
                <a:solidFill>
                  <a:srgbClr val="0070C0"/>
                </a:solidFill>
              </a:rPr>
              <a:t> (Performance Index) (PI) </a:t>
            </a:r>
            <a:r>
              <a:rPr lang="en-US" b="1" i="1" dirty="0">
                <a:solidFill>
                  <a:schemeClr val="bg2">
                    <a:lumMod val="10000"/>
                  </a:schemeClr>
                </a:solidFill>
              </a:rPr>
              <a:t>– </a:t>
            </a:r>
            <a:r>
              <a:rPr lang="en-US" dirty="0" err="1">
                <a:solidFill>
                  <a:schemeClr val="bg2">
                    <a:lumMod val="10000"/>
                  </a:schemeClr>
                </a:solidFill>
              </a:rPr>
              <a:t>Tổng</a:t>
            </a:r>
            <a:r>
              <a:rPr lang="en-US" dirty="0">
                <a:solidFill>
                  <a:schemeClr val="bg2">
                    <a:lumMod val="10000"/>
                  </a:schemeClr>
                </a:solidFill>
              </a:rPr>
              <a:t> </a:t>
            </a:r>
            <a:r>
              <a:rPr lang="en-US" dirty="0" err="1">
                <a:solidFill>
                  <a:schemeClr val="bg2">
                    <a:lumMod val="10000"/>
                  </a:schemeClr>
                </a:solidFill>
              </a:rPr>
              <a:t>hợp</a:t>
            </a:r>
            <a:r>
              <a:rPr lang="en-US" dirty="0">
                <a:solidFill>
                  <a:schemeClr val="bg2">
                    <a:lumMod val="10000"/>
                  </a:schemeClr>
                </a:solidFill>
              </a:rPr>
              <a:t> </a:t>
            </a:r>
            <a:r>
              <a:rPr lang="en-US" dirty="0" err="1">
                <a:solidFill>
                  <a:schemeClr val="bg2">
                    <a:lumMod val="10000"/>
                  </a:schemeClr>
                </a:solidFill>
              </a:rPr>
              <a:t>giá</a:t>
            </a:r>
            <a:r>
              <a:rPr lang="en-US" dirty="0">
                <a:solidFill>
                  <a:schemeClr val="bg2">
                    <a:lumMod val="10000"/>
                  </a:schemeClr>
                </a:solidFill>
              </a:rPr>
              <a:t> </a:t>
            </a:r>
            <a:r>
              <a:rPr lang="en-US" dirty="0" err="1">
                <a:solidFill>
                  <a:schemeClr val="bg2">
                    <a:lumMod val="10000"/>
                  </a:schemeClr>
                </a:solidFill>
              </a:rPr>
              <a:t>trị</a:t>
            </a:r>
            <a:r>
              <a:rPr lang="en-US" dirty="0">
                <a:solidFill>
                  <a:schemeClr val="bg2">
                    <a:lumMod val="10000"/>
                  </a:schemeClr>
                </a:solidFill>
              </a:rPr>
              <a:t> PSI </a:t>
            </a:r>
            <a:r>
              <a:rPr lang="en-US" dirty="0" err="1">
                <a:solidFill>
                  <a:schemeClr val="bg2">
                    <a:lumMod val="10000"/>
                  </a:schemeClr>
                </a:solidFill>
              </a:rPr>
              <a:t>trong</a:t>
            </a:r>
            <a:r>
              <a:rPr lang="en-US" dirty="0">
                <a:solidFill>
                  <a:schemeClr val="bg2">
                    <a:lumMod val="10000"/>
                  </a:schemeClr>
                </a:solidFill>
              </a:rPr>
              <a:t> </a:t>
            </a:r>
            <a:r>
              <a:rPr lang="en-US" dirty="0" err="1">
                <a:solidFill>
                  <a:schemeClr val="bg2">
                    <a:lumMod val="10000"/>
                  </a:schemeClr>
                </a:solidFill>
              </a:rPr>
              <a:t>một</a:t>
            </a:r>
            <a:r>
              <a:rPr lang="en-US" dirty="0">
                <a:solidFill>
                  <a:schemeClr val="bg2">
                    <a:lumMod val="10000"/>
                  </a:schemeClr>
                </a:solidFill>
              </a:rPr>
              <a:t> </a:t>
            </a:r>
            <a:r>
              <a:rPr lang="en-US" dirty="0" err="1">
                <a:solidFill>
                  <a:schemeClr val="bg2">
                    <a:lumMod val="10000"/>
                  </a:schemeClr>
                </a:solidFill>
              </a:rPr>
              <a:t>khoảng</a:t>
            </a:r>
            <a:r>
              <a:rPr lang="en-US" dirty="0">
                <a:solidFill>
                  <a:schemeClr val="bg2">
                    <a:lumMod val="10000"/>
                  </a:schemeClr>
                </a:solidFill>
              </a:rPr>
              <a:t> </a:t>
            </a:r>
            <a:r>
              <a:rPr lang="en-US" dirty="0" err="1">
                <a:solidFill>
                  <a:schemeClr val="bg2">
                    <a:lumMod val="10000"/>
                  </a:schemeClr>
                </a:solidFill>
              </a:rPr>
              <a:t>thời</a:t>
            </a:r>
            <a:r>
              <a:rPr lang="en-US" dirty="0">
                <a:solidFill>
                  <a:schemeClr val="bg2">
                    <a:lumMod val="10000"/>
                  </a:schemeClr>
                </a:solidFill>
              </a:rPr>
              <a:t> </a:t>
            </a:r>
            <a:r>
              <a:rPr lang="en-US" dirty="0" err="1">
                <a:solidFill>
                  <a:schemeClr val="bg2">
                    <a:lumMod val="10000"/>
                  </a:schemeClr>
                </a:solidFill>
              </a:rPr>
              <a:t>gian</a:t>
            </a:r>
            <a:r>
              <a:rPr lang="en-US" dirty="0">
                <a:solidFill>
                  <a:schemeClr val="bg2">
                    <a:lumMod val="10000"/>
                  </a:schemeClr>
                </a:solidFill>
              </a:rPr>
              <a:t>, </a:t>
            </a:r>
            <a:r>
              <a:rPr lang="en-US" dirty="0" err="1">
                <a:solidFill>
                  <a:schemeClr val="bg2">
                    <a:lumMod val="10000"/>
                  </a:schemeClr>
                </a:solidFill>
              </a:rPr>
              <a:t>đại</a:t>
            </a:r>
            <a:r>
              <a:rPr lang="en-US" dirty="0">
                <a:solidFill>
                  <a:schemeClr val="bg2">
                    <a:lumMod val="10000"/>
                  </a:schemeClr>
                </a:solidFill>
              </a:rPr>
              <a:t> </a:t>
            </a:r>
            <a:r>
              <a:rPr lang="en-US" dirty="0" err="1">
                <a:solidFill>
                  <a:schemeClr val="bg2">
                    <a:lumMod val="10000"/>
                  </a:schemeClr>
                </a:solidFill>
              </a:rPr>
              <a:t>diện</a:t>
            </a:r>
            <a:r>
              <a:rPr lang="en-US" dirty="0">
                <a:solidFill>
                  <a:schemeClr val="bg2">
                    <a:lumMod val="10000"/>
                  </a:schemeClr>
                </a:solidFill>
              </a:rPr>
              <a:t> </a:t>
            </a:r>
            <a:r>
              <a:rPr lang="en-US" dirty="0" err="1">
                <a:solidFill>
                  <a:schemeClr val="bg2">
                    <a:lumMod val="10000"/>
                  </a:schemeClr>
                </a:solidFill>
              </a:rPr>
              <a:t>cho</a:t>
            </a:r>
            <a:r>
              <a:rPr lang="en-US" dirty="0">
                <a:solidFill>
                  <a:schemeClr val="bg2">
                    <a:lumMod val="10000"/>
                  </a:schemeClr>
                </a:solidFill>
              </a:rPr>
              <a:t> </a:t>
            </a:r>
            <a:r>
              <a:rPr lang="en-US" dirty="0" err="1">
                <a:solidFill>
                  <a:schemeClr val="bg2">
                    <a:lumMod val="10000"/>
                  </a:schemeClr>
                </a:solidFill>
              </a:rPr>
              <a:t>khu</a:t>
            </a:r>
            <a:r>
              <a:rPr lang="en-US" dirty="0">
                <a:solidFill>
                  <a:schemeClr val="bg2">
                    <a:lumMod val="10000"/>
                  </a:schemeClr>
                </a:solidFill>
              </a:rPr>
              <a:t> </a:t>
            </a:r>
            <a:r>
              <a:rPr lang="en-US" dirty="0" err="1">
                <a:solidFill>
                  <a:schemeClr val="bg2">
                    <a:lumMod val="10000"/>
                  </a:schemeClr>
                </a:solidFill>
              </a:rPr>
              <a:t>vực</a:t>
            </a:r>
            <a:r>
              <a:rPr lang="en-US" dirty="0">
                <a:solidFill>
                  <a:schemeClr val="bg2">
                    <a:lumMod val="10000"/>
                  </a:schemeClr>
                </a:solidFill>
              </a:rPr>
              <a:t> </a:t>
            </a:r>
            <a:r>
              <a:rPr lang="en-US" dirty="0" err="1">
                <a:solidFill>
                  <a:schemeClr val="bg2">
                    <a:lumMod val="10000"/>
                  </a:schemeClr>
                </a:solidFill>
              </a:rPr>
              <a:t>nằm</a:t>
            </a:r>
            <a:r>
              <a:rPr lang="en-US" dirty="0">
                <a:solidFill>
                  <a:schemeClr val="bg2">
                    <a:lumMod val="10000"/>
                  </a:schemeClr>
                </a:solidFill>
              </a:rPr>
              <a:t> </a:t>
            </a:r>
            <a:r>
              <a:rPr lang="en-US" dirty="0" err="1">
                <a:solidFill>
                  <a:schemeClr val="bg2">
                    <a:lumMod val="10000"/>
                  </a:schemeClr>
                </a:solidFill>
              </a:rPr>
              <a:t>dưới</a:t>
            </a:r>
            <a:r>
              <a:rPr lang="en-US" dirty="0">
                <a:solidFill>
                  <a:schemeClr val="bg2">
                    <a:lumMod val="10000"/>
                  </a:schemeClr>
                </a:solidFill>
              </a:rPr>
              <a:t> </a:t>
            </a:r>
            <a:r>
              <a:rPr lang="en-US" dirty="0" err="1">
                <a:solidFill>
                  <a:schemeClr val="bg2">
                    <a:lumMod val="10000"/>
                  </a:schemeClr>
                </a:solidFill>
              </a:rPr>
              <a:t>đường</a:t>
            </a:r>
            <a:r>
              <a:rPr lang="en-US" dirty="0">
                <a:solidFill>
                  <a:schemeClr val="bg2">
                    <a:lumMod val="10000"/>
                  </a:schemeClr>
                </a:solidFill>
              </a:rPr>
              <a:t> </a:t>
            </a:r>
            <a:r>
              <a:rPr lang="en-US" dirty="0" err="1">
                <a:solidFill>
                  <a:schemeClr val="bg2">
                    <a:lumMod val="10000"/>
                  </a:schemeClr>
                </a:solidFill>
              </a:rPr>
              <a:t>cong</a:t>
            </a:r>
            <a:r>
              <a:rPr lang="en-US" dirty="0">
                <a:solidFill>
                  <a:schemeClr val="bg2">
                    <a:lumMod val="10000"/>
                  </a:schemeClr>
                </a:solidFill>
              </a:rPr>
              <a:t> </a:t>
            </a:r>
            <a:r>
              <a:rPr lang="en-US" dirty="0" err="1">
                <a:solidFill>
                  <a:schemeClr val="bg2">
                    <a:lumMod val="10000"/>
                  </a:schemeClr>
                </a:solidFill>
              </a:rPr>
              <a:t>quan</a:t>
            </a:r>
            <a:r>
              <a:rPr lang="en-US" dirty="0">
                <a:solidFill>
                  <a:schemeClr val="bg2">
                    <a:lumMod val="10000"/>
                  </a:schemeClr>
                </a:solidFill>
              </a:rPr>
              <a:t> </a:t>
            </a:r>
            <a:r>
              <a:rPr lang="en-US" dirty="0" err="1">
                <a:solidFill>
                  <a:schemeClr val="bg2">
                    <a:lumMod val="10000"/>
                  </a:schemeClr>
                </a:solidFill>
              </a:rPr>
              <a:t>hệ</a:t>
            </a:r>
            <a:r>
              <a:rPr lang="en-US" dirty="0">
                <a:solidFill>
                  <a:schemeClr val="bg2">
                    <a:lumMod val="10000"/>
                  </a:schemeClr>
                </a:solidFill>
              </a:rPr>
              <a:t> </a:t>
            </a:r>
            <a:r>
              <a:rPr lang="en-US" dirty="0" err="1">
                <a:solidFill>
                  <a:schemeClr val="bg2">
                    <a:lumMod val="10000"/>
                  </a:schemeClr>
                </a:solidFill>
              </a:rPr>
              <a:t>giữa</a:t>
            </a:r>
            <a:r>
              <a:rPr lang="en-US" dirty="0">
                <a:solidFill>
                  <a:schemeClr val="bg2">
                    <a:lumMod val="10000"/>
                  </a:schemeClr>
                </a:solidFill>
              </a:rPr>
              <a:t> PSI </a:t>
            </a:r>
            <a:r>
              <a:rPr lang="en-US" dirty="0" err="1">
                <a:solidFill>
                  <a:schemeClr val="bg2">
                    <a:lumMod val="10000"/>
                  </a:schemeClr>
                </a:solidFill>
              </a:rPr>
              <a:t>và</a:t>
            </a:r>
            <a:r>
              <a:rPr lang="en-US" dirty="0">
                <a:solidFill>
                  <a:schemeClr val="bg2">
                    <a:lumMod val="10000"/>
                  </a:schemeClr>
                </a:solidFill>
              </a:rPr>
              <a:t> </a:t>
            </a:r>
            <a:r>
              <a:rPr lang="en-US" dirty="0" err="1">
                <a:solidFill>
                  <a:schemeClr val="bg2">
                    <a:lumMod val="10000"/>
                  </a:schemeClr>
                </a:solidFill>
              </a:rPr>
              <a:t>thời</a:t>
            </a:r>
            <a:r>
              <a:rPr lang="en-US" dirty="0">
                <a:solidFill>
                  <a:schemeClr val="bg2">
                    <a:lumMod val="10000"/>
                  </a:schemeClr>
                </a:solidFill>
              </a:rPr>
              <a:t> </a:t>
            </a:r>
            <a:r>
              <a:rPr lang="en-US" dirty="0" err="1">
                <a:solidFill>
                  <a:schemeClr val="bg2">
                    <a:lumMod val="10000"/>
                  </a:schemeClr>
                </a:solidFill>
              </a:rPr>
              <a:t>gian</a:t>
            </a:r>
            <a:endParaRPr lang="en-US" b="1" i="1" dirty="0">
              <a:solidFill>
                <a:srgbClr val="0070C0"/>
              </a:solidFill>
            </a:endParaRPr>
          </a:p>
        </p:txBody>
      </p:sp>
      <p:cxnSp>
        <p:nvCxnSpPr>
          <p:cNvPr id="3" name="Straight Arrow Connector 2"/>
          <p:cNvCxnSpPr/>
          <p:nvPr/>
        </p:nvCxnSpPr>
        <p:spPr>
          <a:xfrm>
            <a:off x="2514600" y="6248400"/>
            <a:ext cx="4419600" cy="0"/>
          </a:xfrm>
          <a:prstGeom prst="straightConnector1">
            <a:avLst/>
          </a:prstGeom>
          <a:ln w="31750">
            <a:solidFill>
              <a:schemeClr val="bg2">
                <a:lumMod val="1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p:nvPr/>
        </p:nvCxnSpPr>
        <p:spPr>
          <a:xfrm flipV="1">
            <a:off x="2514600" y="4267200"/>
            <a:ext cx="0" cy="1981200"/>
          </a:xfrm>
          <a:prstGeom prst="straightConnector1">
            <a:avLst/>
          </a:prstGeom>
          <a:ln w="31750">
            <a:solidFill>
              <a:schemeClr val="bg2">
                <a:lumMod val="10000"/>
              </a:schemeClr>
            </a:solidFill>
            <a:tailEnd type="arrow"/>
          </a:ln>
        </p:spPr>
        <p:style>
          <a:lnRef idx="1">
            <a:schemeClr val="accent1"/>
          </a:lnRef>
          <a:fillRef idx="0">
            <a:schemeClr val="accent1"/>
          </a:fillRef>
          <a:effectRef idx="0">
            <a:schemeClr val="accent1"/>
          </a:effectRef>
          <a:fontRef idx="minor">
            <a:schemeClr val="tx1"/>
          </a:fontRef>
        </p:style>
      </p:cxnSp>
      <p:sp>
        <p:nvSpPr>
          <p:cNvPr id="9" name="Freeform 8"/>
          <p:cNvSpPr/>
          <p:nvPr/>
        </p:nvSpPr>
        <p:spPr>
          <a:xfrm>
            <a:off x="2510971" y="4688114"/>
            <a:ext cx="2975429" cy="783772"/>
          </a:xfrm>
          <a:custGeom>
            <a:avLst/>
            <a:gdLst>
              <a:gd name="connsiteX0" fmla="*/ 0 w 2975429"/>
              <a:gd name="connsiteY0" fmla="*/ 0 h 783772"/>
              <a:gd name="connsiteX1" fmla="*/ 696686 w 2975429"/>
              <a:gd name="connsiteY1" fmla="*/ 43543 h 783772"/>
              <a:gd name="connsiteX2" fmla="*/ 1494972 w 2975429"/>
              <a:gd name="connsiteY2" fmla="*/ 203200 h 783772"/>
              <a:gd name="connsiteX3" fmla="*/ 2293258 w 2975429"/>
              <a:gd name="connsiteY3" fmla="*/ 478972 h 783772"/>
              <a:gd name="connsiteX4" fmla="*/ 2975429 w 2975429"/>
              <a:gd name="connsiteY4" fmla="*/ 783772 h 7837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5429" h="783772">
                <a:moveTo>
                  <a:pt x="0" y="0"/>
                </a:moveTo>
                <a:cubicBezTo>
                  <a:pt x="223762" y="4838"/>
                  <a:pt x="447524" y="9676"/>
                  <a:pt x="696686" y="43543"/>
                </a:cubicBezTo>
                <a:cubicBezTo>
                  <a:pt x="945848" y="77410"/>
                  <a:pt x="1228877" y="130629"/>
                  <a:pt x="1494972" y="203200"/>
                </a:cubicBezTo>
                <a:cubicBezTo>
                  <a:pt x="1761067" y="275771"/>
                  <a:pt x="2046515" y="382210"/>
                  <a:pt x="2293258" y="478972"/>
                </a:cubicBezTo>
                <a:cubicBezTo>
                  <a:pt x="2540001" y="575734"/>
                  <a:pt x="2757715" y="679753"/>
                  <a:pt x="2975429" y="783772"/>
                </a:cubicBezTo>
              </a:path>
            </a:pathLst>
          </a:custGeom>
          <a:ln>
            <a:solidFill>
              <a:schemeClr val="tx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1" name="Straight Connector 10"/>
          <p:cNvCxnSpPr/>
          <p:nvPr/>
        </p:nvCxnSpPr>
        <p:spPr>
          <a:xfrm>
            <a:off x="4992909" y="5254168"/>
            <a:ext cx="0" cy="990600"/>
          </a:xfrm>
          <a:prstGeom prst="line">
            <a:avLst/>
          </a:prstGeom>
          <a:ln>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5791200" y="6334703"/>
            <a:ext cx="1447800" cy="369332"/>
          </a:xfrm>
          <a:prstGeom prst="rect">
            <a:avLst/>
          </a:prstGeom>
          <a:noFill/>
        </p:spPr>
        <p:txBody>
          <a:bodyPr wrap="square" rtlCol="0">
            <a:spAutoFit/>
          </a:bodyPr>
          <a:lstStyle/>
          <a:p>
            <a:r>
              <a:rPr lang="en-US" dirty="0"/>
              <a:t>Time</a:t>
            </a:r>
          </a:p>
        </p:txBody>
      </p:sp>
      <p:sp>
        <p:nvSpPr>
          <p:cNvPr id="15" name="TextBox 14"/>
          <p:cNvSpPr txBox="1"/>
          <p:nvPr/>
        </p:nvSpPr>
        <p:spPr>
          <a:xfrm>
            <a:off x="1905000" y="4263180"/>
            <a:ext cx="1447800" cy="369332"/>
          </a:xfrm>
          <a:prstGeom prst="rect">
            <a:avLst/>
          </a:prstGeom>
          <a:noFill/>
        </p:spPr>
        <p:txBody>
          <a:bodyPr wrap="square" rtlCol="0">
            <a:spAutoFit/>
          </a:bodyPr>
          <a:lstStyle/>
          <a:p>
            <a:r>
              <a:rPr lang="en-US" dirty="0"/>
              <a:t>PSI</a:t>
            </a:r>
          </a:p>
        </p:txBody>
      </p:sp>
      <p:sp>
        <p:nvSpPr>
          <p:cNvPr id="12" name="Rectangle 11"/>
          <p:cNvSpPr/>
          <p:nvPr/>
        </p:nvSpPr>
        <p:spPr>
          <a:xfrm>
            <a:off x="228600" y="304800"/>
            <a:ext cx="3708066" cy="369332"/>
          </a:xfrm>
          <a:prstGeom prst="rect">
            <a:avLst/>
          </a:prstGeom>
        </p:spPr>
        <p:txBody>
          <a:bodyPr wrap="none">
            <a:spAutoFit/>
          </a:bodyPr>
          <a:lstStyle/>
          <a:p>
            <a:r>
              <a:rPr lang="en-US" b="1" dirty="0" err="1">
                <a:solidFill>
                  <a:srgbClr val="FF0000"/>
                </a:solidFill>
              </a:rPr>
              <a:t>Đặc</a:t>
            </a:r>
            <a:r>
              <a:rPr lang="en-US" b="1" dirty="0">
                <a:solidFill>
                  <a:srgbClr val="FF0000"/>
                </a:solidFill>
              </a:rPr>
              <a:t> </a:t>
            </a:r>
            <a:r>
              <a:rPr lang="en-US" b="1" dirty="0" err="1">
                <a:solidFill>
                  <a:srgbClr val="FF0000"/>
                </a:solidFill>
              </a:rPr>
              <a:t>trưng</a:t>
            </a:r>
            <a:r>
              <a:rPr lang="en-US" b="1" dirty="0">
                <a:solidFill>
                  <a:srgbClr val="FF0000"/>
                </a:solidFill>
              </a:rPr>
              <a:t> </a:t>
            </a:r>
            <a:r>
              <a:rPr lang="en-US" b="1" dirty="0" err="1">
                <a:solidFill>
                  <a:srgbClr val="FF0000"/>
                </a:solidFill>
              </a:rPr>
              <a:t>khai</a:t>
            </a:r>
            <a:r>
              <a:rPr lang="en-US" b="1" dirty="0">
                <a:solidFill>
                  <a:srgbClr val="FF0000"/>
                </a:solidFill>
              </a:rPr>
              <a:t> </a:t>
            </a:r>
            <a:r>
              <a:rPr lang="en-US" b="1" dirty="0" err="1">
                <a:solidFill>
                  <a:srgbClr val="FF0000"/>
                </a:solidFill>
              </a:rPr>
              <a:t>thác</a:t>
            </a:r>
            <a:r>
              <a:rPr lang="en-US" b="1" dirty="0">
                <a:solidFill>
                  <a:srgbClr val="FF0000"/>
                </a:solidFill>
              </a:rPr>
              <a:t> </a:t>
            </a:r>
            <a:r>
              <a:rPr lang="en-US" b="1" dirty="0" err="1">
                <a:solidFill>
                  <a:srgbClr val="FF0000"/>
                </a:solidFill>
              </a:rPr>
              <a:t>mặt</a:t>
            </a:r>
            <a:r>
              <a:rPr lang="en-US" b="1" dirty="0">
                <a:solidFill>
                  <a:srgbClr val="FF0000"/>
                </a:solidFill>
              </a:rPr>
              <a:t> </a:t>
            </a:r>
            <a:r>
              <a:rPr lang="en-US" b="1" dirty="0" err="1">
                <a:solidFill>
                  <a:srgbClr val="FF0000"/>
                </a:solidFill>
              </a:rPr>
              <a:t>đường</a:t>
            </a:r>
            <a:r>
              <a:rPr lang="en-US" b="1" dirty="0">
                <a:solidFill>
                  <a:srgbClr val="FF0000"/>
                </a:solidFill>
              </a:rPr>
              <a:t> </a:t>
            </a:r>
            <a:endParaRPr lang="en-US" dirty="0"/>
          </a:p>
        </p:txBody>
      </p:sp>
    </p:spTree>
    <p:extLst>
      <p:ext uri="{BB962C8B-B14F-4D97-AF65-F5344CB8AC3E}">
        <p14:creationId xmlns:p14="http://schemas.microsoft.com/office/powerpoint/2010/main" val="3299620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Rectangle 5"/>
              <p:cNvSpPr/>
              <p:nvPr/>
            </p:nvSpPr>
            <p:spPr>
              <a:xfrm>
                <a:off x="457200" y="1295400"/>
                <a:ext cx="8382000" cy="4798429"/>
              </a:xfrm>
              <a:prstGeom prst="rect">
                <a:avLst/>
              </a:prstGeom>
            </p:spPr>
            <p:txBody>
              <a:bodyPr wrap="square">
                <a:spAutoFit/>
              </a:bodyPr>
              <a:lstStyle/>
              <a:p>
                <a:r>
                  <a:rPr lang="en-US" b="1" dirty="0" err="1">
                    <a:solidFill>
                      <a:schemeClr val="bg2">
                        <a:lumMod val="10000"/>
                      </a:schemeClr>
                    </a:solidFill>
                  </a:rPr>
                  <a:t>Chỉ</a:t>
                </a:r>
                <a:r>
                  <a:rPr lang="en-US" b="1" dirty="0">
                    <a:solidFill>
                      <a:schemeClr val="bg2">
                        <a:lumMod val="10000"/>
                      </a:schemeClr>
                    </a:solidFill>
                  </a:rPr>
                  <a:t> </a:t>
                </a:r>
                <a:r>
                  <a:rPr lang="en-US" b="1" dirty="0" err="1">
                    <a:solidFill>
                      <a:schemeClr val="bg2">
                        <a:lumMod val="10000"/>
                      </a:schemeClr>
                    </a:solidFill>
                  </a:rPr>
                  <a:t>số</a:t>
                </a:r>
                <a:r>
                  <a:rPr lang="en-US" b="1" dirty="0">
                    <a:solidFill>
                      <a:schemeClr val="bg2">
                        <a:lumMod val="10000"/>
                      </a:schemeClr>
                    </a:solidFill>
                  </a:rPr>
                  <a:t> </a:t>
                </a:r>
                <a:r>
                  <a:rPr lang="en-US" b="1" dirty="0" err="1">
                    <a:solidFill>
                      <a:schemeClr val="bg2">
                        <a:lumMod val="10000"/>
                      </a:schemeClr>
                    </a:solidFill>
                  </a:rPr>
                  <a:t>mức</a:t>
                </a:r>
                <a:r>
                  <a:rPr lang="en-US" b="1" dirty="0">
                    <a:solidFill>
                      <a:schemeClr val="bg2">
                        <a:lumMod val="10000"/>
                      </a:schemeClr>
                    </a:solidFill>
                  </a:rPr>
                  <a:t> </a:t>
                </a:r>
                <a:r>
                  <a:rPr lang="en-US" b="1" dirty="0" err="1">
                    <a:solidFill>
                      <a:schemeClr val="bg2">
                        <a:lumMod val="10000"/>
                      </a:schemeClr>
                    </a:solidFill>
                  </a:rPr>
                  <a:t>độ</a:t>
                </a:r>
                <a:r>
                  <a:rPr lang="en-US" b="1" dirty="0">
                    <a:solidFill>
                      <a:schemeClr val="bg2">
                        <a:lumMod val="10000"/>
                      </a:schemeClr>
                    </a:solidFill>
                  </a:rPr>
                  <a:t> </a:t>
                </a:r>
                <a:r>
                  <a:rPr lang="en-US" b="1" dirty="0" err="1">
                    <a:solidFill>
                      <a:schemeClr val="bg2">
                        <a:lumMod val="10000"/>
                      </a:schemeClr>
                    </a:solidFill>
                  </a:rPr>
                  <a:t>phục</a:t>
                </a:r>
                <a:r>
                  <a:rPr lang="en-US" b="1" dirty="0">
                    <a:solidFill>
                      <a:schemeClr val="bg2">
                        <a:lumMod val="10000"/>
                      </a:schemeClr>
                    </a:solidFill>
                  </a:rPr>
                  <a:t> </a:t>
                </a:r>
                <a:r>
                  <a:rPr lang="en-US" b="1" dirty="0" err="1">
                    <a:solidFill>
                      <a:schemeClr val="bg2">
                        <a:lumMod val="10000"/>
                      </a:schemeClr>
                    </a:solidFill>
                  </a:rPr>
                  <a:t>vụ</a:t>
                </a:r>
                <a:r>
                  <a:rPr lang="en-US" b="1" dirty="0">
                    <a:solidFill>
                      <a:schemeClr val="bg2">
                        <a:lumMod val="10000"/>
                      </a:schemeClr>
                    </a:solidFill>
                  </a:rPr>
                  <a:t> – </a:t>
                </a:r>
                <a:r>
                  <a:rPr lang="en-US" b="1" dirty="0" err="1">
                    <a:solidFill>
                      <a:schemeClr val="bg2">
                        <a:lumMod val="10000"/>
                      </a:schemeClr>
                    </a:solidFill>
                  </a:rPr>
                  <a:t>Thí</a:t>
                </a:r>
                <a:r>
                  <a:rPr lang="en-US" b="1" dirty="0">
                    <a:solidFill>
                      <a:schemeClr val="bg2">
                        <a:lumMod val="10000"/>
                      </a:schemeClr>
                    </a:solidFill>
                  </a:rPr>
                  <a:t> </a:t>
                </a:r>
                <a:r>
                  <a:rPr lang="en-US" b="1" dirty="0" err="1">
                    <a:solidFill>
                      <a:schemeClr val="bg2">
                        <a:lumMod val="10000"/>
                      </a:schemeClr>
                    </a:solidFill>
                  </a:rPr>
                  <a:t>nghiệm</a:t>
                </a:r>
                <a:r>
                  <a:rPr lang="en-US" b="1" dirty="0">
                    <a:solidFill>
                      <a:schemeClr val="bg2">
                        <a:lumMod val="10000"/>
                      </a:schemeClr>
                    </a:solidFill>
                  </a:rPr>
                  <a:t> </a:t>
                </a:r>
                <a:r>
                  <a:rPr lang="en-US" b="1" dirty="0" err="1">
                    <a:solidFill>
                      <a:schemeClr val="bg2">
                        <a:lumMod val="10000"/>
                      </a:schemeClr>
                    </a:solidFill>
                  </a:rPr>
                  <a:t>đường</a:t>
                </a:r>
                <a:r>
                  <a:rPr lang="en-US" b="1" dirty="0">
                    <a:solidFill>
                      <a:schemeClr val="bg2">
                        <a:lumMod val="10000"/>
                      </a:schemeClr>
                    </a:solidFill>
                  </a:rPr>
                  <a:t> AASHO </a:t>
                </a:r>
                <a:r>
                  <a:rPr lang="en-US" b="1" dirty="0" err="1">
                    <a:solidFill>
                      <a:schemeClr val="bg2">
                        <a:lumMod val="10000"/>
                      </a:schemeClr>
                    </a:solidFill>
                  </a:rPr>
                  <a:t>cho</a:t>
                </a:r>
                <a:r>
                  <a:rPr lang="en-US" b="1" dirty="0">
                    <a:solidFill>
                      <a:schemeClr val="bg2">
                        <a:lumMod val="10000"/>
                      </a:schemeClr>
                    </a:solidFill>
                  </a:rPr>
                  <a:t> </a:t>
                </a:r>
                <a:r>
                  <a:rPr lang="en-US" b="1" dirty="0" err="1">
                    <a:solidFill>
                      <a:schemeClr val="bg2">
                        <a:lumMod val="10000"/>
                      </a:schemeClr>
                    </a:solidFill>
                  </a:rPr>
                  <a:t>mặt</a:t>
                </a:r>
                <a:r>
                  <a:rPr lang="en-US" b="1" dirty="0">
                    <a:solidFill>
                      <a:schemeClr val="bg2">
                        <a:lumMod val="10000"/>
                      </a:schemeClr>
                    </a:solidFill>
                  </a:rPr>
                  <a:t> </a:t>
                </a:r>
                <a:r>
                  <a:rPr lang="en-US" b="1" dirty="0" err="1">
                    <a:solidFill>
                      <a:schemeClr val="bg2">
                        <a:lumMod val="10000"/>
                      </a:schemeClr>
                    </a:solidFill>
                  </a:rPr>
                  <a:t>đường</a:t>
                </a:r>
                <a:r>
                  <a:rPr lang="en-US" b="1" dirty="0">
                    <a:solidFill>
                      <a:schemeClr val="bg2">
                        <a:lumMod val="10000"/>
                      </a:schemeClr>
                    </a:solidFill>
                  </a:rPr>
                  <a:t> </a:t>
                </a:r>
                <a:r>
                  <a:rPr lang="en-US" b="1" dirty="0" err="1">
                    <a:solidFill>
                      <a:schemeClr val="bg2">
                        <a:lumMod val="10000"/>
                      </a:schemeClr>
                    </a:solidFill>
                  </a:rPr>
                  <a:t>mềm</a:t>
                </a:r>
                <a:endParaRPr lang="en-US" b="1" dirty="0">
                  <a:solidFill>
                    <a:schemeClr val="bg2">
                      <a:lumMod val="10000"/>
                    </a:schemeClr>
                  </a:solidFill>
                </a:endParaRPr>
              </a:p>
              <a:p>
                <a:pPr>
                  <a:spcBef>
                    <a:spcPts val="600"/>
                  </a:spcBef>
                </a:pPr>
                <a:r>
                  <a:rPr lang="en-US" b="1" i="1" dirty="0" err="1">
                    <a:solidFill>
                      <a:srgbClr val="0070C0"/>
                    </a:solidFill>
                  </a:rPr>
                  <a:t>Các</a:t>
                </a:r>
                <a:r>
                  <a:rPr lang="en-US" b="1" i="1" dirty="0">
                    <a:solidFill>
                      <a:srgbClr val="0070C0"/>
                    </a:solidFill>
                  </a:rPr>
                  <a:t> </a:t>
                </a:r>
                <a:r>
                  <a:rPr lang="en-US" b="1" i="1" dirty="0" err="1">
                    <a:solidFill>
                      <a:srgbClr val="0070C0"/>
                    </a:solidFill>
                  </a:rPr>
                  <a:t>số</a:t>
                </a:r>
                <a:r>
                  <a:rPr lang="en-US" b="1" i="1" dirty="0">
                    <a:solidFill>
                      <a:srgbClr val="0070C0"/>
                    </a:solidFill>
                  </a:rPr>
                  <a:t> </a:t>
                </a:r>
                <a:r>
                  <a:rPr lang="en-US" b="1" i="1" dirty="0" err="1">
                    <a:solidFill>
                      <a:srgbClr val="0070C0"/>
                    </a:solidFill>
                  </a:rPr>
                  <a:t>đo</a:t>
                </a:r>
                <a:r>
                  <a:rPr lang="en-US" b="1" i="1" dirty="0">
                    <a:solidFill>
                      <a:srgbClr val="0070C0"/>
                    </a:solidFill>
                  </a:rPr>
                  <a:t> </a:t>
                </a:r>
              </a:p>
              <a:p>
                <a:pPr>
                  <a:lnSpc>
                    <a:spcPct val="120000"/>
                  </a:lnSpc>
                  <a:spcBef>
                    <a:spcPts val="600"/>
                  </a:spcBef>
                </a:pPr>
                <a:r>
                  <a:rPr lang="en-US" b="1" dirty="0" err="1">
                    <a:solidFill>
                      <a:schemeClr val="bg2">
                        <a:lumMod val="10000"/>
                      </a:schemeClr>
                    </a:solidFill>
                  </a:rPr>
                  <a:t>Thay</a:t>
                </a:r>
                <a:r>
                  <a:rPr lang="en-US" b="1" dirty="0">
                    <a:solidFill>
                      <a:schemeClr val="bg2">
                        <a:lumMod val="10000"/>
                      </a:schemeClr>
                    </a:solidFill>
                  </a:rPr>
                  <a:t> </a:t>
                </a:r>
                <a:r>
                  <a:rPr lang="en-US" b="1" dirty="0" err="1">
                    <a:solidFill>
                      <a:schemeClr val="bg2">
                        <a:lumMod val="10000"/>
                      </a:schemeClr>
                    </a:solidFill>
                  </a:rPr>
                  <a:t>đổi</a:t>
                </a:r>
                <a:r>
                  <a:rPr lang="en-US" b="1" dirty="0">
                    <a:solidFill>
                      <a:schemeClr val="bg2">
                        <a:lumMod val="10000"/>
                      </a:schemeClr>
                    </a:solidFill>
                  </a:rPr>
                  <a:t> </a:t>
                </a:r>
                <a:r>
                  <a:rPr lang="en-US" b="1" dirty="0" err="1">
                    <a:solidFill>
                      <a:schemeClr val="bg2">
                        <a:lumMod val="10000"/>
                      </a:schemeClr>
                    </a:solidFill>
                  </a:rPr>
                  <a:t>độ</a:t>
                </a:r>
                <a:r>
                  <a:rPr lang="en-US" b="1" dirty="0">
                    <a:solidFill>
                      <a:schemeClr val="bg2">
                        <a:lumMod val="10000"/>
                      </a:schemeClr>
                    </a:solidFill>
                  </a:rPr>
                  <a:t> </a:t>
                </a:r>
                <a:r>
                  <a:rPr lang="en-US" b="1" dirty="0" err="1">
                    <a:solidFill>
                      <a:schemeClr val="bg2">
                        <a:lumMod val="10000"/>
                      </a:schemeClr>
                    </a:solidFill>
                  </a:rPr>
                  <a:t>dốc</a:t>
                </a:r>
                <a:r>
                  <a:rPr lang="en-US" b="1" dirty="0">
                    <a:solidFill>
                      <a:schemeClr val="bg2">
                        <a:lumMod val="10000"/>
                      </a:schemeClr>
                    </a:solidFill>
                  </a:rPr>
                  <a:t> </a:t>
                </a:r>
                <a:r>
                  <a:rPr lang="en-US" b="1" dirty="0" err="1">
                    <a:solidFill>
                      <a:schemeClr val="bg2">
                        <a:lumMod val="10000"/>
                      </a:schemeClr>
                    </a:solidFill>
                  </a:rPr>
                  <a:t>trung</a:t>
                </a:r>
                <a:r>
                  <a:rPr lang="en-US" b="1" dirty="0">
                    <a:solidFill>
                      <a:schemeClr val="bg2">
                        <a:lumMod val="10000"/>
                      </a:schemeClr>
                    </a:solidFill>
                  </a:rPr>
                  <a:t> </a:t>
                </a:r>
                <a:r>
                  <a:rPr lang="en-US" b="1" dirty="0" err="1">
                    <a:solidFill>
                      <a:schemeClr val="bg2">
                        <a:lumMod val="10000"/>
                      </a:schemeClr>
                    </a:solidFill>
                  </a:rPr>
                  <a:t>bình</a:t>
                </a:r>
                <a:endParaRPr lang="en-US" b="1" dirty="0">
                  <a:solidFill>
                    <a:schemeClr val="bg2">
                      <a:lumMod val="10000"/>
                    </a:schemeClr>
                  </a:solidFill>
                </a:endParaRPr>
              </a:p>
              <a:p>
                <a:pPr>
                  <a:lnSpc>
                    <a:spcPct val="120000"/>
                  </a:lnSpc>
                  <a:spcBef>
                    <a:spcPts val="600"/>
                  </a:spcBef>
                </a:pPr>
                <a:r>
                  <a:rPr lang="en-US" b="1" dirty="0">
                    <a:solidFill>
                      <a:schemeClr val="bg2">
                        <a:lumMod val="10000"/>
                      </a:schemeClr>
                    </a:solidFill>
                  </a:rPr>
                  <a:t>		</a:t>
                </a:r>
                <a14:m>
                  <m:oMath xmlns:m="http://schemas.openxmlformats.org/officeDocument/2006/math">
                    <m:r>
                      <m:rPr>
                        <m:sty m:val="p"/>
                      </m:rPr>
                      <a:rPr lang="en-US" sz="2400" b="0" i="0" smtClean="0">
                        <a:solidFill>
                          <a:schemeClr val="bg2">
                            <a:lumMod val="10000"/>
                          </a:schemeClr>
                        </a:solidFill>
                        <a:latin typeface="Cambria Math"/>
                      </a:rPr>
                      <m:t>SV</m:t>
                    </m:r>
                    <m:r>
                      <a:rPr lang="en-US" sz="2400" b="0" i="0" smtClean="0">
                        <a:solidFill>
                          <a:schemeClr val="bg2">
                            <a:lumMod val="10000"/>
                          </a:schemeClr>
                        </a:solidFill>
                        <a:latin typeface="Cambria Math"/>
                      </a:rPr>
                      <m:t>=</m:t>
                    </m:r>
                    <m:f>
                      <m:fPr>
                        <m:ctrlPr>
                          <a:rPr lang="en-US" sz="2400" i="1" smtClean="0">
                            <a:solidFill>
                              <a:schemeClr val="bg2">
                                <a:lumMod val="10000"/>
                              </a:schemeClr>
                            </a:solidFill>
                            <a:latin typeface="Cambria Math" panose="02040503050406030204" pitchFamily="18" charset="0"/>
                          </a:rPr>
                        </m:ctrlPr>
                      </m:fPr>
                      <m:num>
                        <m:nary>
                          <m:naryPr>
                            <m:chr m:val="∑"/>
                            <m:subHide m:val="on"/>
                            <m:supHide m:val="on"/>
                            <m:ctrlPr>
                              <a:rPr lang="en-US" sz="2400" i="1" smtClean="0">
                                <a:solidFill>
                                  <a:schemeClr val="bg2">
                                    <a:lumMod val="10000"/>
                                  </a:schemeClr>
                                </a:solidFill>
                                <a:latin typeface="Cambria Math" panose="02040503050406030204" pitchFamily="18" charset="0"/>
                              </a:rPr>
                            </m:ctrlPr>
                          </m:naryPr>
                          <m:sub/>
                          <m:sup/>
                          <m:e>
                            <m:sSup>
                              <m:sSupPr>
                                <m:ctrlPr>
                                  <a:rPr lang="en-US" sz="2400" i="1" smtClean="0">
                                    <a:solidFill>
                                      <a:schemeClr val="bg2">
                                        <a:lumMod val="10000"/>
                                      </a:schemeClr>
                                    </a:solidFill>
                                    <a:latin typeface="Cambria Math" panose="02040503050406030204" pitchFamily="18" charset="0"/>
                                  </a:rPr>
                                </m:ctrlPr>
                              </m:sSupPr>
                              <m:e>
                                <m:d>
                                  <m:dPr>
                                    <m:ctrlPr>
                                      <a:rPr lang="en-US" sz="2400" i="1" smtClean="0">
                                        <a:solidFill>
                                          <a:schemeClr val="bg2">
                                            <a:lumMod val="10000"/>
                                          </a:schemeClr>
                                        </a:solidFill>
                                        <a:latin typeface="Cambria Math" panose="02040503050406030204" pitchFamily="18" charset="0"/>
                                      </a:rPr>
                                    </m:ctrlPr>
                                  </m:dPr>
                                  <m:e>
                                    <m:r>
                                      <m:rPr>
                                        <m:sty m:val="p"/>
                                      </m:rPr>
                                      <a:rPr lang="en-US" sz="2400" b="0" i="0" smtClean="0">
                                        <a:solidFill>
                                          <a:schemeClr val="bg2">
                                            <a:lumMod val="10000"/>
                                          </a:schemeClr>
                                        </a:solidFill>
                                        <a:latin typeface="Cambria Math"/>
                                      </a:rPr>
                                      <m:t>S</m:t>
                                    </m:r>
                                    <m:r>
                                      <a:rPr lang="en-US" sz="2400" b="0" i="0" smtClean="0">
                                        <a:solidFill>
                                          <a:schemeClr val="bg2">
                                            <a:lumMod val="10000"/>
                                          </a:schemeClr>
                                        </a:solidFill>
                                        <a:latin typeface="Cambria Math"/>
                                      </a:rPr>
                                      <m:t>−</m:t>
                                    </m:r>
                                    <m:acc>
                                      <m:accPr>
                                        <m:chr m:val="̅"/>
                                        <m:ctrlPr>
                                          <a:rPr lang="en-US" sz="2400" i="1" smtClean="0">
                                            <a:solidFill>
                                              <a:schemeClr val="bg2">
                                                <a:lumMod val="10000"/>
                                              </a:schemeClr>
                                            </a:solidFill>
                                            <a:latin typeface="Cambria Math" panose="02040503050406030204" pitchFamily="18" charset="0"/>
                                          </a:rPr>
                                        </m:ctrlPr>
                                      </m:accPr>
                                      <m:e>
                                        <m:r>
                                          <m:rPr>
                                            <m:sty m:val="p"/>
                                          </m:rPr>
                                          <a:rPr lang="en-US" sz="2400" b="0" i="0" smtClean="0">
                                            <a:solidFill>
                                              <a:schemeClr val="bg2">
                                                <a:lumMod val="10000"/>
                                              </a:schemeClr>
                                            </a:solidFill>
                                            <a:latin typeface="Cambria Math"/>
                                          </a:rPr>
                                          <m:t>S</m:t>
                                        </m:r>
                                      </m:e>
                                    </m:acc>
                                  </m:e>
                                </m:d>
                              </m:e>
                              <m:sup>
                                <m:r>
                                  <a:rPr lang="en-US" sz="2400" b="0" i="0" smtClean="0">
                                    <a:solidFill>
                                      <a:schemeClr val="bg2">
                                        <a:lumMod val="10000"/>
                                      </a:schemeClr>
                                    </a:solidFill>
                                    <a:latin typeface="Cambria Math"/>
                                  </a:rPr>
                                  <m:t>2</m:t>
                                </m:r>
                              </m:sup>
                            </m:sSup>
                          </m:e>
                        </m:nary>
                      </m:num>
                      <m:den>
                        <m:r>
                          <m:rPr>
                            <m:sty m:val="p"/>
                          </m:rPr>
                          <a:rPr lang="en-US" sz="2400" b="0" i="0" smtClean="0">
                            <a:solidFill>
                              <a:schemeClr val="bg2">
                                <a:lumMod val="10000"/>
                              </a:schemeClr>
                            </a:solidFill>
                            <a:latin typeface="Cambria Math"/>
                          </a:rPr>
                          <m:t>n</m:t>
                        </m:r>
                        <m:r>
                          <a:rPr lang="en-US" sz="2400" b="0" i="0" smtClean="0">
                            <a:solidFill>
                              <a:schemeClr val="bg2">
                                <a:lumMod val="10000"/>
                              </a:schemeClr>
                            </a:solidFill>
                            <a:latin typeface="Cambria Math"/>
                          </a:rPr>
                          <m:t>−1</m:t>
                        </m:r>
                      </m:den>
                    </m:f>
                  </m:oMath>
                </a14:m>
                <a:endParaRPr lang="en-US" sz="2400" dirty="0">
                  <a:solidFill>
                    <a:schemeClr val="bg2">
                      <a:lumMod val="10000"/>
                    </a:schemeClr>
                  </a:solidFill>
                </a:endParaRPr>
              </a:p>
              <a:p>
                <a:pPr>
                  <a:lnSpc>
                    <a:spcPct val="120000"/>
                  </a:lnSpc>
                  <a:spcBef>
                    <a:spcPts val="600"/>
                  </a:spcBef>
                </a:pPr>
                <a:r>
                  <a:rPr lang="en-US" sz="1600" dirty="0">
                    <a:solidFill>
                      <a:schemeClr val="bg2">
                        <a:lumMod val="10000"/>
                      </a:schemeClr>
                    </a:solidFill>
                  </a:rPr>
                  <a:t>S – </a:t>
                </a:r>
                <a:r>
                  <a:rPr lang="en-US" sz="1600" dirty="0" err="1">
                    <a:solidFill>
                      <a:schemeClr val="bg2">
                        <a:lumMod val="10000"/>
                      </a:schemeClr>
                    </a:solidFill>
                  </a:rPr>
                  <a:t>độ</a:t>
                </a:r>
                <a:r>
                  <a:rPr lang="en-US" sz="1600" dirty="0">
                    <a:solidFill>
                      <a:schemeClr val="bg2">
                        <a:lumMod val="10000"/>
                      </a:schemeClr>
                    </a:solidFill>
                  </a:rPr>
                  <a:t> </a:t>
                </a:r>
                <a:r>
                  <a:rPr lang="en-US" sz="1600" dirty="0" err="1">
                    <a:solidFill>
                      <a:schemeClr val="bg2">
                        <a:lumMod val="10000"/>
                      </a:schemeClr>
                    </a:solidFill>
                  </a:rPr>
                  <a:t>dốc</a:t>
                </a:r>
                <a:r>
                  <a:rPr lang="en-US" sz="1600" dirty="0">
                    <a:solidFill>
                      <a:schemeClr val="bg2">
                        <a:lumMod val="10000"/>
                      </a:schemeClr>
                    </a:solidFill>
                  </a:rPr>
                  <a:t> </a:t>
                </a:r>
                <a:r>
                  <a:rPr lang="en-US" sz="1600" dirty="0" err="1">
                    <a:solidFill>
                      <a:schemeClr val="bg2">
                        <a:lumMod val="10000"/>
                      </a:schemeClr>
                    </a:solidFill>
                  </a:rPr>
                  <a:t>mẫu</a:t>
                </a:r>
                <a:r>
                  <a:rPr lang="en-US" sz="1600" dirty="0">
                    <a:solidFill>
                      <a:schemeClr val="bg2">
                        <a:lumMod val="10000"/>
                      </a:schemeClr>
                    </a:solidFill>
                  </a:rPr>
                  <a:t>; n – </a:t>
                </a:r>
                <a:r>
                  <a:rPr lang="en-US" sz="1600" dirty="0" err="1">
                    <a:solidFill>
                      <a:schemeClr val="bg2">
                        <a:lumMod val="10000"/>
                      </a:schemeClr>
                    </a:solidFill>
                  </a:rPr>
                  <a:t>số</a:t>
                </a:r>
                <a:r>
                  <a:rPr lang="en-US" sz="1600" dirty="0">
                    <a:solidFill>
                      <a:schemeClr val="bg2">
                        <a:lumMod val="10000"/>
                      </a:schemeClr>
                    </a:solidFill>
                  </a:rPr>
                  <a:t> </a:t>
                </a:r>
                <a:r>
                  <a:rPr lang="en-US" sz="1600" dirty="0" err="1">
                    <a:solidFill>
                      <a:schemeClr val="bg2">
                        <a:lumMod val="10000"/>
                      </a:schemeClr>
                    </a:solidFill>
                  </a:rPr>
                  <a:t>mẫu</a:t>
                </a:r>
                <a:r>
                  <a:rPr lang="en-US" sz="1600" dirty="0">
                    <a:solidFill>
                      <a:schemeClr val="bg2">
                        <a:lumMod val="10000"/>
                      </a:schemeClr>
                    </a:solidFill>
                  </a:rPr>
                  <a:t> ; </a:t>
                </a:r>
                <a14:m>
                  <m:oMath xmlns:m="http://schemas.openxmlformats.org/officeDocument/2006/math">
                    <m:acc>
                      <m:accPr>
                        <m:chr m:val="̅"/>
                        <m:ctrlPr>
                          <a:rPr lang="en-US" sz="1600" i="1" smtClean="0">
                            <a:solidFill>
                              <a:schemeClr val="bg2">
                                <a:lumMod val="10000"/>
                              </a:schemeClr>
                            </a:solidFill>
                            <a:latin typeface="Cambria Math" panose="02040503050406030204" pitchFamily="18" charset="0"/>
                          </a:rPr>
                        </m:ctrlPr>
                      </m:accPr>
                      <m:e>
                        <m:r>
                          <a:rPr lang="en-US" sz="1600" b="0" i="1" smtClean="0">
                            <a:solidFill>
                              <a:schemeClr val="bg2">
                                <a:lumMod val="10000"/>
                              </a:schemeClr>
                            </a:solidFill>
                            <a:latin typeface="Cambria Math"/>
                          </a:rPr>
                          <m:t>𝑆</m:t>
                        </m:r>
                        <m:r>
                          <a:rPr lang="en-US" sz="1600" b="0" i="1" smtClean="0">
                            <a:solidFill>
                              <a:schemeClr val="bg2">
                                <a:lumMod val="10000"/>
                              </a:schemeClr>
                            </a:solidFill>
                            <a:latin typeface="Cambria Math"/>
                          </a:rPr>
                          <m:t> </m:t>
                        </m:r>
                      </m:e>
                    </m:acc>
                  </m:oMath>
                </a14:m>
                <a:r>
                  <a:rPr lang="en-US" sz="1600" dirty="0">
                    <a:solidFill>
                      <a:schemeClr val="bg2">
                        <a:lumMod val="10000"/>
                      </a:schemeClr>
                    </a:solidFill>
                  </a:rPr>
                  <a:t> - </a:t>
                </a:r>
                <a:r>
                  <a:rPr lang="en-US" sz="1600" dirty="0" err="1">
                    <a:solidFill>
                      <a:schemeClr val="bg2">
                        <a:lumMod val="10000"/>
                      </a:schemeClr>
                    </a:solidFill>
                  </a:rPr>
                  <a:t>độ</a:t>
                </a:r>
                <a:r>
                  <a:rPr lang="en-US" sz="1600" dirty="0">
                    <a:solidFill>
                      <a:schemeClr val="bg2">
                        <a:lumMod val="10000"/>
                      </a:schemeClr>
                    </a:solidFill>
                  </a:rPr>
                  <a:t> </a:t>
                </a:r>
                <a:r>
                  <a:rPr lang="en-US" sz="1600" dirty="0" err="1">
                    <a:solidFill>
                      <a:schemeClr val="bg2">
                        <a:lumMod val="10000"/>
                      </a:schemeClr>
                    </a:solidFill>
                  </a:rPr>
                  <a:t>dốc</a:t>
                </a:r>
                <a:r>
                  <a:rPr lang="en-US" sz="1600" dirty="0">
                    <a:solidFill>
                      <a:schemeClr val="bg2">
                        <a:lumMod val="10000"/>
                      </a:schemeClr>
                    </a:solidFill>
                  </a:rPr>
                  <a:t> </a:t>
                </a:r>
                <a:r>
                  <a:rPr lang="en-US" sz="1600" dirty="0" err="1">
                    <a:solidFill>
                      <a:schemeClr val="bg2">
                        <a:lumMod val="10000"/>
                      </a:schemeClr>
                    </a:solidFill>
                  </a:rPr>
                  <a:t>trung</a:t>
                </a:r>
                <a:r>
                  <a:rPr lang="en-US" sz="1600" dirty="0">
                    <a:solidFill>
                      <a:schemeClr val="bg2">
                        <a:lumMod val="10000"/>
                      </a:schemeClr>
                    </a:solidFill>
                  </a:rPr>
                  <a:t> </a:t>
                </a:r>
                <a:r>
                  <a:rPr lang="en-US" sz="1600" dirty="0" err="1">
                    <a:solidFill>
                      <a:schemeClr val="bg2">
                        <a:lumMod val="10000"/>
                      </a:schemeClr>
                    </a:solidFill>
                  </a:rPr>
                  <a:t>bình</a:t>
                </a:r>
                <a:r>
                  <a:rPr lang="en-US" sz="1600" dirty="0">
                    <a:solidFill>
                      <a:schemeClr val="bg2">
                        <a:lumMod val="10000"/>
                      </a:schemeClr>
                    </a:solidFill>
                  </a:rPr>
                  <a:t> </a:t>
                </a:r>
                <a:r>
                  <a:rPr lang="en-US" sz="1600" dirty="0" err="1">
                    <a:solidFill>
                      <a:schemeClr val="bg2">
                        <a:lumMod val="10000"/>
                      </a:schemeClr>
                    </a:solidFill>
                  </a:rPr>
                  <a:t>của</a:t>
                </a:r>
                <a:r>
                  <a:rPr lang="en-US" sz="1600" dirty="0">
                    <a:solidFill>
                      <a:schemeClr val="bg2">
                        <a:lumMod val="10000"/>
                      </a:schemeClr>
                    </a:solidFill>
                  </a:rPr>
                  <a:t> </a:t>
                </a:r>
                <a:r>
                  <a:rPr lang="en-US" sz="1600" dirty="0" err="1">
                    <a:solidFill>
                      <a:schemeClr val="bg2">
                        <a:lumMod val="10000"/>
                      </a:schemeClr>
                    </a:solidFill>
                  </a:rPr>
                  <a:t>các</a:t>
                </a:r>
                <a:r>
                  <a:rPr lang="en-US" sz="1600" dirty="0">
                    <a:solidFill>
                      <a:schemeClr val="bg2">
                        <a:lumMod val="10000"/>
                      </a:schemeClr>
                    </a:solidFill>
                  </a:rPr>
                  <a:t> </a:t>
                </a:r>
                <a:r>
                  <a:rPr lang="en-US" sz="1600" dirty="0" err="1">
                    <a:solidFill>
                      <a:schemeClr val="bg2">
                        <a:lumMod val="10000"/>
                      </a:schemeClr>
                    </a:solidFill>
                  </a:rPr>
                  <a:t>mẫu</a:t>
                </a:r>
                <a:r>
                  <a:rPr lang="en-US" sz="1600" dirty="0">
                    <a:solidFill>
                      <a:schemeClr val="bg2">
                        <a:lumMod val="10000"/>
                      </a:schemeClr>
                    </a:solidFill>
                  </a:rPr>
                  <a:t> = </a:t>
                </a:r>
                <a14:m>
                  <m:oMath xmlns:m="http://schemas.openxmlformats.org/officeDocument/2006/math">
                    <m:nary>
                      <m:naryPr>
                        <m:chr m:val="∑"/>
                        <m:subHide m:val="on"/>
                        <m:supHide m:val="on"/>
                        <m:ctrlPr>
                          <a:rPr lang="en-US" sz="1600" i="1" smtClean="0">
                            <a:solidFill>
                              <a:schemeClr val="bg2">
                                <a:lumMod val="10000"/>
                              </a:schemeClr>
                            </a:solidFill>
                            <a:latin typeface="Cambria Math" panose="02040503050406030204" pitchFamily="18" charset="0"/>
                          </a:rPr>
                        </m:ctrlPr>
                      </m:naryPr>
                      <m:sub/>
                      <m:sup/>
                      <m:e>
                        <m:f>
                          <m:fPr>
                            <m:type m:val="lin"/>
                            <m:ctrlPr>
                              <a:rPr lang="en-US" sz="1600" i="1" smtClean="0">
                                <a:solidFill>
                                  <a:schemeClr val="bg2">
                                    <a:lumMod val="10000"/>
                                  </a:schemeClr>
                                </a:solidFill>
                                <a:latin typeface="Cambria Math" panose="02040503050406030204" pitchFamily="18" charset="0"/>
                              </a:rPr>
                            </m:ctrlPr>
                          </m:fPr>
                          <m:num>
                            <m:r>
                              <a:rPr lang="en-US" sz="1600" b="0" i="1" smtClean="0">
                                <a:solidFill>
                                  <a:schemeClr val="bg2">
                                    <a:lumMod val="10000"/>
                                  </a:schemeClr>
                                </a:solidFill>
                                <a:latin typeface="Cambria Math"/>
                              </a:rPr>
                              <m:t>𝑆</m:t>
                            </m:r>
                          </m:num>
                          <m:den>
                            <m:r>
                              <a:rPr lang="en-US" sz="1600" b="0" i="1" smtClean="0">
                                <a:solidFill>
                                  <a:schemeClr val="bg2">
                                    <a:lumMod val="10000"/>
                                  </a:schemeClr>
                                </a:solidFill>
                                <a:latin typeface="Cambria Math"/>
                              </a:rPr>
                              <m:t>𝑛</m:t>
                            </m:r>
                          </m:den>
                        </m:f>
                      </m:e>
                    </m:nary>
                  </m:oMath>
                </a14:m>
                <a:endParaRPr lang="en-US" sz="1600" dirty="0">
                  <a:solidFill>
                    <a:schemeClr val="bg2">
                      <a:lumMod val="10000"/>
                    </a:schemeClr>
                  </a:solidFill>
                </a:endParaRPr>
              </a:p>
              <a:p>
                <a:pPr>
                  <a:lnSpc>
                    <a:spcPct val="120000"/>
                  </a:lnSpc>
                  <a:spcBef>
                    <a:spcPts val="600"/>
                  </a:spcBef>
                </a:pPr>
                <a:r>
                  <a:rPr lang="en-US" sz="1600" dirty="0" err="1">
                    <a:solidFill>
                      <a:schemeClr val="bg2">
                        <a:lumMod val="10000"/>
                      </a:schemeClr>
                    </a:solidFill>
                  </a:rPr>
                  <a:t>Độ</a:t>
                </a:r>
                <a:r>
                  <a:rPr lang="en-US" sz="1600" dirty="0">
                    <a:solidFill>
                      <a:schemeClr val="bg2">
                        <a:lumMod val="10000"/>
                      </a:schemeClr>
                    </a:solidFill>
                  </a:rPr>
                  <a:t> </a:t>
                </a:r>
                <a:r>
                  <a:rPr lang="en-US" sz="1600" dirty="0" err="1">
                    <a:solidFill>
                      <a:schemeClr val="bg2">
                        <a:lumMod val="10000"/>
                      </a:schemeClr>
                    </a:solidFill>
                  </a:rPr>
                  <a:t>dốc</a:t>
                </a:r>
                <a:r>
                  <a:rPr lang="en-US" sz="1600" dirty="0">
                    <a:solidFill>
                      <a:schemeClr val="bg2">
                        <a:lumMod val="10000"/>
                      </a:schemeClr>
                    </a:solidFill>
                  </a:rPr>
                  <a:t> </a:t>
                </a:r>
                <a:r>
                  <a:rPr lang="en-US" sz="1600" dirty="0" err="1">
                    <a:solidFill>
                      <a:schemeClr val="bg2">
                        <a:lumMod val="10000"/>
                      </a:schemeClr>
                    </a:solidFill>
                  </a:rPr>
                  <a:t>được</a:t>
                </a:r>
                <a:r>
                  <a:rPr lang="en-US" sz="1600" dirty="0">
                    <a:solidFill>
                      <a:schemeClr val="bg2">
                        <a:lumMod val="10000"/>
                      </a:schemeClr>
                    </a:solidFill>
                  </a:rPr>
                  <a:t> </a:t>
                </a:r>
                <a:r>
                  <a:rPr lang="en-US" sz="1600" dirty="0" err="1">
                    <a:solidFill>
                      <a:schemeClr val="bg2">
                        <a:lumMod val="10000"/>
                      </a:schemeClr>
                    </a:solidFill>
                  </a:rPr>
                  <a:t>lấy</a:t>
                </a:r>
                <a:r>
                  <a:rPr lang="en-US" sz="1600" dirty="0">
                    <a:solidFill>
                      <a:schemeClr val="bg2">
                        <a:lumMod val="10000"/>
                      </a:schemeClr>
                    </a:solidFill>
                  </a:rPr>
                  <a:t> ở </a:t>
                </a:r>
                <a:r>
                  <a:rPr lang="en-US" sz="1600" dirty="0" err="1">
                    <a:solidFill>
                      <a:schemeClr val="bg2">
                        <a:lumMod val="10000"/>
                      </a:schemeClr>
                    </a:solidFill>
                  </a:rPr>
                  <a:t>khoảng</a:t>
                </a:r>
                <a:r>
                  <a:rPr lang="en-US" sz="1600" dirty="0">
                    <a:solidFill>
                      <a:schemeClr val="bg2">
                        <a:lumMod val="10000"/>
                      </a:schemeClr>
                    </a:solidFill>
                  </a:rPr>
                  <a:t> 0.3m </a:t>
                </a:r>
                <a:r>
                  <a:rPr lang="en-US" sz="1600" dirty="0" err="1">
                    <a:solidFill>
                      <a:schemeClr val="bg2">
                        <a:lumMod val="10000"/>
                      </a:schemeClr>
                    </a:solidFill>
                  </a:rPr>
                  <a:t>theo</a:t>
                </a:r>
                <a:r>
                  <a:rPr lang="en-US" sz="1600" dirty="0">
                    <a:solidFill>
                      <a:schemeClr val="bg2">
                        <a:lumMod val="10000"/>
                      </a:schemeClr>
                    </a:solidFill>
                  </a:rPr>
                  <a:t> </a:t>
                </a:r>
                <a:r>
                  <a:rPr lang="en-US" sz="1600" dirty="0" err="1">
                    <a:solidFill>
                      <a:schemeClr val="bg2">
                        <a:lumMod val="10000"/>
                      </a:schemeClr>
                    </a:solidFill>
                  </a:rPr>
                  <a:t>chiều</a:t>
                </a:r>
                <a:r>
                  <a:rPr lang="en-US" sz="1600" dirty="0">
                    <a:solidFill>
                      <a:schemeClr val="bg2">
                        <a:lumMod val="10000"/>
                      </a:schemeClr>
                    </a:solidFill>
                  </a:rPr>
                  <a:t> </a:t>
                </a:r>
                <a:r>
                  <a:rPr lang="en-US" sz="1600" dirty="0" err="1">
                    <a:solidFill>
                      <a:schemeClr val="bg2">
                        <a:lumMod val="10000"/>
                      </a:schemeClr>
                    </a:solidFill>
                  </a:rPr>
                  <a:t>dài</a:t>
                </a:r>
                <a:endParaRPr lang="en-US" sz="1600" dirty="0">
                  <a:solidFill>
                    <a:schemeClr val="bg2">
                      <a:lumMod val="10000"/>
                    </a:schemeClr>
                  </a:solidFill>
                </a:endParaRPr>
              </a:p>
              <a:p>
                <a:pPr>
                  <a:lnSpc>
                    <a:spcPct val="120000"/>
                  </a:lnSpc>
                  <a:spcBef>
                    <a:spcPts val="600"/>
                  </a:spcBef>
                </a:pPr>
                <a:r>
                  <a:rPr lang="en-US" b="1" dirty="0" err="1">
                    <a:solidFill>
                      <a:schemeClr val="bg2">
                        <a:lumMod val="10000"/>
                      </a:schemeClr>
                    </a:solidFill>
                  </a:rPr>
                  <a:t>Vệt</a:t>
                </a:r>
                <a:r>
                  <a:rPr lang="en-US" b="1" dirty="0">
                    <a:solidFill>
                      <a:schemeClr val="bg2">
                        <a:lumMod val="10000"/>
                      </a:schemeClr>
                    </a:solidFill>
                  </a:rPr>
                  <a:t> </a:t>
                </a:r>
                <a:r>
                  <a:rPr lang="en-US" b="1" dirty="0" err="1">
                    <a:solidFill>
                      <a:schemeClr val="bg2">
                        <a:lumMod val="10000"/>
                      </a:schemeClr>
                    </a:solidFill>
                  </a:rPr>
                  <a:t>lún</a:t>
                </a:r>
                <a:r>
                  <a:rPr lang="en-US" b="1" dirty="0">
                    <a:solidFill>
                      <a:schemeClr val="bg2">
                        <a:lumMod val="10000"/>
                      </a:schemeClr>
                    </a:solidFill>
                  </a:rPr>
                  <a:t> </a:t>
                </a:r>
                <a:r>
                  <a:rPr lang="en-US" b="1" dirty="0" err="1">
                    <a:solidFill>
                      <a:schemeClr val="bg2">
                        <a:lumMod val="10000"/>
                      </a:schemeClr>
                    </a:solidFill>
                  </a:rPr>
                  <a:t>trung</a:t>
                </a:r>
                <a:r>
                  <a:rPr lang="en-US" b="1" dirty="0">
                    <a:solidFill>
                      <a:schemeClr val="bg2">
                        <a:lumMod val="10000"/>
                      </a:schemeClr>
                    </a:solidFill>
                  </a:rPr>
                  <a:t> </a:t>
                </a:r>
                <a:r>
                  <a:rPr lang="en-US" b="1" dirty="0" err="1">
                    <a:solidFill>
                      <a:schemeClr val="bg2">
                        <a:lumMod val="10000"/>
                      </a:schemeClr>
                    </a:solidFill>
                  </a:rPr>
                  <a:t>bình</a:t>
                </a:r>
                <a:endParaRPr lang="en-US" b="1" dirty="0">
                  <a:solidFill>
                    <a:schemeClr val="bg2">
                      <a:lumMod val="10000"/>
                    </a:schemeClr>
                  </a:solidFill>
                </a:endParaRPr>
              </a:p>
              <a:p>
                <a:pPr>
                  <a:lnSpc>
                    <a:spcPct val="120000"/>
                  </a:lnSpc>
                  <a:spcBef>
                    <a:spcPts val="600"/>
                  </a:spcBef>
                </a:pPr>
                <a:r>
                  <a:rPr lang="en-US" sz="1600" dirty="0" err="1">
                    <a:solidFill>
                      <a:schemeClr val="bg2">
                        <a:lumMod val="10000"/>
                      </a:schemeClr>
                    </a:solidFill>
                  </a:rPr>
                  <a:t>Số</a:t>
                </a:r>
                <a:r>
                  <a:rPr lang="en-US" sz="1600" dirty="0">
                    <a:solidFill>
                      <a:schemeClr val="bg2">
                        <a:lumMod val="10000"/>
                      </a:schemeClr>
                    </a:solidFill>
                  </a:rPr>
                  <a:t> </a:t>
                </a:r>
                <a:r>
                  <a:rPr lang="en-US" sz="1600" dirty="0" err="1">
                    <a:solidFill>
                      <a:schemeClr val="bg2">
                        <a:lumMod val="10000"/>
                      </a:schemeClr>
                    </a:solidFill>
                  </a:rPr>
                  <a:t>đo</a:t>
                </a:r>
                <a:r>
                  <a:rPr lang="en-US" sz="1600" dirty="0">
                    <a:solidFill>
                      <a:schemeClr val="bg2">
                        <a:lumMod val="10000"/>
                      </a:schemeClr>
                    </a:solidFill>
                  </a:rPr>
                  <a:t> </a:t>
                </a:r>
                <a:r>
                  <a:rPr lang="en-US" sz="1600" dirty="0" err="1">
                    <a:solidFill>
                      <a:schemeClr val="bg2">
                        <a:lumMod val="10000"/>
                      </a:schemeClr>
                    </a:solidFill>
                  </a:rPr>
                  <a:t>vệt</a:t>
                </a:r>
                <a:r>
                  <a:rPr lang="en-US" sz="1600" dirty="0">
                    <a:solidFill>
                      <a:schemeClr val="bg2">
                        <a:lumMod val="10000"/>
                      </a:schemeClr>
                    </a:solidFill>
                  </a:rPr>
                  <a:t> </a:t>
                </a:r>
                <a:r>
                  <a:rPr lang="en-US" sz="1600" dirty="0" err="1">
                    <a:solidFill>
                      <a:schemeClr val="bg2">
                        <a:lumMod val="10000"/>
                      </a:schemeClr>
                    </a:solidFill>
                  </a:rPr>
                  <a:t>lún</a:t>
                </a:r>
                <a:r>
                  <a:rPr lang="en-US" sz="1600" dirty="0">
                    <a:solidFill>
                      <a:schemeClr val="bg2">
                        <a:lumMod val="10000"/>
                      </a:schemeClr>
                    </a:solidFill>
                  </a:rPr>
                  <a:t> </a:t>
                </a:r>
                <a:r>
                  <a:rPr lang="en-US" sz="1600" dirty="0" err="1">
                    <a:solidFill>
                      <a:schemeClr val="bg2">
                        <a:lumMod val="10000"/>
                      </a:schemeClr>
                    </a:solidFill>
                  </a:rPr>
                  <a:t>được</a:t>
                </a:r>
                <a:r>
                  <a:rPr lang="en-US" sz="1600" dirty="0">
                    <a:solidFill>
                      <a:schemeClr val="bg2">
                        <a:lumMod val="10000"/>
                      </a:schemeClr>
                    </a:solidFill>
                  </a:rPr>
                  <a:t> </a:t>
                </a:r>
                <a:r>
                  <a:rPr lang="en-US" sz="1600" dirty="0" err="1">
                    <a:solidFill>
                      <a:schemeClr val="bg2">
                        <a:lumMod val="10000"/>
                      </a:schemeClr>
                    </a:solidFill>
                  </a:rPr>
                  <a:t>lấy</a:t>
                </a:r>
                <a:r>
                  <a:rPr lang="en-US" sz="1600" dirty="0">
                    <a:solidFill>
                      <a:schemeClr val="bg2">
                        <a:lumMod val="10000"/>
                      </a:schemeClr>
                    </a:solidFill>
                  </a:rPr>
                  <a:t> ở </a:t>
                </a:r>
                <a:r>
                  <a:rPr lang="en-US" sz="1600" dirty="0" err="1">
                    <a:solidFill>
                      <a:schemeClr val="bg2">
                        <a:lumMod val="10000"/>
                      </a:schemeClr>
                    </a:solidFill>
                  </a:rPr>
                  <a:t>khoảng</a:t>
                </a:r>
                <a:r>
                  <a:rPr lang="en-US" sz="1600" dirty="0">
                    <a:solidFill>
                      <a:schemeClr val="bg2">
                        <a:lumMod val="10000"/>
                      </a:schemeClr>
                    </a:solidFill>
                  </a:rPr>
                  <a:t> </a:t>
                </a:r>
                <a:r>
                  <a:rPr lang="en-US" sz="1600" dirty="0" err="1">
                    <a:solidFill>
                      <a:schemeClr val="bg2">
                        <a:lumMod val="10000"/>
                      </a:schemeClr>
                    </a:solidFill>
                  </a:rPr>
                  <a:t>cách</a:t>
                </a:r>
                <a:r>
                  <a:rPr lang="en-US" sz="1600" dirty="0">
                    <a:solidFill>
                      <a:schemeClr val="bg2">
                        <a:lumMod val="10000"/>
                      </a:schemeClr>
                    </a:solidFill>
                  </a:rPr>
                  <a:t> 6.1m ở </a:t>
                </a:r>
                <a:r>
                  <a:rPr lang="en-US" sz="1600" dirty="0" err="1">
                    <a:solidFill>
                      <a:schemeClr val="bg2">
                        <a:lumMod val="10000"/>
                      </a:schemeClr>
                    </a:solidFill>
                  </a:rPr>
                  <a:t>cả</a:t>
                </a:r>
                <a:r>
                  <a:rPr lang="en-US" sz="1600" dirty="0">
                    <a:solidFill>
                      <a:schemeClr val="bg2">
                        <a:lumMod val="10000"/>
                      </a:schemeClr>
                    </a:solidFill>
                  </a:rPr>
                  <a:t> </a:t>
                </a:r>
                <a:r>
                  <a:rPr lang="en-US" sz="1600" dirty="0" err="1">
                    <a:solidFill>
                      <a:schemeClr val="bg2">
                        <a:lumMod val="10000"/>
                      </a:schemeClr>
                    </a:solidFill>
                  </a:rPr>
                  <a:t>hai</a:t>
                </a:r>
                <a:r>
                  <a:rPr lang="en-US" sz="1600" dirty="0">
                    <a:solidFill>
                      <a:schemeClr val="bg2">
                        <a:lumMod val="10000"/>
                      </a:schemeClr>
                    </a:solidFill>
                  </a:rPr>
                  <a:t> </a:t>
                </a:r>
                <a:r>
                  <a:rPr lang="en-US" sz="1600" dirty="0" err="1">
                    <a:solidFill>
                      <a:schemeClr val="bg2">
                        <a:lumMod val="10000"/>
                      </a:schemeClr>
                    </a:solidFill>
                  </a:rPr>
                  <a:t>bên</a:t>
                </a:r>
                <a:r>
                  <a:rPr lang="en-US" sz="1600" dirty="0">
                    <a:solidFill>
                      <a:schemeClr val="bg2">
                        <a:lumMod val="10000"/>
                      </a:schemeClr>
                    </a:solidFill>
                  </a:rPr>
                  <a:t> </a:t>
                </a:r>
                <a:r>
                  <a:rPr lang="en-US" sz="1600" dirty="0" err="1">
                    <a:solidFill>
                      <a:schemeClr val="bg2">
                        <a:lumMod val="10000"/>
                      </a:schemeClr>
                    </a:solidFill>
                  </a:rPr>
                  <a:t>vệt</a:t>
                </a:r>
                <a:r>
                  <a:rPr lang="en-US" sz="1600" dirty="0">
                    <a:solidFill>
                      <a:schemeClr val="bg2">
                        <a:lumMod val="10000"/>
                      </a:schemeClr>
                    </a:solidFill>
                  </a:rPr>
                  <a:t> </a:t>
                </a:r>
                <a:r>
                  <a:rPr lang="en-US" sz="1600" dirty="0" err="1">
                    <a:solidFill>
                      <a:schemeClr val="bg2">
                        <a:lumMod val="10000"/>
                      </a:schemeClr>
                    </a:solidFill>
                  </a:rPr>
                  <a:t>bánh</a:t>
                </a:r>
                <a:r>
                  <a:rPr lang="en-US" sz="1600" dirty="0">
                    <a:solidFill>
                      <a:schemeClr val="bg2">
                        <a:lumMod val="10000"/>
                      </a:schemeClr>
                    </a:solidFill>
                  </a:rPr>
                  <a:t> </a:t>
                </a:r>
                <a:r>
                  <a:rPr lang="en-US" sz="1600" dirty="0" err="1">
                    <a:solidFill>
                      <a:schemeClr val="bg2">
                        <a:lumMod val="10000"/>
                      </a:schemeClr>
                    </a:solidFill>
                  </a:rPr>
                  <a:t>xe</a:t>
                </a:r>
                <a:r>
                  <a:rPr lang="en-US" sz="1600" dirty="0">
                    <a:solidFill>
                      <a:schemeClr val="bg2">
                        <a:lumMod val="10000"/>
                      </a:schemeClr>
                    </a:solidFill>
                  </a:rPr>
                  <a:t> </a:t>
                </a:r>
                <a:r>
                  <a:rPr lang="en-US" sz="1600" dirty="0" err="1">
                    <a:solidFill>
                      <a:schemeClr val="bg2">
                        <a:lumMod val="10000"/>
                      </a:schemeClr>
                    </a:solidFill>
                  </a:rPr>
                  <a:t>cho</a:t>
                </a:r>
                <a:r>
                  <a:rPr lang="en-US" sz="1600" dirty="0">
                    <a:solidFill>
                      <a:schemeClr val="bg2">
                        <a:lumMod val="10000"/>
                      </a:schemeClr>
                    </a:solidFill>
                  </a:rPr>
                  <a:t> </a:t>
                </a:r>
                <a:r>
                  <a:rPr lang="en-US" sz="1600" dirty="0" err="1">
                    <a:solidFill>
                      <a:schemeClr val="bg2">
                        <a:lumMod val="10000"/>
                      </a:schemeClr>
                    </a:solidFill>
                  </a:rPr>
                  <a:t>vệt</a:t>
                </a:r>
                <a:r>
                  <a:rPr lang="en-US" sz="1600" dirty="0">
                    <a:solidFill>
                      <a:schemeClr val="bg2">
                        <a:lumMod val="10000"/>
                      </a:schemeClr>
                    </a:solidFill>
                  </a:rPr>
                  <a:t> </a:t>
                </a:r>
                <a:r>
                  <a:rPr lang="en-US" sz="1600" dirty="0" err="1">
                    <a:solidFill>
                      <a:schemeClr val="bg2">
                        <a:lumMod val="10000"/>
                      </a:schemeClr>
                    </a:solidFill>
                  </a:rPr>
                  <a:t>lún</a:t>
                </a:r>
                <a:r>
                  <a:rPr lang="en-US" sz="1600" dirty="0">
                    <a:solidFill>
                      <a:schemeClr val="bg2">
                        <a:lumMod val="10000"/>
                      </a:schemeClr>
                    </a:solidFill>
                  </a:rPr>
                  <a:t> </a:t>
                </a:r>
                <a:r>
                  <a:rPr lang="en-US" sz="1600" dirty="0" err="1">
                    <a:solidFill>
                      <a:schemeClr val="bg2">
                        <a:lumMod val="10000"/>
                      </a:schemeClr>
                    </a:solidFill>
                  </a:rPr>
                  <a:t>trung</a:t>
                </a:r>
                <a:r>
                  <a:rPr lang="en-US" sz="1600" dirty="0">
                    <a:solidFill>
                      <a:schemeClr val="bg2">
                        <a:lumMod val="10000"/>
                      </a:schemeClr>
                    </a:solidFill>
                  </a:rPr>
                  <a:t> </a:t>
                </a:r>
                <a:r>
                  <a:rPr lang="en-US" sz="1600" dirty="0" err="1">
                    <a:solidFill>
                      <a:schemeClr val="bg2">
                        <a:lumMod val="10000"/>
                      </a:schemeClr>
                    </a:solidFill>
                  </a:rPr>
                  <a:t>bình</a:t>
                </a:r>
                <a:r>
                  <a:rPr lang="en-US" sz="1600" dirty="0">
                    <a:solidFill>
                      <a:schemeClr val="bg2">
                        <a:lumMod val="10000"/>
                      </a:schemeClr>
                    </a:solidFill>
                  </a:rPr>
                  <a:t>  </a:t>
                </a:r>
                <a14:m>
                  <m:oMath xmlns:m="http://schemas.openxmlformats.org/officeDocument/2006/math">
                    <m:acc>
                      <m:accPr>
                        <m:chr m:val="̅"/>
                        <m:ctrlPr>
                          <a:rPr lang="en-US" sz="1600" i="1" smtClean="0">
                            <a:solidFill>
                              <a:schemeClr val="bg2">
                                <a:lumMod val="10000"/>
                              </a:schemeClr>
                            </a:solidFill>
                            <a:latin typeface="Cambria Math" panose="02040503050406030204" pitchFamily="18" charset="0"/>
                          </a:rPr>
                        </m:ctrlPr>
                      </m:accPr>
                      <m:e>
                        <m:r>
                          <a:rPr lang="en-US" sz="1600" b="0" i="1" smtClean="0">
                            <a:solidFill>
                              <a:schemeClr val="bg2">
                                <a:lumMod val="10000"/>
                              </a:schemeClr>
                            </a:solidFill>
                            <a:latin typeface="Cambria Math"/>
                          </a:rPr>
                          <m:t>𝑅𝐷</m:t>
                        </m:r>
                      </m:e>
                    </m:acc>
                  </m:oMath>
                </a14:m>
                <a:endParaRPr lang="en-US" sz="1600" b="1" dirty="0">
                  <a:solidFill>
                    <a:schemeClr val="bg2">
                      <a:lumMod val="10000"/>
                    </a:schemeClr>
                  </a:solidFill>
                </a:endParaRPr>
              </a:p>
              <a:p>
                <a:pPr>
                  <a:lnSpc>
                    <a:spcPct val="120000"/>
                  </a:lnSpc>
                  <a:spcBef>
                    <a:spcPts val="600"/>
                  </a:spcBef>
                </a:pPr>
                <a:r>
                  <a:rPr lang="en-US" b="1" dirty="0" err="1">
                    <a:solidFill>
                      <a:schemeClr val="bg2">
                        <a:lumMod val="10000"/>
                      </a:schemeClr>
                    </a:solidFill>
                  </a:rPr>
                  <a:t>Nứt</a:t>
                </a:r>
                <a:r>
                  <a:rPr lang="en-US" b="1" dirty="0">
                    <a:solidFill>
                      <a:schemeClr val="bg2">
                        <a:lumMod val="10000"/>
                      </a:schemeClr>
                    </a:solidFill>
                  </a:rPr>
                  <a:t> </a:t>
                </a:r>
                <a:r>
                  <a:rPr lang="en-US" b="1" dirty="0" err="1">
                    <a:solidFill>
                      <a:schemeClr val="bg2">
                        <a:lumMod val="10000"/>
                      </a:schemeClr>
                    </a:solidFill>
                  </a:rPr>
                  <a:t>và</a:t>
                </a:r>
                <a:r>
                  <a:rPr lang="en-US" b="1" dirty="0">
                    <a:solidFill>
                      <a:schemeClr val="bg2">
                        <a:lumMod val="10000"/>
                      </a:schemeClr>
                    </a:solidFill>
                  </a:rPr>
                  <a:t> </a:t>
                </a:r>
                <a:r>
                  <a:rPr lang="en-US" b="1" dirty="0" err="1">
                    <a:solidFill>
                      <a:schemeClr val="bg2">
                        <a:lumMod val="10000"/>
                      </a:schemeClr>
                    </a:solidFill>
                  </a:rPr>
                  <a:t>vết</a:t>
                </a:r>
                <a:r>
                  <a:rPr lang="en-US" b="1" dirty="0">
                    <a:solidFill>
                      <a:schemeClr val="bg2">
                        <a:lumMod val="10000"/>
                      </a:schemeClr>
                    </a:solidFill>
                  </a:rPr>
                  <a:t> </a:t>
                </a:r>
                <a:r>
                  <a:rPr lang="en-US" b="1" dirty="0" err="1">
                    <a:solidFill>
                      <a:schemeClr val="bg2">
                        <a:lumMod val="10000"/>
                      </a:schemeClr>
                    </a:solidFill>
                  </a:rPr>
                  <a:t>vá</a:t>
                </a:r>
                <a:endParaRPr lang="en-US" sz="1600" b="1" dirty="0">
                  <a:solidFill>
                    <a:schemeClr val="bg2">
                      <a:lumMod val="10000"/>
                    </a:schemeClr>
                  </a:solidFill>
                </a:endParaRPr>
              </a:p>
              <a:p>
                <a:pPr>
                  <a:lnSpc>
                    <a:spcPct val="120000"/>
                  </a:lnSpc>
                  <a:spcBef>
                    <a:spcPts val="600"/>
                  </a:spcBef>
                </a:pPr>
                <a:r>
                  <a:rPr lang="en-US" sz="1600" dirty="0" err="1">
                    <a:solidFill>
                      <a:schemeClr val="bg2">
                        <a:lumMod val="10000"/>
                      </a:schemeClr>
                    </a:solidFill>
                  </a:rPr>
                  <a:t>Nứt</a:t>
                </a:r>
                <a:r>
                  <a:rPr lang="en-US" sz="1600" dirty="0">
                    <a:solidFill>
                      <a:schemeClr val="bg2">
                        <a:lumMod val="10000"/>
                      </a:schemeClr>
                    </a:solidFill>
                  </a:rPr>
                  <a:t> </a:t>
                </a:r>
                <a:r>
                  <a:rPr lang="en-US" sz="1600" dirty="0" err="1">
                    <a:solidFill>
                      <a:schemeClr val="bg2">
                        <a:lumMod val="10000"/>
                      </a:schemeClr>
                    </a:solidFill>
                  </a:rPr>
                  <a:t>được</a:t>
                </a:r>
                <a:r>
                  <a:rPr lang="en-US" sz="1600" dirty="0">
                    <a:solidFill>
                      <a:schemeClr val="bg2">
                        <a:lumMod val="10000"/>
                      </a:schemeClr>
                    </a:solidFill>
                  </a:rPr>
                  <a:t> </a:t>
                </a:r>
                <a:r>
                  <a:rPr lang="en-US" sz="1600" dirty="0" err="1">
                    <a:solidFill>
                      <a:schemeClr val="bg2">
                        <a:lumMod val="10000"/>
                      </a:schemeClr>
                    </a:solidFill>
                  </a:rPr>
                  <a:t>thể</a:t>
                </a:r>
                <a:r>
                  <a:rPr lang="en-US" sz="1600" dirty="0">
                    <a:solidFill>
                      <a:schemeClr val="bg2">
                        <a:lumMod val="10000"/>
                      </a:schemeClr>
                    </a:solidFill>
                  </a:rPr>
                  <a:t> </a:t>
                </a:r>
                <a:r>
                  <a:rPr lang="en-US" sz="1600" dirty="0" err="1">
                    <a:solidFill>
                      <a:schemeClr val="bg2">
                        <a:lumMod val="10000"/>
                      </a:schemeClr>
                    </a:solidFill>
                  </a:rPr>
                  <a:t>hiện</a:t>
                </a:r>
                <a:r>
                  <a:rPr lang="en-US" sz="1600" dirty="0">
                    <a:solidFill>
                      <a:schemeClr val="bg2">
                        <a:lumMod val="10000"/>
                      </a:schemeClr>
                    </a:solidFill>
                  </a:rPr>
                  <a:t> </a:t>
                </a:r>
                <a:r>
                  <a:rPr lang="en-US" sz="1600" dirty="0" err="1">
                    <a:solidFill>
                      <a:schemeClr val="bg2">
                        <a:lumMod val="10000"/>
                      </a:schemeClr>
                    </a:solidFill>
                  </a:rPr>
                  <a:t>là</a:t>
                </a:r>
                <a:r>
                  <a:rPr lang="en-US" sz="1600" dirty="0">
                    <a:solidFill>
                      <a:schemeClr val="bg2">
                        <a:lumMod val="10000"/>
                      </a:schemeClr>
                    </a:solidFill>
                  </a:rPr>
                  <a:t> </a:t>
                </a:r>
                <a:r>
                  <a:rPr lang="en-US" sz="1600" dirty="0" err="1">
                    <a:solidFill>
                      <a:schemeClr val="bg2">
                        <a:lumMod val="10000"/>
                      </a:schemeClr>
                    </a:solidFill>
                  </a:rPr>
                  <a:t>chiều</a:t>
                </a:r>
                <a:r>
                  <a:rPr lang="en-US" sz="1600" dirty="0">
                    <a:solidFill>
                      <a:schemeClr val="bg2">
                        <a:lumMod val="10000"/>
                      </a:schemeClr>
                    </a:solidFill>
                  </a:rPr>
                  <a:t> </a:t>
                </a:r>
                <a:r>
                  <a:rPr lang="en-US" sz="1600" dirty="0" err="1">
                    <a:solidFill>
                      <a:schemeClr val="bg2">
                        <a:lumMod val="10000"/>
                      </a:schemeClr>
                    </a:solidFill>
                  </a:rPr>
                  <a:t>dài</a:t>
                </a:r>
                <a:r>
                  <a:rPr lang="en-US" sz="1600" dirty="0">
                    <a:solidFill>
                      <a:schemeClr val="bg2">
                        <a:lumMod val="10000"/>
                      </a:schemeClr>
                    </a:solidFill>
                  </a:rPr>
                  <a:t> (feet) </a:t>
                </a:r>
                <a:r>
                  <a:rPr lang="en-US" sz="1600" dirty="0" err="1">
                    <a:solidFill>
                      <a:schemeClr val="bg2">
                        <a:lumMod val="10000"/>
                      </a:schemeClr>
                    </a:solidFill>
                  </a:rPr>
                  <a:t>của</a:t>
                </a:r>
                <a:r>
                  <a:rPr lang="en-US" sz="1600" dirty="0">
                    <a:solidFill>
                      <a:schemeClr val="bg2">
                        <a:lumMod val="10000"/>
                      </a:schemeClr>
                    </a:solidFill>
                  </a:rPr>
                  <a:t> </a:t>
                </a:r>
                <a:r>
                  <a:rPr lang="en-US" sz="1600" dirty="0" err="1">
                    <a:solidFill>
                      <a:schemeClr val="bg2">
                        <a:lumMod val="10000"/>
                      </a:schemeClr>
                    </a:solidFill>
                  </a:rPr>
                  <a:t>vết</a:t>
                </a:r>
                <a:r>
                  <a:rPr lang="en-US" sz="1600" dirty="0">
                    <a:solidFill>
                      <a:schemeClr val="bg2">
                        <a:lumMod val="10000"/>
                      </a:schemeClr>
                    </a:solidFill>
                  </a:rPr>
                  <a:t> </a:t>
                </a:r>
                <a:r>
                  <a:rPr lang="en-US" sz="1600" dirty="0" err="1">
                    <a:solidFill>
                      <a:schemeClr val="bg2">
                        <a:lumMod val="10000"/>
                      </a:schemeClr>
                    </a:solidFill>
                  </a:rPr>
                  <a:t>nứt</a:t>
                </a:r>
                <a:r>
                  <a:rPr lang="en-US" sz="1600" dirty="0">
                    <a:solidFill>
                      <a:schemeClr val="bg2">
                        <a:lumMod val="10000"/>
                      </a:schemeClr>
                    </a:solidFill>
                  </a:rPr>
                  <a:t> </a:t>
                </a:r>
                <a:r>
                  <a:rPr lang="en-US" sz="1600" dirty="0" err="1">
                    <a:solidFill>
                      <a:schemeClr val="bg2">
                        <a:lumMod val="10000"/>
                      </a:schemeClr>
                    </a:solidFill>
                  </a:rPr>
                  <a:t>và</a:t>
                </a:r>
                <a:r>
                  <a:rPr lang="en-US" sz="1600" dirty="0">
                    <a:solidFill>
                      <a:schemeClr val="bg2">
                        <a:lumMod val="10000"/>
                      </a:schemeClr>
                    </a:solidFill>
                  </a:rPr>
                  <a:t> </a:t>
                </a:r>
                <a:r>
                  <a:rPr lang="en-US" sz="1600" dirty="0" err="1">
                    <a:solidFill>
                      <a:schemeClr val="bg2">
                        <a:lumMod val="10000"/>
                      </a:schemeClr>
                    </a:solidFill>
                  </a:rPr>
                  <a:t>vết</a:t>
                </a:r>
                <a:r>
                  <a:rPr lang="en-US" sz="1600" dirty="0">
                    <a:solidFill>
                      <a:schemeClr val="bg2">
                        <a:lumMod val="10000"/>
                      </a:schemeClr>
                    </a:solidFill>
                  </a:rPr>
                  <a:t> </a:t>
                </a:r>
                <a:r>
                  <a:rPr lang="en-US" sz="1600" dirty="0" err="1">
                    <a:solidFill>
                      <a:schemeClr val="bg2">
                        <a:lumMod val="10000"/>
                      </a:schemeClr>
                    </a:solidFill>
                  </a:rPr>
                  <a:t>vá</a:t>
                </a:r>
                <a:r>
                  <a:rPr lang="en-US" sz="1600" dirty="0">
                    <a:solidFill>
                      <a:schemeClr val="bg2">
                        <a:lumMod val="10000"/>
                      </a:schemeClr>
                    </a:solidFill>
                  </a:rPr>
                  <a:t> </a:t>
                </a:r>
                <a:r>
                  <a:rPr lang="en-US" sz="1600" dirty="0" err="1">
                    <a:solidFill>
                      <a:schemeClr val="bg2">
                        <a:lumMod val="10000"/>
                      </a:schemeClr>
                    </a:solidFill>
                  </a:rPr>
                  <a:t>là</a:t>
                </a:r>
                <a:r>
                  <a:rPr lang="en-US" sz="1600" dirty="0">
                    <a:solidFill>
                      <a:schemeClr val="bg2">
                        <a:lumMod val="10000"/>
                      </a:schemeClr>
                    </a:solidFill>
                  </a:rPr>
                  <a:t> (feet</a:t>
                </a:r>
                <a:r>
                  <a:rPr lang="en-US" sz="1600" baseline="30000" dirty="0">
                    <a:solidFill>
                      <a:schemeClr val="bg2">
                        <a:lumMod val="10000"/>
                      </a:schemeClr>
                    </a:solidFill>
                  </a:rPr>
                  <a:t>2</a:t>
                </a:r>
                <a:r>
                  <a:rPr lang="en-US" sz="1600" dirty="0">
                    <a:solidFill>
                      <a:schemeClr val="bg2">
                        <a:lumMod val="10000"/>
                      </a:schemeClr>
                    </a:solidFill>
                  </a:rPr>
                  <a:t>), </a:t>
                </a:r>
                <a:r>
                  <a:rPr lang="en-US" sz="1600" dirty="0" err="1">
                    <a:solidFill>
                      <a:schemeClr val="bg2">
                        <a:lumMod val="10000"/>
                      </a:schemeClr>
                    </a:solidFill>
                  </a:rPr>
                  <a:t>cả</a:t>
                </a:r>
                <a:r>
                  <a:rPr lang="en-US" sz="1600" dirty="0">
                    <a:solidFill>
                      <a:schemeClr val="bg2">
                        <a:lumMod val="10000"/>
                      </a:schemeClr>
                    </a:solidFill>
                  </a:rPr>
                  <a:t> </a:t>
                </a:r>
                <a:r>
                  <a:rPr lang="en-US" sz="1600" dirty="0" err="1">
                    <a:solidFill>
                      <a:schemeClr val="bg2">
                        <a:lumMod val="10000"/>
                      </a:schemeClr>
                    </a:solidFill>
                  </a:rPr>
                  <a:t>hai</a:t>
                </a:r>
                <a:r>
                  <a:rPr lang="en-US" sz="1600" dirty="0">
                    <a:solidFill>
                      <a:schemeClr val="bg2">
                        <a:lumMod val="10000"/>
                      </a:schemeClr>
                    </a:solidFill>
                  </a:rPr>
                  <a:t> </a:t>
                </a:r>
                <a:r>
                  <a:rPr lang="en-US" sz="1600" dirty="0" err="1">
                    <a:solidFill>
                      <a:schemeClr val="bg2">
                        <a:lumMod val="10000"/>
                      </a:schemeClr>
                    </a:solidFill>
                  </a:rPr>
                  <a:t>tham</a:t>
                </a:r>
                <a:r>
                  <a:rPr lang="en-US" sz="1600" dirty="0">
                    <a:solidFill>
                      <a:schemeClr val="bg2">
                        <a:lumMod val="10000"/>
                      </a:schemeClr>
                    </a:solidFill>
                  </a:rPr>
                  <a:t> </a:t>
                </a:r>
                <a:r>
                  <a:rPr lang="en-US" sz="1600" dirty="0" err="1">
                    <a:solidFill>
                      <a:schemeClr val="bg2">
                        <a:lumMod val="10000"/>
                      </a:schemeClr>
                    </a:solidFill>
                  </a:rPr>
                  <a:t>số</a:t>
                </a:r>
                <a:r>
                  <a:rPr lang="en-US" sz="1600" dirty="0">
                    <a:solidFill>
                      <a:schemeClr val="bg2">
                        <a:lumMod val="10000"/>
                      </a:schemeClr>
                    </a:solidFill>
                  </a:rPr>
                  <a:t> </a:t>
                </a:r>
                <a:r>
                  <a:rPr lang="en-US" sz="1600" dirty="0" err="1">
                    <a:solidFill>
                      <a:schemeClr val="bg2">
                        <a:lumMod val="10000"/>
                      </a:schemeClr>
                    </a:solidFill>
                  </a:rPr>
                  <a:t>trên</a:t>
                </a:r>
                <a:r>
                  <a:rPr lang="en-US" sz="1600" dirty="0">
                    <a:solidFill>
                      <a:schemeClr val="bg2">
                        <a:lumMod val="10000"/>
                      </a:schemeClr>
                    </a:solidFill>
                  </a:rPr>
                  <a:t> </a:t>
                </a:r>
                <a:r>
                  <a:rPr lang="en-US" sz="1600" dirty="0" err="1">
                    <a:solidFill>
                      <a:schemeClr val="bg2">
                        <a:lumMod val="10000"/>
                      </a:schemeClr>
                    </a:solidFill>
                  </a:rPr>
                  <a:t>đều</a:t>
                </a:r>
                <a:r>
                  <a:rPr lang="en-US" sz="1600" dirty="0">
                    <a:solidFill>
                      <a:schemeClr val="bg2">
                        <a:lumMod val="10000"/>
                      </a:schemeClr>
                    </a:solidFill>
                  </a:rPr>
                  <a:t> </a:t>
                </a:r>
                <a:r>
                  <a:rPr lang="en-US" sz="1600" dirty="0" err="1">
                    <a:solidFill>
                      <a:schemeClr val="bg2">
                        <a:lumMod val="10000"/>
                      </a:schemeClr>
                    </a:solidFill>
                  </a:rPr>
                  <a:t>được</a:t>
                </a:r>
                <a:r>
                  <a:rPr lang="en-US" sz="1600" dirty="0">
                    <a:solidFill>
                      <a:schemeClr val="bg2">
                        <a:lumMod val="10000"/>
                      </a:schemeClr>
                    </a:solidFill>
                  </a:rPr>
                  <a:t> </a:t>
                </a:r>
                <a:r>
                  <a:rPr lang="en-US" sz="1600" dirty="0" err="1">
                    <a:solidFill>
                      <a:schemeClr val="bg2">
                        <a:lumMod val="10000"/>
                      </a:schemeClr>
                    </a:solidFill>
                  </a:rPr>
                  <a:t>tính</a:t>
                </a:r>
                <a:r>
                  <a:rPr lang="en-US" sz="1600" dirty="0">
                    <a:solidFill>
                      <a:schemeClr val="bg2">
                        <a:lumMod val="10000"/>
                      </a:schemeClr>
                    </a:solidFill>
                  </a:rPr>
                  <a:t> </a:t>
                </a:r>
                <a:r>
                  <a:rPr lang="en-US" sz="1600" dirty="0" err="1">
                    <a:solidFill>
                      <a:schemeClr val="bg2">
                        <a:lumMod val="10000"/>
                      </a:schemeClr>
                    </a:solidFill>
                  </a:rPr>
                  <a:t>theo</a:t>
                </a:r>
                <a:r>
                  <a:rPr lang="en-US" sz="1600" dirty="0">
                    <a:solidFill>
                      <a:schemeClr val="bg2">
                        <a:lumMod val="10000"/>
                      </a:schemeClr>
                    </a:solidFill>
                  </a:rPr>
                  <a:t> </a:t>
                </a:r>
                <a:r>
                  <a:rPr lang="en-US" sz="1600" dirty="0" err="1">
                    <a:solidFill>
                      <a:schemeClr val="bg2">
                        <a:lumMod val="10000"/>
                      </a:schemeClr>
                    </a:solidFill>
                  </a:rPr>
                  <a:t>tỉ</a:t>
                </a:r>
                <a:r>
                  <a:rPr lang="en-US" sz="1600" dirty="0">
                    <a:solidFill>
                      <a:schemeClr val="bg2">
                        <a:lumMod val="10000"/>
                      </a:schemeClr>
                    </a:solidFill>
                  </a:rPr>
                  <a:t> </a:t>
                </a:r>
                <a:r>
                  <a:rPr lang="en-US" sz="1600" dirty="0" err="1">
                    <a:solidFill>
                      <a:schemeClr val="bg2">
                        <a:lumMod val="10000"/>
                      </a:schemeClr>
                    </a:solidFill>
                  </a:rPr>
                  <a:t>lệ</a:t>
                </a:r>
                <a:r>
                  <a:rPr lang="en-US" sz="1600" dirty="0">
                    <a:solidFill>
                      <a:schemeClr val="bg2">
                        <a:lumMod val="10000"/>
                      </a:schemeClr>
                    </a:solidFill>
                  </a:rPr>
                  <a:t> </a:t>
                </a:r>
                <a:r>
                  <a:rPr lang="en-US" sz="1600" dirty="0" err="1">
                    <a:solidFill>
                      <a:schemeClr val="bg2">
                        <a:lumMod val="10000"/>
                      </a:schemeClr>
                    </a:solidFill>
                  </a:rPr>
                  <a:t>diện</a:t>
                </a:r>
                <a:r>
                  <a:rPr lang="en-US" sz="1600" dirty="0">
                    <a:solidFill>
                      <a:schemeClr val="bg2">
                        <a:lumMod val="10000"/>
                      </a:schemeClr>
                    </a:solidFill>
                  </a:rPr>
                  <a:t> </a:t>
                </a:r>
                <a:r>
                  <a:rPr lang="en-US" sz="1600" dirty="0" err="1">
                    <a:solidFill>
                      <a:schemeClr val="bg2">
                        <a:lumMod val="10000"/>
                      </a:schemeClr>
                    </a:solidFill>
                  </a:rPr>
                  <a:t>tích</a:t>
                </a:r>
                <a:r>
                  <a:rPr lang="en-US" sz="1600" dirty="0">
                    <a:solidFill>
                      <a:schemeClr val="bg2">
                        <a:lumMod val="10000"/>
                      </a:schemeClr>
                    </a:solidFill>
                  </a:rPr>
                  <a:t> 1000 ft</a:t>
                </a:r>
                <a:r>
                  <a:rPr lang="en-US" sz="1600" baseline="30000" dirty="0">
                    <a:solidFill>
                      <a:schemeClr val="bg2">
                        <a:lumMod val="10000"/>
                      </a:schemeClr>
                    </a:solidFill>
                  </a:rPr>
                  <a:t>2</a:t>
                </a:r>
                <a:r>
                  <a:rPr lang="en-US" sz="1600" dirty="0">
                    <a:solidFill>
                      <a:schemeClr val="bg2">
                        <a:lumMod val="10000"/>
                      </a:schemeClr>
                    </a:solidFill>
                  </a:rPr>
                  <a:t> </a:t>
                </a:r>
                <a:r>
                  <a:rPr lang="en-US" sz="1600" dirty="0" err="1">
                    <a:solidFill>
                      <a:schemeClr val="bg2">
                        <a:lumMod val="10000"/>
                      </a:schemeClr>
                    </a:solidFill>
                  </a:rPr>
                  <a:t>mặt</a:t>
                </a:r>
                <a:r>
                  <a:rPr lang="en-US" sz="1600" dirty="0">
                    <a:solidFill>
                      <a:schemeClr val="bg2">
                        <a:lumMod val="10000"/>
                      </a:schemeClr>
                    </a:solidFill>
                  </a:rPr>
                  <a:t> </a:t>
                </a:r>
                <a:r>
                  <a:rPr lang="en-US" sz="1600" dirty="0" err="1">
                    <a:solidFill>
                      <a:schemeClr val="bg2">
                        <a:lumMod val="10000"/>
                      </a:schemeClr>
                    </a:solidFill>
                  </a:rPr>
                  <a:t>đường</a:t>
                </a:r>
                <a:endParaRPr lang="en-US" sz="1600" dirty="0">
                  <a:solidFill>
                    <a:schemeClr val="bg2">
                      <a:lumMod val="10000"/>
                    </a:schemeClr>
                  </a:solidFill>
                </a:endParaRPr>
              </a:p>
            </p:txBody>
          </p:sp>
        </mc:Choice>
        <mc:Fallback xmlns="">
          <p:sp>
            <p:nvSpPr>
              <p:cNvPr id="6" name="Rectangle 5"/>
              <p:cNvSpPr>
                <a:spLocks noRot="1" noChangeAspect="1" noMove="1" noResize="1" noEditPoints="1" noAdjustHandles="1" noChangeArrowheads="1" noChangeShapeType="1" noTextEdit="1"/>
              </p:cNvSpPr>
              <p:nvPr/>
            </p:nvSpPr>
            <p:spPr>
              <a:xfrm>
                <a:off x="457200" y="1295400"/>
                <a:ext cx="8382000" cy="4798429"/>
              </a:xfrm>
              <a:prstGeom prst="rect">
                <a:avLst/>
              </a:prstGeom>
              <a:blipFill rotWithShape="1">
                <a:blip r:embed="rId3"/>
                <a:stretch>
                  <a:fillRect l="-582" t="-635" b="-127"/>
                </a:stretch>
              </a:blipFill>
            </p:spPr>
            <p:txBody>
              <a:bodyPr/>
              <a:lstStyle/>
              <a:p>
                <a:r>
                  <a:rPr lang="en-US">
                    <a:noFill/>
                  </a:rPr>
                  <a:t> </a:t>
                </a:r>
              </a:p>
            </p:txBody>
          </p:sp>
        </mc:Fallback>
      </mc:AlternateContent>
      <p:sp>
        <p:nvSpPr>
          <p:cNvPr id="4" name="Rectangle 3"/>
          <p:cNvSpPr/>
          <p:nvPr/>
        </p:nvSpPr>
        <p:spPr>
          <a:xfrm>
            <a:off x="228600" y="304800"/>
            <a:ext cx="3708066" cy="369332"/>
          </a:xfrm>
          <a:prstGeom prst="rect">
            <a:avLst/>
          </a:prstGeom>
        </p:spPr>
        <p:txBody>
          <a:bodyPr wrap="none">
            <a:spAutoFit/>
          </a:bodyPr>
          <a:lstStyle/>
          <a:p>
            <a:r>
              <a:rPr lang="en-US" b="1" dirty="0" err="1">
                <a:solidFill>
                  <a:srgbClr val="FF0000"/>
                </a:solidFill>
              </a:rPr>
              <a:t>Đặc</a:t>
            </a:r>
            <a:r>
              <a:rPr lang="en-US" b="1" dirty="0">
                <a:solidFill>
                  <a:srgbClr val="FF0000"/>
                </a:solidFill>
              </a:rPr>
              <a:t> </a:t>
            </a:r>
            <a:r>
              <a:rPr lang="en-US" b="1" dirty="0" err="1">
                <a:solidFill>
                  <a:srgbClr val="FF0000"/>
                </a:solidFill>
              </a:rPr>
              <a:t>trưng</a:t>
            </a:r>
            <a:r>
              <a:rPr lang="en-US" b="1" dirty="0">
                <a:solidFill>
                  <a:srgbClr val="FF0000"/>
                </a:solidFill>
              </a:rPr>
              <a:t> </a:t>
            </a:r>
            <a:r>
              <a:rPr lang="en-US" b="1" dirty="0" err="1">
                <a:solidFill>
                  <a:srgbClr val="FF0000"/>
                </a:solidFill>
              </a:rPr>
              <a:t>khai</a:t>
            </a:r>
            <a:r>
              <a:rPr lang="en-US" b="1" dirty="0">
                <a:solidFill>
                  <a:srgbClr val="FF0000"/>
                </a:solidFill>
              </a:rPr>
              <a:t> </a:t>
            </a:r>
            <a:r>
              <a:rPr lang="en-US" b="1" dirty="0" err="1">
                <a:solidFill>
                  <a:srgbClr val="FF0000"/>
                </a:solidFill>
              </a:rPr>
              <a:t>thác</a:t>
            </a:r>
            <a:r>
              <a:rPr lang="en-US" b="1" dirty="0">
                <a:solidFill>
                  <a:srgbClr val="FF0000"/>
                </a:solidFill>
              </a:rPr>
              <a:t> </a:t>
            </a:r>
            <a:r>
              <a:rPr lang="en-US" b="1" dirty="0" err="1">
                <a:solidFill>
                  <a:srgbClr val="FF0000"/>
                </a:solidFill>
              </a:rPr>
              <a:t>mặt</a:t>
            </a:r>
            <a:r>
              <a:rPr lang="en-US" b="1" dirty="0">
                <a:solidFill>
                  <a:srgbClr val="FF0000"/>
                </a:solidFill>
              </a:rPr>
              <a:t> </a:t>
            </a:r>
            <a:r>
              <a:rPr lang="en-US" b="1" dirty="0" err="1">
                <a:solidFill>
                  <a:srgbClr val="FF0000"/>
                </a:solidFill>
              </a:rPr>
              <a:t>đường</a:t>
            </a:r>
            <a:r>
              <a:rPr lang="en-US" b="1" dirty="0">
                <a:solidFill>
                  <a:srgbClr val="FF0000"/>
                </a:solidFill>
              </a:rPr>
              <a:t> </a:t>
            </a:r>
            <a:endParaRPr lang="en-US" dirty="0"/>
          </a:p>
        </p:txBody>
      </p:sp>
      <p:grpSp>
        <p:nvGrpSpPr>
          <p:cNvPr id="7" name="Group 6">
            <a:extLst>
              <a:ext uri="{FF2B5EF4-FFF2-40B4-BE49-F238E27FC236}">
                <a16:creationId xmlns:a16="http://schemas.microsoft.com/office/drawing/2014/main" id="{002D187B-8D38-434D-AE4F-2BE5A2BE61C1}"/>
              </a:ext>
            </a:extLst>
          </p:cNvPr>
          <p:cNvGrpSpPr/>
          <p:nvPr/>
        </p:nvGrpSpPr>
        <p:grpSpPr>
          <a:xfrm>
            <a:off x="4282648" y="561409"/>
            <a:ext cx="1162800" cy="316080"/>
            <a:chOff x="4282648" y="561409"/>
            <a:chExt cx="1162800" cy="316080"/>
          </a:xfrm>
        </p:grpSpPr>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DCAB27EA-6606-4CD0-B6AA-DFEB2294BB45}"/>
                    </a:ext>
                  </a:extLst>
                </p14:cNvPr>
                <p14:cNvContentPartPr/>
                <p14:nvPr/>
              </p14:nvContentPartPr>
              <p14:xfrm>
                <a:off x="4282648" y="561409"/>
                <a:ext cx="1162800" cy="316080"/>
              </p14:xfrm>
            </p:contentPart>
          </mc:Choice>
          <mc:Fallback xmlns="">
            <p:pic>
              <p:nvPicPr>
                <p:cNvPr id="2" name="Ink 1">
                  <a:extLst>
                    <a:ext uri="{FF2B5EF4-FFF2-40B4-BE49-F238E27FC236}">
                      <a16:creationId xmlns:a16="http://schemas.microsoft.com/office/drawing/2014/main" id="{DCAB27EA-6606-4CD0-B6AA-DFEB2294BB45}"/>
                    </a:ext>
                  </a:extLst>
                </p:cNvPr>
                <p:cNvPicPr/>
                <p:nvPr/>
              </p:nvPicPr>
              <p:blipFill>
                <a:blip r:embed="rId5"/>
                <a:stretch>
                  <a:fillRect/>
                </a:stretch>
              </p:blipFill>
              <p:spPr>
                <a:xfrm>
                  <a:off x="4273648" y="552769"/>
                  <a:ext cx="1180440" cy="3337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6FB0A6D9-2615-42DC-B3A2-10C2D6038B88}"/>
                    </a:ext>
                  </a:extLst>
                </p14:cNvPr>
                <p14:cNvContentPartPr/>
                <p14:nvPr/>
              </p14:nvContentPartPr>
              <p14:xfrm>
                <a:off x="4310728" y="829969"/>
                <a:ext cx="1108800" cy="38520"/>
              </p14:xfrm>
            </p:contentPart>
          </mc:Choice>
          <mc:Fallback xmlns="">
            <p:pic>
              <p:nvPicPr>
                <p:cNvPr id="3" name="Ink 2">
                  <a:extLst>
                    <a:ext uri="{FF2B5EF4-FFF2-40B4-BE49-F238E27FC236}">
                      <a16:creationId xmlns:a16="http://schemas.microsoft.com/office/drawing/2014/main" id="{6FB0A6D9-2615-42DC-B3A2-10C2D6038B88}"/>
                    </a:ext>
                  </a:extLst>
                </p:cNvPr>
                <p:cNvPicPr/>
                <p:nvPr/>
              </p:nvPicPr>
              <p:blipFill>
                <a:blip r:embed="rId7"/>
                <a:stretch>
                  <a:fillRect/>
                </a:stretch>
              </p:blipFill>
              <p:spPr>
                <a:xfrm>
                  <a:off x="4301728" y="821329"/>
                  <a:ext cx="1126440" cy="561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10FE2AB5-15E1-4A5B-B98F-E54329F7DE5E}"/>
                    </a:ext>
                  </a:extLst>
                </p14:cNvPr>
                <p14:cNvContentPartPr/>
                <p14:nvPr/>
              </p14:nvContentPartPr>
              <p14:xfrm>
                <a:off x="4973128" y="690289"/>
                <a:ext cx="360" cy="139320"/>
              </p14:xfrm>
            </p:contentPart>
          </mc:Choice>
          <mc:Fallback xmlns="">
            <p:pic>
              <p:nvPicPr>
                <p:cNvPr id="5" name="Ink 4">
                  <a:extLst>
                    <a:ext uri="{FF2B5EF4-FFF2-40B4-BE49-F238E27FC236}">
                      <a16:creationId xmlns:a16="http://schemas.microsoft.com/office/drawing/2014/main" id="{10FE2AB5-15E1-4A5B-B98F-E54329F7DE5E}"/>
                    </a:ext>
                  </a:extLst>
                </p:cNvPr>
                <p:cNvPicPr/>
                <p:nvPr/>
              </p:nvPicPr>
              <p:blipFill>
                <a:blip r:embed="rId9"/>
                <a:stretch>
                  <a:fillRect/>
                </a:stretch>
              </p:blipFill>
              <p:spPr>
                <a:xfrm>
                  <a:off x="4964128" y="681289"/>
                  <a:ext cx="18000" cy="156960"/>
                </a:xfrm>
                <a:prstGeom prst="rect">
                  <a:avLst/>
                </a:prstGeom>
              </p:spPr>
            </p:pic>
          </mc:Fallback>
        </mc:AlternateContent>
      </p:grpSp>
      <p:grpSp>
        <p:nvGrpSpPr>
          <p:cNvPr id="17" name="Group 16">
            <a:extLst>
              <a:ext uri="{FF2B5EF4-FFF2-40B4-BE49-F238E27FC236}">
                <a16:creationId xmlns:a16="http://schemas.microsoft.com/office/drawing/2014/main" id="{6D4BBE4B-1844-4CD3-8FD5-6BBE14B20DA1}"/>
              </a:ext>
            </a:extLst>
          </p:cNvPr>
          <p:cNvGrpSpPr/>
          <p:nvPr/>
        </p:nvGrpSpPr>
        <p:grpSpPr>
          <a:xfrm>
            <a:off x="5467768" y="-80831"/>
            <a:ext cx="1674720" cy="639720"/>
            <a:chOff x="5467768" y="-80831"/>
            <a:chExt cx="1674720" cy="639720"/>
          </a:xfrm>
        </p:grpSpPr>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27D6DCEC-65B8-4F67-BDDA-BCBB156104CB}"/>
                    </a:ext>
                  </a:extLst>
                </p14:cNvPr>
                <p14:cNvContentPartPr/>
                <p14:nvPr/>
              </p14:nvContentPartPr>
              <p14:xfrm>
                <a:off x="5467768" y="512449"/>
                <a:ext cx="63720" cy="28800"/>
              </p14:xfrm>
            </p:contentPart>
          </mc:Choice>
          <mc:Fallback xmlns="">
            <p:pic>
              <p:nvPicPr>
                <p:cNvPr id="8" name="Ink 7">
                  <a:extLst>
                    <a:ext uri="{FF2B5EF4-FFF2-40B4-BE49-F238E27FC236}">
                      <a16:creationId xmlns:a16="http://schemas.microsoft.com/office/drawing/2014/main" id="{27D6DCEC-65B8-4F67-BDDA-BCBB156104CB}"/>
                    </a:ext>
                  </a:extLst>
                </p:cNvPr>
                <p:cNvPicPr/>
                <p:nvPr/>
              </p:nvPicPr>
              <p:blipFill>
                <a:blip r:embed="rId11"/>
                <a:stretch>
                  <a:fillRect/>
                </a:stretch>
              </p:blipFill>
              <p:spPr>
                <a:xfrm>
                  <a:off x="5458768" y="503809"/>
                  <a:ext cx="8136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629512B3-9BBF-4DE7-9D91-D75B5F3744F1}"/>
                    </a:ext>
                  </a:extLst>
                </p14:cNvPr>
                <p14:cNvContentPartPr/>
                <p14:nvPr/>
              </p14:nvContentPartPr>
              <p14:xfrm>
                <a:off x="5495488" y="402649"/>
                <a:ext cx="1231560" cy="120240"/>
              </p14:xfrm>
            </p:contentPart>
          </mc:Choice>
          <mc:Fallback xmlns="">
            <p:pic>
              <p:nvPicPr>
                <p:cNvPr id="9" name="Ink 8">
                  <a:extLst>
                    <a:ext uri="{FF2B5EF4-FFF2-40B4-BE49-F238E27FC236}">
                      <a16:creationId xmlns:a16="http://schemas.microsoft.com/office/drawing/2014/main" id="{629512B3-9BBF-4DE7-9D91-D75B5F3744F1}"/>
                    </a:ext>
                  </a:extLst>
                </p:cNvPr>
                <p:cNvPicPr/>
                <p:nvPr/>
              </p:nvPicPr>
              <p:blipFill>
                <a:blip r:embed="rId13"/>
                <a:stretch>
                  <a:fillRect/>
                </a:stretch>
              </p:blipFill>
              <p:spPr>
                <a:xfrm>
                  <a:off x="5486848" y="393649"/>
                  <a:ext cx="124920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8D0F51E2-018E-4A83-8427-16FD59AD0BF2}"/>
                    </a:ext>
                  </a:extLst>
                </p14:cNvPr>
                <p14:cNvContentPartPr/>
                <p14:nvPr/>
              </p14:nvContentPartPr>
              <p14:xfrm>
                <a:off x="5523568" y="512449"/>
                <a:ext cx="510480" cy="19800"/>
              </p14:xfrm>
            </p:contentPart>
          </mc:Choice>
          <mc:Fallback xmlns="">
            <p:pic>
              <p:nvPicPr>
                <p:cNvPr id="11" name="Ink 10">
                  <a:extLst>
                    <a:ext uri="{FF2B5EF4-FFF2-40B4-BE49-F238E27FC236}">
                      <a16:creationId xmlns:a16="http://schemas.microsoft.com/office/drawing/2014/main" id="{8D0F51E2-018E-4A83-8427-16FD59AD0BF2}"/>
                    </a:ext>
                  </a:extLst>
                </p:cNvPr>
                <p:cNvPicPr/>
                <p:nvPr/>
              </p:nvPicPr>
              <p:blipFill>
                <a:blip r:embed="rId15"/>
                <a:stretch>
                  <a:fillRect/>
                </a:stretch>
              </p:blipFill>
              <p:spPr>
                <a:xfrm>
                  <a:off x="5514568" y="503449"/>
                  <a:ext cx="52812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7A473EEE-2F4F-4AAB-8652-511408C8B67E}"/>
                    </a:ext>
                  </a:extLst>
                </p14:cNvPr>
                <p14:cNvContentPartPr/>
                <p14:nvPr/>
              </p14:nvContentPartPr>
              <p14:xfrm>
                <a:off x="6045928" y="466369"/>
                <a:ext cx="360" cy="92520"/>
              </p14:xfrm>
            </p:contentPart>
          </mc:Choice>
          <mc:Fallback xmlns="">
            <p:pic>
              <p:nvPicPr>
                <p:cNvPr id="12" name="Ink 11">
                  <a:extLst>
                    <a:ext uri="{FF2B5EF4-FFF2-40B4-BE49-F238E27FC236}">
                      <a16:creationId xmlns:a16="http://schemas.microsoft.com/office/drawing/2014/main" id="{7A473EEE-2F4F-4AAB-8652-511408C8B67E}"/>
                    </a:ext>
                  </a:extLst>
                </p:cNvPr>
                <p:cNvPicPr/>
                <p:nvPr/>
              </p:nvPicPr>
              <p:blipFill>
                <a:blip r:embed="rId17"/>
                <a:stretch>
                  <a:fillRect/>
                </a:stretch>
              </p:blipFill>
              <p:spPr>
                <a:xfrm>
                  <a:off x="6037288" y="457369"/>
                  <a:ext cx="1800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C282C3A1-3642-4A37-8908-DFA3F8E1F6AE}"/>
                    </a:ext>
                  </a:extLst>
                </p14:cNvPr>
                <p14:cNvContentPartPr/>
                <p14:nvPr/>
              </p14:nvContentPartPr>
              <p14:xfrm>
                <a:off x="6736408" y="-80831"/>
                <a:ext cx="406080" cy="482400"/>
              </p14:xfrm>
            </p:contentPart>
          </mc:Choice>
          <mc:Fallback xmlns="">
            <p:pic>
              <p:nvPicPr>
                <p:cNvPr id="13" name="Ink 12">
                  <a:extLst>
                    <a:ext uri="{FF2B5EF4-FFF2-40B4-BE49-F238E27FC236}">
                      <a16:creationId xmlns:a16="http://schemas.microsoft.com/office/drawing/2014/main" id="{C282C3A1-3642-4A37-8908-DFA3F8E1F6AE}"/>
                    </a:ext>
                  </a:extLst>
                </p:cNvPr>
                <p:cNvPicPr/>
                <p:nvPr/>
              </p:nvPicPr>
              <p:blipFill>
                <a:blip r:embed="rId19"/>
                <a:stretch>
                  <a:fillRect/>
                </a:stretch>
              </p:blipFill>
              <p:spPr>
                <a:xfrm>
                  <a:off x="6727768" y="-89831"/>
                  <a:ext cx="423720" cy="5000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E78388A1-BA98-45E9-BBCC-D3505CA44EBA}"/>
                    </a:ext>
                  </a:extLst>
                </p14:cNvPr>
                <p14:cNvContentPartPr/>
                <p14:nvPr/>
              </p14:nvContentPartPr>
              <p14:xfrm>
                <a:off x="6773848" y="369345"/>
                <a:ext cx="205920" cy="22680"/>
              </p14:xfrm>
            </p:contentPart>
          </mc:Choice>
          <mc:Fallback xmlns="">
            <p:pic>
              <p:nvPicPr>
                <p:cNvPr id="14" name="Ink 13">
                  <a:extLst>
                    <a:ext uri="{FF2B5EF4-FFF2-40B4-BE49-F238E27FC236}">
                      <a16:creationId xmlns:a16="http://schemas.microsoft.com/office/drawing/2014/main" id="{E78388A1-BA98-45E9-BBCC-D3505CA44EBA}"/>
                    </a:ext>
                  </a:extLst>
                </p:cNvPr>
                <p:cNvPicPr/>
                <p:nvPr/>
              </p:nvPicPr>
              <p:blipFill>
                <a:blip r:embed="rId21"/>
                <a:stretch>
                  <a:fillRect/>
                </a:stretch>
              </p:blipFill>
              <p:spPr>
                <a:xfrm>
                  <a:off x="6765208" y="360345"/>
                  <a:ext cx="22356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 name="Ink 14">
                  <a:extLst>
                    <a:ext uri="{FF2B5EF4-FFF2-40B4-BE49-F238E27FC236}">
                      <a16:creationId xmlns:a16="http://schemas.microsoft.com/office/drawing/2014/main" id="{C29CF811-8DEB-49EE-96FB-808FA77D374E}"/>
                    </a:ext>
                  </a:extLst>
                </p14:cNvPr>
                <p14:cNvContentPartPr/>
                <p14:nvPr/>
              </p14:nvContentPartPr>
              <p14:xfrm>
                <a:off x="6904528" y="270345"/>
                <a:ext cx="34920" cy="87120"/>
              </p14:xfrm>
            </p:contentPart>
          </mc:Choice>
          <mc:Fallback xmlns="">
            <p:pic>
              <p:nvPicPr>
                <p:cNvPr id="15" name="Ink 14">
                  <a:extLst>
                    <a:ext uri="{FF2B5EF4-FFF2-40B4-BE49-F238E27FC236}">
                      <a16:creationId xmlns:a16="http://schemas.microsoft.com/office/drawing/2014/main" id="{C29CF811-8DEB-49EE-96FB-808FA77D374E}"/>
                    </a:ext>
                  </a:extLst>
                </p:cNvPr>
                <p:cNvPicPr/>
                <p:nvPr/>
              </p:nvPicPr>
              <p:blipFill>
                <a:blip r:embed="rId23"/>
                <a:stretch>
                  <a:fillRect/>
                </a:stretch>
              </p:blipFill>
              <p:spPr>
                <a:xfrm>
                  <a:off x="6895528" y="261345"/>
                  <a:ext cx="52560" cy="104760"/>
                </a:xfrm>
                <a:prstGeom prst="rect">
                  <a:avLst/>
                </a:prstGeom>
              </p:spPr>
            </p:pic>
          </mc:Fallback>
        </mc:AlternateContent>
      </p:grpSp>
      <p:grpSp>
        <p:nvGrpSpPr>
          <p:cNvPr id="24" name="Group 23">
            <a:extLst>
              <a:ext uri="{FF2B5EF4-FFF2-40B4-BE49-F238E27FC236}">
                <a16:creationId xmlns:a16="http://schemas.microsoft.com/office/drawing/2014/main" id="{21CAF949-7D79-405D-AB88-0BD23BD62C11}"/>
              </a:ext>
            </a:extLst>
          </p:cNvPr>
          <p:cNvGrpSpPr/>
          <p:nvPr/>
        </p:nvGrpSpPr>
        <p:grpSpPr>
          <a:xfrm>
            <a:off x="3974488" y="2127225"/>
            <a:ext cx="3766680" cy="366840"/>
            <a:chOff x="3974488" y="2127225"/>
            <a:chExt cx="3766680" cy="366840"/>
          </a:xfrm>
        </p:grpSpPr>
        <mc:AlternateContent xmlns:mc="http://schemas.openxmlformats.org/markup-compatibility/2006" xmlns:p14="http://schemas.microsoft.com/office/powerpoint/2010/main">
          <mc:Choice Requires="p14">
            <p:contentPart p14:bwMode="auto" r:id="rId24">
              <p14:nvContentPartPr>
                <p14:cNvPr id="18" name="Ink 17">
                  <a:extLst>
                    <a:ext uri="{FF2B5EF4-FFF2-40B4-BE49-F238E27FC236}">
                      <a16:creationId xmlns:a16="http://schemas.microsoft.com/office/drawing/2014/main" id="{DA9EBD2E-AA7F-4EE3-BC1A-E58EEB6F53A6}"/>
                    </a:ext>
                  </a:extLst>
                </p14:cNvPr>
                <p14:cNvContentPartPr/>
                <p14:nvPr/>
              </p14:nvContentPartPr>
              <p14:xfrm>
                <a:off x="3974488" y="2130105"/>
                <a:ext cx="1607760" cy="230760"/>
              </p14:xfrm>
            </p:contentPart>
          </mc:Choice>
          <mc:Fallback xmlns="">
            <p:pic>
              <p:nvPicPr>
                <p:cNvPr id="18" name="Ink 17">
                  <a:extLst>
                    <a:ext uri="{FF2B5EF4-FFF2-40B4-BE49-F238E27FC236}">
                      <a16:creationId xmlns:a16="http://schemas.microsoft.com/office/drawing/2014/main" id="{DA9EBD2E-AA7F-4EE3-BC1A-E58EEB6F53A6}"/>
                    </a:ext>
                  </a:extLst>
                </p:cNvPr>
                <p:cNvPicPr/>
                <p:nvPr/>
              </p:nvPicPr>
              <p:blipFill>
                <a:blip r:embed="rId25"/>
                <a:stretch>
                  <a:fillRect/>
                </a:stretch>
              </p:blipFill>
              <p:spPr>
                <a:xfrm>
                  <a:off x="3965848" y="2121465"/>
                  <a:ext cx="1625400" cy="2484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9" name="Ink 18">
                  <a:extLst>
                    <a:ext uri="{FF2B5EF4-FFF2-40B4-BE49-F238E27FC236}">
                      <a16:creationId xmlns:a16="http://schemas.microsoft.com/office/drawing/2014/main" id="{B15CE537-ABE6-4CE8-8D0C-AF0C67117291}"/>
                    </a:ext>
                  </a:extLst>
                </p14:cNvPr>
                <p14:cNvContentPartPr/>
                <p14:nvPr/>
              </p14:nvContentPartPr>
              <p14:xfrm>
                <a:off x="5598088" y="2127225"/>
                <a:ext cx="1690560" cy="192960"/>
              </p14:xfrm>
            </p:contentPart>
          </mc:Choice>
          <mc:Fallback xmlns="">
            <p:pic>
              <p:nvPicPr>
                <p:cNvPr id="19" name="Ink 18">
                  <a:extLst>
                    <a:ext uri="{FF2B5EF4-FFF2-40B4-BE49-F238E27FC236}">
                      <a16:creationId xmlns:a16="http://schemas.microsoft.com/office/drawing/2014/main" id="{B15CE537-ABE6-4CE8-8D0C-AF0C67117291}"/>
                    </a:ext>
                  </a:extLst>
                </p:cNvPr>
                <p:cNvPicPr/>
                <p:nvPr/>
              </p:nvPicPr>
              <p:blipFill>
                <a:blip r:embed="rId27"/>
                <a:stretch>
                  <a:fillRect/>
                </a:stretch>
              </p:blipFill>
              <p:spPr>
                <a:xfrm>
                  <a:off x="5589448" y="2118585"/>
                  <a:ext cx="170820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1" name="Ink 20">
                  <a:extLst>
                    <a:ext uri="{FF2B5EF4-FFF2-40B4-BE49-F238E27FC236}">
                      <a16:creationId xmlns:a16="http://schemas.microsoft.com/office/drawing/2014/main" id="{6326AF69-6DA5-4918-B589-58DD712F80FB}"/>
                    </a:ext>
                  </a:extLst>
                </p14:cNvPr>
                <p14:cNvContentPartPr/>
                <p14:nvPr/>
              </p14:nvContentPartPr>
              <p14:xfrm>
                <a:off x="5691688" y="2136585"/>
                <a:ext cx="1269000" cy="224640"/>
              </p14:xfrm>
            </p:contentPart>
          </mc:Choice>
          <mc:Fallback xmlns="">
            <p:pic>
              <p:nvPicPr>
                <p:cNvPr id="21" name="Ink 20">
                  <a:extLst>
                    <a:ext uri="{FF2B5EF4-FFF2-40B4-BE49-F238E27FC236}">
                      <a16:creationId xmlns:a16="http://schemas.microsoft.com/office/drawing/2014/main" id="{6326AF69-6DA5-4918-B589-58DD712F80FB}"/>
                    </a:ext>
                  </a:extLst>
                </p:cNvPr>
                <p:cNvPicPr/>
                <p:nvPr/>
              </p:nvPicPr>
              <p:blipFill>
                <a:blip r:embed="rId29"/>
                <a:stretch>
                  <a:fillRect/>
                </a:stretch>
              </p:blipFill>
              <p:spPr>
                <a:xfrm>
                  <a:off x="5682688" y="2127585"/>
                  <a:ext cx="1286640" cy="2422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2" name="Ink 21">
                  <a:extLst>
                    <a:ext uri="{FF2B5EF4-FFF2-40B4-BE49-F238E27FC236}">
                      <a16:creationId xmlns:a16="http://schemas.microsoft.com/office/drawing/2014/main" id="{6FC6E825-5E80-439B-997A-5E43F2C1831E}"/>
                    </a:ext>
                  </a:extLst>
                </p14:cNvPr>
                <p14:cNvContentPartPr/>
                <p14:nvPr/>
              </p14:nvContentPartPr>
              <p14:xfrm>
                <a:off x="6494128" y="2220825"/>
                <a:ext cx="1123200" cy="273240"/>
              </p14:xfrm>
            </p:contentPart>
          </mc:Choice>
          <mc:Fallback xmlns="">
            <p:pic>
              <p:nvPicPr>
                <p:cNvPr id="22" name="Ink 21">
                  <a:extLst>
                    <a:ext uri="{FF2B5EF4-FFF2-40B4-BE49-F238E27FC236}">
                      <a16:creationId xmlns:a16="http://schemas.microsoft.com/office/drawing/2014/main" id="{6FC6E825-5E80-439B-997A-5E43F2C1831E}"/>
                    </a:ext>
                  </a:extLst>
                </p:cNvPr>
                <p:cNvPicPr/>
                <p:nvPr/>
              </p:nvPicPr>
              <p:blipFill>
                <a:blip r:embed="rId31"/>
                <a:stretch>
                  <a:fillRect/>
                </a:stretch>
              </p:blipFill>
              <p:spPr>
                <a:xfrm>
                  <a:off x="6485128" y="2211825"/>
                  <a:ext cx="1140840" cy="2908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3" name="Ink 22">
                  <a:extLst>
                    <a:ext uri="{FF2B5EF4-FFF2-40B4-BE49-F238E27FC236}">
                      <a16:creationId xmlns:a16="http://schemas.microsoft.com/office/drawing/2014/main" id="{FA0B9453-8D12-4CB6-BF3F-BD0B56DC111B}"/>
                    </a:ext>
                  </a:extLst>
                </p14:cNvPr>
                <p14:cNvContentPartPr/>
                <p14:nvPr/>
              </p14:nvContentPartPr>
              <p14:xfrm>
                <a:off x="7380088" y="2303985"/>
                <a:ext cx="361080" cy="10440"/>
              </p14:xfrm>
            </p:contentPart>
          </mc:Choice>
          <mc:Fallback xmlns="">
            <p:pic>
              <p:nvPicPr>
                <p:cNvPr id="23" name="Ink 22">
                  <a:extLst>
                    <a:ext uri="{FF2B5EF4-FFF2-40B4-BE49-F238E27FC236}">
                      <a16:creationId xmlns:a16="http://schemas.microsoft.com/office/drawing/2014/main" id="{FA0B9453-8D12-4CB6-BF3F-BD0B56DC111B}"/>
                    </a:ext>
                  </a:extLst>
                </p:cNvPr>
                <p:cNvPicPr/>
                <p:nvPr/>
              </p:nvPicPr>
              <p:blipFill>
                <a:blip r:embed="rId33"/>
                <a:stretch>
                  <a:fillRect/>
                </a:stretch>
              </p:blipFill>
              <p:spPr>
                <a:xfrm>
                  <a:off x="7371448" y="2294985"/>
                  <a:ext cx="378720" cy="28080"/>
                </a:xfrm>
                <a:prstGeom prst="rect">
                  <a:avLst/>
                </a:prstGeom>
              </p:spPr>
            </p:pic>
          </mc:Fallback>
        </mc:AlternateContent>
      </p:grpSp>
      <p:grpSp>
        <p:nvGrpSpPr>
          <p:cNvPr id="27" name="Group 26">
            <a:extLst>
              <a:ext uri="{FF2B5EF4-FFF2-40B4-BE49-F238E27FC236}">
                <a16:creationId xmlns:a16="http://schemas.microsoft.com/office/drawing/2014/main" id="{DC7C0896-61B5-4DEF-BB71-3C78ED260361}"/>
              </a:ext>
            </a:extLst>
          </p:cNvPr>
          <p:cNvGrpSpPr/>
          <p:nvPr/>
        </p:nvGrpSpPr>
        <p:grpSpPr>
          <a:xfrm>
            <a:off x="5411608" y="3722745"/>
            <a:ext cx="3700800" cy="363960"/>
            <a:chOff x="5411608" y="3722745"/>
            <a:chExt cx="3700800" cy="363960"/>
          </a:xfrm>
        </p:grpSpPr>
        <mc:AlternateContent xmlns:mc="http://schemas.openxmlformats.org/markup-compatibility/2006" xmlns:p14="http://schemas.microsoft.com/office/powerpoint/2010/main">
          <mc:Choice Requires="p14">
            <p:contentPart p14:bwMode="auto" r:id="rId34">
              <p14:nvContentPartPr>
                <p14:cNvPr id="25" name="Ink 24">
                  <a:extLst>
                    <a:ext uri="{FF2B5EF4-FFF2-40B4-BE49-F238E27FC236}">
                      <a16:creationId xmlns:a16="http://schemas.microsoft.com/office/drawing/2014/main" id="{92F4BAE5-83AE-4BC9-97BE-F4BC00B37D5C}"/>
                    </a:ext>
                  </a:extLst>
                </p14:cNvPr>
                <p14:cNvContentPartPr/>
                <p14:nvPr/>
              </p14:nvContentPartPr>
              <p14:xfrm>
                <a:off x="5411608" y="3908145"/>
                <a:ext cx="3700800" cy="178560"/>
              </p14:xfrm>
            </p:contentPart>
          </mc:Choice>
          <mc:Fallback xmlns="">
            <p:pic>
              <p:nvPicPr>
                <p:cNvPr id="25" name="Ink 24">
                  <a:extLst>
                    <a:ext uri="{FF2B5EF4-FFF2-40B4-BE49-F238E27FC236}">
                      <a16:creationId xmlns:a16="http://schemas.microsoft.com/office/drawing/2014/main" id="{92F4BAE5-83AE-4BC9-97BE-F4BC00B37D5C}"/>
                    </a:ext>
                  </a:extLst>
                </p:cNvPr>
                <p:cNvPicPr/>
                <p:nvPr/>
              </p:nvPicPr>
              <p:blipFill>
                <a:blip r:embed="rId35"/>
                <a:stretch>
                  <a:fillRect/>
                </a:stretch>
              </p:blipFill>
              <p:spPr>
                <a:xfrm>
                  <a:off x="5402968" y="3899145"/>
                  <a:ext cx="371844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6" name="Ink 25">
                  <a:extLst>
                    <a:ext uri="{FF2B5EF4-FFF2-40B4-BE49-F238E27FC236}">
                      <a16:creationId xmlns:a16="http://schemas.microsoft.com/office/drawing/2014/main" id="{A6C9A823-5B57-496D-962D-34D3074DAEFD}"/>
                    </a:ext>
                  </a:extLst>
                </p14:cNvPr>
                <p14:cNvContentPartPr/>
                <p14:nvPr/>
              </p14:nvContentPartPr>
              <p14:xfrm>
                <a:off x="5430328" y="3722745"/>
                <a:ext cx="10080" cy="331560"/>
              </p14:xfrm>
            </p:contentPart>
          </mc:Choice>
          <mc:Fallback xmlns="">
            <p:pic>
              <p:nvPicPr>
                <p:cNvPr id="26" name="Ink 25">
                  <a:extLst>
                    <a:ext uri="{FF2B5EF4-FFF2-40B4-BE49-F238E27FC236}">
                      <a16:creationId xmlns:a16="http://schemas.microsoft.com/office/drawing/2014/main" id="{A6C9A823-5B57-496D-962D-34D3074DAEFD}"/>
                    </a:ext>
                  </a:extLst>
                </p:cNvPr>
                <p:cNvPicPr/>
                <p:nvPr/>
              </p:nvPicPr>
              <p:blipFill>
                <a:blip r:embed="rId37"/>
                <a:stretch>
                  <a:fillRect/>
                </a:stretch>
              </p:blipFill>
              <p:spPr>
                <a:xfrm>
                  <a:off x="5421688" y="3713745"/>
                  <a:ext cx="27720" cy="349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8">
            <p14:nvContentPartPr>
              <p14:cNvPr id="28" name="Ink 27">
                <a:extLst>
                  <a:ext uri="{FF2B5EF4-FFF2-40B4-BE49-F238E27FC236}">
                    <a16:creationId xmlns:a16="http://schemas.microsoft.com/office/drawing/2014/main" id="{06230D40-8F8F-45AC-B0A7-65CBA3997406}"/>
                  </a:ext>
                </a:extLst>
              </p14:cNvPr>
              <p14:cNvContentPartPr/>
              <p14:nvPr/>
            </p14:nvContentPartPr>
            <p14:xfrm>
              <a:off x="6773848" y="3685305"/>
              <a:ext cx="8640" cy="466560"/>
            </p14:xfrm>
          </p:contentPart>
        </mc:Choice>
        <mc:Fallback xmlns="">
          <p:pic>
            <p:nvPicPr>
              <p:cNvPr id="28" name="Ink 27">
                <a:extLst>
                  <a:ext uri="{FF2B5EF4-FFF2-40B4-BE49-F238E27FC236}">
                    <a16:creationId xmlns:a16="http://schemas.microsoft.com/office/drawing/2014/main" id="{06230D40-8F8F-45AC-B0A7-65CBA3997406}"/>
                  </a:ext>
                </a:extLst>
              </p:cNvPr>
              <p:cNvPicPr/>
              <p:nvPr/>
            </p:nvPicPr>
            <p:blipFill>
              <a:blip r:embed="rId39"/>
              <a:stretch>
                <a:fillRect/>
              </a:stretch>
            </p:blipFill>
            <p:spPr>
              <a:xfrm>
                <a:off x="6765208" y="3676665"/>
                <a:ext cx="26280" cy="4842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9" name="Ink 28">
                <a:extLst>
                  <a:ext uri="{FF2B5EF4-FFF2-40B4-BE49-F238E27FC236}">
                    <a16:creationId xmlns:a16="http://schemas.microsoft.com/office/drawing/2014/main" id="{5522A65A-5FA7-46AF-8A63-4C278AF4269E}"/>
                  </a:ext>
                </a:extLst>
              </p14:cNvPr>
              <p14:cNvContentPartPr/>
              <p14:nvPr/>
            </p14:nvContentPartPr>
            <p14:xfrm>
              <a:off x="8024128" y="3666585"/>
              <a:ext cx="46080" cy="456840"/>
            </p14:xfrm>
          </p:contentPart>
        </mc:Choice>
        <mc:Fallback xmlns="">
          <p:pic>
            <p:nvPicPr>
              <p:cNvPr id="29" name="Ink 28">
                <a:extLst>
                  <a:ext uri="{FF2B5EF4-FFF2-40B4-BE49-F238E27FC236}">
                    <a16:creationId xmlns:a16="http://schemas.microsoft.com/office/drawing/2014/main" id="{5522A65A-5FA7-46AF-8A63-4C278AF4269E}"/>
                  </a:ext>
                </a:extLst>
              </p:cNvPr>
              <p:cNvPicPr/>
              <p:nvPr/>
            </p:nvPicPr>
            <p:blipFill>
              <a:blip r:embed="rId41"/>
              <a:stretch>
                <a:fillRect/>
              </a:stretch>
            </p:blipFill>
            <p:spPr>
              <a:xfrm>
                <a:off x="8015128" y="3657945"/>
                <a:ext cx="63720" cy="474480"/>
              </a:xfrm>
              <a:prstGeom prst="rect">
                <a:avLst/>
              </a:prstGeom>
            </p:spPr>
          </p:pic>
        </mc:Fallback>
      </mc:AlternateContent>
    </p:spTree>
    <p:extLst>
      <p:ext uri="{BB962C8B-B14F-4D97-AF65-F5344CB8AC3E}">
        <p14:creationId xmlns:p14="http://schemas.microsoft.com/office/powerpoint/2010/main" val="17921126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306370" y="1600200"/>
            <a:ext cx="7443787" cy="519113"/>
          </a:xfrm>
        </p:spPr>
        <p:txBody>
          <a:bodyPr/>
          <a:lstStyle/>
          <a:p>
            <a:pPr algn="l"/>
            <a:r>
              <a:rPr lang="en-US" sz="2000" b="1" dirty="0" err="1">
                <a:solidFill>
                  <a:schemeClr val="accent2"/>
                </a:solidFill>
              </a:rPr>
              <a:t>Chỉ</a:t>
            </a:r>
            <a:r>
              <a:rPr lang="en-US" sz="2000" b="1" dirty="0">
                <a:solidFill>
                  <a:schemeClr val="accent2"/>
                </a:solidFill>
              </a:rPr>
              <a:t> </a:t>
            </a:r>
            <a:r>
              <a:rPr lang="en-US" sz="2000" b="1" dirty="0" err="1">
                <a:solidFill>
                  <a:schemeClr val="accent2"/>
                </a:solidFill>
              </a:rPr>
              <a:t>tiêu</a:t>
            </a:r>
            <a:r>
              <a:rPr lang="en-US" sz="2000" b="1" dirty="0">
                <a:solidFill>
                  <a:schemeClr val="accent2"/>
                </a:solidFill>
              </a:rPr>
              <a:t> </a:t>
            </a:r>
            <a:r>
              <a:rPr lang="en-US" sz="2000" b="1" dirty="0" err="1">
                <a:solidFill>
                  <a:schemeClr val="accent2"/>
                </a:solidFill>
              </a:rPr>
              <a:t>chỉ</a:t>
            </a:r>
            <a:r>
              <a:rPr lang="en-US" sz="2000" b="1" dirty="0">
                <a:solidFill>
                  <a:schemeClr val="accent2"/>
                </a:solidFill>
              </a:rPr>
              <a:t> </a:t>
            </a:r>
            <a:r>
              <a:rPr lang="en-US" sz="2000" b="1" dirty="0" err="1">
                <a:solidFill>
                  <a:schemeClr val="accent2"/>
                </a:solidFill>
              </a:rPr>
              <a:t>số</a:t>
            </a:r>
            <a:r>
              <a:rPr lang="en-US" sz="2000" b="1" dirty="0">
                <a:solidFill>
                  <a:schemeClr val="accent2"/>
                </a:solidFill>
              </a:rPr>
              <a:t> </a:t>
            </a:r>
            <a:r>
              <a:rPr lang="en-US" sz="2000" b="1" dirty="0" err="1">
                <a:solidFill>
                  <a:schemeClr val="accent2"/>
                </a:solidFill>
              </a:rPr>
              <a:t>mức</a:t>
            </a:r>
            <a:r>
              <a:rPr lang="en-US" sz="2000" b="1" dirty="0">
                <a:solidFill>
                  <a:schemeClr val="accent2"/>
                </a:solidFill>
              </a:rPr>
              <a:t> </a:t>
            </a:r>
            <a:r>
              <a:rPr lang="en-US" sz="2000" b="1" dirty="0" err="1">
                <a:solidFill>
                  <a:schemeClr val="accent2"/>
                </a:solidFill>
              </a:rPr>
              <a:t>độ</a:t>
            </a:r>
            <a:r>
              <a:rPr lang="en-US" sz="2000" b="1" dirty="0">
                <a:solidFill>
                  <a:schemeClr val="accent2"/>
                </a:solidFill>
              </a:rPr>
              <a:t> </a:t>
            </a:r>
            <a:r>
              <a:rPr lang="en-US" sz="2000" b="1" dirty="0" err="1">
                <a:solidFill>
                  <a:schemeClr val="accent2"/>
                </a:solidFill>
              </a:rPr>
              <a:t>phục</a:t>
            </a:r>
            <a:r>
              <a:rPr lang="en-US" sz="2000" b="1" dirty="0">
                <a:solidFill>
                  <a:schemeClr val="accent2"/>
                </a:solidFill>
              </a:rPr>
              <a:t> </a:t>
            </a:r>
            <a:r>
              <a:rPr lang="en-US" sz="2000" b="1" dirty="0" err="1">
                <a:solidFill>
                  <a:schemeClr val="accent2"/>
                </a:solidFill>
              </a:rPr>
              <a:t>vụ</a:t>
            </a:r>
            <a:r>
              <a:rPr lang="en-US" sz="2000" b="1" dirty="0">
                <a:solidFill>
                  <a:schemeClr val="accent2"/>
                </a:solidFill>
              </a:rPr>
              <a:t> </a:t>
            </a:r>
            <a:r>
              <a:rPr lang="en-US" sz="2000" b="1" dirty="0" err="1">
                <a:solidFill>
                  <a:schemeClr val="accent2"/>
                </a:solidFill>
              </a:rPr>
              <a:t>của</a:t>
            </a:r>
            <a:r>
              <a:rPr lang="en-US" sz="2000" b="1" dirty="0">
                <a:solidFill>
                  <a:schemeClr val="accent2"/>
                </a:solidFill>
              </a:rPr>
              <a:t> </a:t>
            </a:r>
            <a:r>
              <a:rPr lang="en-US" sz="2000" b="1" dirty="0" err="1">
                <a:solidFill>
                  <a:schemeClr val="accent2"/>
                </a:solidFill>
              </a:rPr>
              <a:t>mặt</a:t>
            </a:r>
            <a:r>
              <a:rPr lang="en-US" sz="2000" b="1" dirty="0">
                <a:solidFill>
                  <a:schemeClr val="accent2"/>
                </a:solidFill>
              </a:rPr>
              <a:t> </a:t>
            </a:r>
            <a:r>
              <a:rPr lang="en-US" sz="2000" b="1" dirty="0" err="1">
                <a:solidFill>
                  <a:schemeClr val="accent2"/>
                </a:solidFill>
              </a:rPr>
              <a:t>đường</a:t>
            </a:r>
            <a:r>
              <a:rPr lang="en-US" sz="2000" b="1" dirty="0">
                <a:solidFill>
                  <a:schemeClr val="accent2"/>
                </a:solidFill>
              </a:rPr>
              <a:t> – </a:t>
            </a:r>
            <a:br>
              <a:rPr lang="en-US" sz="2000" b="1" dirty="0">
                <a:solidFill>
                  <a:schemeClr val="accent2"/>
                </a:solidFill>
              </a:rPr>
            </a:br>
            <a:r>
              <a:rPr lang="en-US" sz="2000" b="1" dirty="0" err="1">
                <a:solidFill>
                  <a:schemeClr val="accent2"/>
                </a:solidFill>
              </a:rPr>
              <a:t>Thử</a:t>
            </a:r>
            <a:r>
              <a:rPr lang="en-US" sz="2000" b="1" dirty="0">
                <a:solidFill>
                  <a:schemeClr val="accent2"/>
                </a:solidFill>
              </a:rPr>
              <a:t> </a:t>
            </a:r>
            <a:r>
              <a:rPr lang="en-US" sz="2000" b="1" dirty="0" err="1">
                <a:solidFill>
                  <a:schemeClr val="accent2"/>
                </a:solidFill>
              </a:rPr>
              <a:t>nghiệm</a:t>
            </a:r>
            <a:r>
              <a:rPr lang="en-US" sz="2000" b="1" dirty="0">
                <a:solidFill>
                  <a:schemeClr val="accent2"/>
                </a:solidFill>
              </a:rPr>
              <a:t> </a:t>
            </a:r>
            <a:r>
              <a:rPr lang="en-US" sz="2000" b="1" dirty="0" err="1">
                <a:solidFill>
                  <a:schemeClr val="accent2"/>
                </a:solidFill>
              </a:rPr>
              <a:t>mặt</a:t>
            </a:r>
            <a:r>
              <a:rPr lang="en-US" sz="2000" b="1" dirty="0">
                <a:solidFill>
                  <a:schemeClr val="accent2"/>
                </a:solidFill>
              </a:rPr>
              <a:t> </a:t>
            </a:r>
            <a:r>
              <a:rPr lang="en-US" sz="2000" b="1" dirty="0" err="1">
                <a:solidFill>
                  <a:schemeClr val="accent2"/>
                </a:solidFill>
              </a:rPr>
              <a:t>đường</a:t>
            </a:r>
            <a:r>
              <a:rPr lang="en-US" sz="2000" b="1" dirty="0">
                <a:solidFill>
                  <a:schemeClr val="accent2"/>
                </a:solidFill>
              </a:rPr>
              <a:t> AASHO</a:t>
            </a:r>
          </a:p>
        </p:txBody>
      </p:sp>
      <p:sp>
        <p:nvSpPr>
          <p:cNvPr id="6147" name="Rectangle 3"/>
          <p:cNvSpPr>
            <a:spLocks noGrp="1" noChangeArrowheads="1"/>
          </p:cNvSpPr>
          <p:nvPr>
            <p:ph type="body" idx="1"/>
          </p:nvPr>
        </p:nvSpPr>
        <p:spPr>
          <a:xfrm>
            <a:off x="304800" y="3352800"/>
            <a:ext cx="8569325" cy="2701925"/>
          </a:xfrm>
          <a:noFill/>
        </p:spPr>
        <p:txBody>
          <a:bodyPr/>
          <a:lstStyle/>
          <a:p>
            <a:pPr>
              <a:spcBef>
                <a:spcPct val="30000"/>
              </a:spcBef>
              <a:buFontTx/>
              <a:buNone/>
            </a:pPr>
            <a:r>
              <a:rPr lang="en-US" sz="2000" dirty="0"/>
              <a:t>C - </a:t>
            </a:r>
            <a:r>
              <a:rPr lang="en-US" sz="2000" dirty="0" err="1"/>
              <a:t>tỷ</a:t>
            </a:r>
            <a:r>
              <a:rPr lang="en-US" sz="2000" dirty="0"/>
              <a:t> </a:t>
            </a:r>
            <a:r>
              <a:rPr lang="en-US" sz="2000" dirty="0" err="1"/>
              <a:t>lệ</a:t>
            </a:r>
            <a:r>
              <a:rPr lang="en-US" sz="2000" dirty="0"/>
              <a:t> </a:t>
            </a:r>
            <a:r>
              <a:rPr lang="en-US" sz="2000" dirty="0" err="1"/>
              <a:t>tổng</a:t>
            </a:r>
            <a:r>
              <a:rPr lang="en-US" sz="2000" dirty="0"/>
              <a:t> </a:t>
            </a:r>
            <a:r>
              <a:rPr lang="en-US" sz="2000" dirty="0" err="1"/>
              <a:t>diện</a:t>
            </a:r>
            <a:r>
              <a:rPr lang="en-US" sz="2000" dirty="0"/>
              <a:t> </a:t>
            </a:r>
            <a:r>
              <a:rPr lang="en-US" sz="2000" dirty="0" err="1"/>
              <a:t>tích</a:t>
            </a:r>
            <a:r>
              <a:rPr lang="en-US" sz="2000" dirty="0"/>
              <a:t> </a:t>
            </a:r>
            <a:r>
              <a:rPr lang="en-US" sz="2000" dirty="0" err="1"/>
              <a:t>mặt</a:t>
            </a:r>
            <a:r>
              <a:rPr lang="en-US" sz="2000" dirty="0"/>
              <a:t> </a:t>
            </a:r>
            <a:r>
              <a:rPr lang="en-US" sz="2000" dirty="0" err="1"/>
              <a:t>đường</a:t>
            </a:r>
            <a:r>
              <a:rPr lang="en-US" sz="2000" dirty="0"/>
              <a:t> </a:t>
            </a:r>
            <a:r>
              <a:rPr lang="en-US" sz="2000" dirty="0" err="1"/>
              <a:t>đã</a:t>
            </a:r>
            <a:r>
              <a:rPr lang="en-US" sz="2000" dirty="0"/>
              <a:t> </a:t>
            </a:r>
            <a:r>
              <a:rPr lang="en-US" sz="2000" dirty="0" err="1"/>
              <a:t>xuất</a:t>
            </a:r>
            <a:r>
              <a:rPr lang="en-US" sz="2000" dirty="0"/>
              <a:t> </a:t>
            </a:r>
            <a:r>
              <a:rPr lang="en-US" sz="2000" dirty="0" err="1"/>
              <a:t>hiện</a:t>
            </a:r>
            <a:r>
              <a:rPr lang="en-US" sz="2000" dirty="0"/>
              <a:t> </a:t>
            </a:r>
            <a:r>
              <a:rPr lang="en-US" sz="2000" dirty="0" err="1"/>
              <a:t>các</a:t>
            </a:r>
            <a:r>
              <a:rPr lang="en-US" sz="2000" dirty="0"/>
              <a:t> </a:t>
            </a:r>
            <a:r>
              <a:rPr lang="en-US" sz="2000" dirty="0" err="1"/>
              <a:t>khe</a:t>
            </a:r>
            <a:r>
              <a:rPr lang="en-US" sz="2000" dirty="0"/>
              <a:t> </a:t>
            </a:r>
            <a:r>
              <a:rPr lang="en-US" sz="2000" dirty="0" err="1"/>
              <a:t>nứt</a:t>
            </a:r>
            <a:r>
              <a:rPr lang="en-US" sz="2000" dirty="0"/>
              <a:t> </a:t>
            </a:r>
            <a:r>
              <a:rPr lang="en-US" sz="2000" dirty="0" err="1"/>
              <a:t>cấp</a:t>
            </a:r>
            <a:r>
              <a:rPr lang="en-US" sz="2000" dirty="0"/>
              <a:t> 2 (</a:t>
            </a:r>
            <a:r>
              <a:rPr lang="en-US" sz="2000" dirty="0" err="1"/>
              <a:t>các</a:t>
            </a:r>
            <a:r>
              <a:rPr lang="en-US" sz="2000" dirty="0"/>
              <a:t> </a:t>
            </a:r>
            <a:r>
              <a:rPr lang="en-US" sz="2000" dirty="0" err="1"/>
              <a:t>khe</a:t>
            </a:r>
            <a:r>
              <a:rPr lang="en-US" sz="2000" dirty="0"/>
              <a:t> </a:t>
            </a:r>
            <a:r>
              <a:rPr lang="en-US" sz="2000" dirty="0" err="1"/>
              <a:t>nứt</a:t>
            </a:r>
            <a:r>
              <a:rPr lang="en-US" sz="2000" dirty="0"/>
              <a:t> </a:t>
            </a:r>
            <a:r>
              <a:rPr lang="en-US" sz="2000" dirty="0" err="1"/>
              <a:t>đã</a:t>
            </a:r>
            <a:r>
              <a:rPr lang="en-US" sz="2000" dirty="0"/>
              <a:t> </a:t>
            </a:r>
            <a:r>
              <a:rPr lang="en-US" sz="2000" dirty="0" err="1"/>
              <a:t>phát</a:t>
            </a:r>
            <a:r>
              <a:rPr lang="en-US" sz="2000" dirty="0"/>
              <a:t> </a:t>
            </a:r>
            <a:r>
              <a:rPr lang="en-US" sz="2000" dirty="0" err="1"/>
              <a:t>triển</a:t>
            </a:r>
            <a:r>
              <a:rPr lang="en-US" sz="2000" dirty="0"/>
              <a:t> </a:t>
            </a:r>
            <a:r>
              <a:rPr lang="en-US" sz="2000" dirty="0" err="1"/>
              <a:t>thành</a:t>
            </a:r>
            <a:r>
              <a:rPr lang="en-US" sz="2000" dirty="0"/>
              <a:t> </a:t>
            </a:r>
            <a:r>
              <a:rPr lang="en-US" sz="2000" dirty="0" err="1"/>
              <a:t>mạng</a:t>
            </a:r>
            <a:r>
              <a:rPr lang="en-US" sz="2000" dirty="0"/>
              <a:t> </a:t>
            </a:r>
            <a:r>
              <a:rPr lang="en-US" sz="2000" dirty="0" err="1"/>
              <a:t>lưới</a:t>
            </a:r>
            <a:r>
              <a:rPr lang="en-US" sz="2000" dirty="0"/>
              <a:t> </a:t>
            </a:r>
            <a:r>
              <a:rPr lang="en-US" sz="2000" dirty="0" err="1"/>
              <a:t>nứt</a:t>
            </a:r>
            <a:r>
              <a:rPr lang="en-US" sz="2000" dirty="0"/>
              <a:t>) </a:t>
            </a:r>
            <a:r>
              <a:rPr lang="en-US" sz="2000" dirty="0" err="1"/>
              <a:t>và</a:t>
            </a:r>
            <a:r>
              <a:rPr lang="en-US" sz="2000" dirty="0"/>
              <a:t> </a:t>
            </a:r>
            <a:r>
              <a:rPr lang="en-US" sz="2000" dirty="0" err="1"/>
              <a:t>các</a:t>
            </a:r>
            <a:r>
              <a:rPr lang="en-US" sz="2000" dirty="0"/>
              <a:t> </a:t>
            </a:r>
            <a:r>
              <a:rPr lang="en-US" sz="2000" dirty="0" err="1"/>
              <a:t>khe</a:t>
            </a:r>
            <a:r>
              <a:rPr lang="en-US" sz="2000" dirty="0"/>
              <a:t> </a:t>
            </a:r>
            <a:r>
              <a:rPr lang="en-US" sz="2000" dirty="0" err="1"/>
              <a:t>nứt</a:t>
            </a:r>
            <a:r>
              <a:rPr lang="en-US" sz="2000" dirty="0"/>
              <a:t> </a:t>
            </a:r>
            <a:r>
              <a:rPr lang="en-US" sz="2000" dirty="0" err="1"/>
              <a:t>cấp</a:t>
            </a:r>
            <a:r>
              <a:rPr lang="en-US" sz="2000" dirty="0"/>
              <a:t> 3 (</a:t>
            </a:r>
            <a:r>
              <a:rPr lang="en-US" sz="2000" dirty="0" err="1"/>
              <a:t>nứt</a:t>
            </a:r>
            <a:r>
              <a:rPr lang="en-US" sz="2000" dirty="0"/>
              <a:t> </a:t>
            </a:r>
            <a:r>
              <a:rPr lang="en-US" sz="2000" dirty="0" err="1"/>
              <a:t>đã</a:t>
            </a:r>
            <a:r>
              <a:rPr lang="en-US" sz="2000" dirty="0"/>
              <a:t> </a:t>
            </a:r>
            <a:r>
              <a:rPr lang="en-US" sz="2000" dirty="0" err="1"/>
              <a:t>thành</a:t>
            </a:r>
            <a:r>
              <a:rPr lang="en-US" sz="2000" dirty="0"/>
              <a:t> </a:t>
            </a:r>
            <a:r>
              <a:rPr lang="en-US" sz="2000" dirty="0" err="1"/>
              <a:t>miếng</a:t>
            </a:r>
            <a:r>
              <a:rPr lang="en-US" sz="2000" dirty="0"/>
              <a:t> </a:t>
            </a:r>
            <a:r>
              <a:rPr lang="en-US" sz="2000" dirty="0" err="1"/>
              <a:t>vỡ</a:t>
            </a:r>
            <a:r>
              <a:rPr lang="en-US" sz="2000" dirty="0"/>
              <a:t> </a:t>
            </a:r>
            <a:r>
              <a:rPr lang="en-US" sz="2000" dirty="0" err="1"/>
              <a:t>rời</a:t>
            </a:r>
            <a:r>
              <a:rPr lang="en-US" sz="2000" dirty="0"/>
              <a:t> </a:t>
            </a:r>
            <a:r>
              <a:rPr lang="en-US" sz="2000" dirty="0" err="1"/>
              <a:t>rạc</a:t>
            </a:r>
            <a:r>
              <a:rPr lang="en-US" sz="2000" dirty="0"/>
              <a:t>), C </a:t>
            </a:r>
            <a:r>
              <a:rPr lang="en-US" sz="2000" dirty="0" err="1"/>
              <a:t>tính</a:t>
            </a:r>
            <a:r>
              <a:rPr lang="en-US" sz="2000" dirty="0"/>
              <a:t> </a:t>
            </a:r>
            <a:r>
              <a:rPr lang="en-US" sz="2000" dirty="0" err="1"/>
              <a:t>bằng</a:t>
            </a:r>
            <a:r>
              <a:rPr lang="en-US" sz="2000" dirty="0"/>
              <a:t> ft2 </a:t>
            </a:r>
            <a:r>
              <a:rPr lang="en-US" sz="2000" dirty="0" err="1"/>
              <a:t>trên</a:t>
            </a:r>
            <a:r>
              <a:rPr lang="en-US" sz="2000" dirty="0"/>
              <a:t> 1000 ft2 (</a:t>
            </a:r>
            <a:r>
              <a:rPr lang="en-US" sz="2000" dirty="0" err="1"/>
              <a:t>tương</a:t>
            </a:r>
            <a:r>
              <a:rPr lang="en-US" sz="2000" dirty="0"/>
              <a:t> </a:t>
            </a:r>
            <a:r>
              <a:rPr lang="en-US" sz="2000" dirty="0" err="1"/>
              <a:t>đương</a:t>
            </a:r>
            <a:r>
              <a:rPr lang="en-US" sz="2000" dirty="0"/>
              <a:t> 92,9 m2) </a:t>
            </a:r>
          </a:p>
          <a:p>
            <a:pPr>
              <a:spcBef>
                <a:spcPct val="30000"/>
              </a:spcBef>
              <a:buFontTx/>
              <a:buNone/>
            </a:pPr>
            <a:r>
              <a:rPr lang="en-US" sz="2000" dirty="0"/>
              <a:t>P -  </a:t>
            </a:r>
            <a:r>
              <a:rPr lang="en-US" sz="2000" dirty="0" err="1"/>
              <a:t>tỷ</a:t>
            </a:r>
            <a:r>
              <a:rPr lang="en-US" sz="2000" dirty="0"/>
              <a:t> </a:t>
            </a:r>
            <a:r>
              <a:rPr lang="en-US" sz="2000" dirty="0" err="1"/>
              <a:t>lệ</a:t>
            </a:r>
            <a:r>
              <a:rPr lang="en-US" sz="2000" dirty="0"/>
              <a:t> </a:t>
            </a:r>
            <a:r>
              <a:rPr lang="en-US" sz="2000" dirty="0" err="1"/>
              <a:t>diện</a:t>
            </a:r>
            <a:r>
              <a:rPr lang="en-US" sz="2000" dirty="0"/>
              <a:t> </a:t>
            </a:r>
            <a:r>
              <a:rPr lang="en-US" sz="2000" dirty="0" err="1"/>
              <a:t>tích</a:t>
            </a:r>
            <a:r>
              <a:rPr lang="en-US" sz="2000" dirty="0"/>
              <a:t> </a:t>
            </a:r>
            <a:r>
              <a:rPr lang="en-US" sz="2000" dirty="0" err="1"/>
              <a:t>mặt</a:t>
            </a:r>
            <a:r>
              <a:rPr lang="en-US" sz="2000" dirty="0"/>
              <a:t> </a:t>
            </a:r>
            <a:r>
              <a:rPr lang="en-US" sz="2000" dirty="0" err="1"/>
              <a:t>đường</a:t>
            </a:r>
            <a:r>
              <a:rPr lang="en-US" sz="2000" dirty="0"/>
              <a:t> </a:t>
            </a:r>
            <a:r>
              <a:rPr lang="en-US" sz="2000" dirty="0" err="1"/>
              <a:t>đã</a:t>
            </a:r>
            <a:r>
              <a:rPr lang="en-US" sz="2000" dirty="0"/>
              <a:t> </a:t>
            </a:r>
            <a:r>
              <a:rPr lang="en-US" sz="2000" dirty="0" err="1"/>
              <a:t>bị</a:t>
            </a:r>
            <a:r>
              <a:rPr lang="en-US" sz="2000" dirty="0"/>
              <a:t> </a:t>
            </a:r>
            <a:r>
              <a:rPr lang="en-US" sz="2000" dirty="0" err="1"/>
              <a:t>vá</a:t>
            </a:r>
            <a:r>
              <a:rPr lang="en-US" sz="2000" dirty="0"/>
              <a:t> </a:t>
            </a:r>
            <a:r>
              <a:rPr lang="en-US" sz="2000" dirty="0" err="1"/>
              <a:t>sửa</a:t>
            </a:r>
            <a:r>
              <a:rPr lang="en-US" sz="2000" dirty="0"/>
              <a:t> (ft</a:t>
            </a:r>
            <a:r>
              <a:rPr lang="en-US" sz="2000" baseline="30000" dirty="0"/>
              <a:t>2</a:t>
            </a:r>
            <a:r>
              <a:rPr lang="en-US" sz="2000" dirty="0"/>
              <a:t>/1000 ft</a:t>
            </a:r>
            <a:r>
              <a:rPr lang="en-US" sz="2000" baseline="30000" dirty="0"/>
              <a:t>2</a:t>
            </a:r>
            <a:r>
              <a:rPr lang="en-US" sz="2000" dirty="0"/>
              <a:t>)</a:t>
            </a:r>
          </a:p>
          <a:p>
            <a:pPr>
              <a:spcBef>
                <a:spcPct val="30000"/>
              </a:spcBef>
              <a:buFontTx/>
              <a:buNone/>
            </a:pPr>
            <a:r>
              <a:rPr lang="en-US" sz="2000" dirty="0"/>
              <a:t>       - </a:t>
            </a:r>
            <a:r>
              <a:rPr lang="en-US" sz="2000" dirty="0" err="1"/>
              <a:t>độ</a:t>
            </a:r>
            <a:r>
              <a:rPr lang="en-US" sz="2000" dirty="0"/>
              <a:t> </a:t>
            </a:r>
            <a:r>
              <a:rPr lang="en-US" sz="2000" dirty="0" err="1"/>
              <a:t>sâu</a:t>
            </a:r>
            <a:r>
              <a:rPr lang="en-US" sz="2000" dirty="0"/>
              <a:t> </a:t>
            </a:r>
            <a:r>
              <a:rPr lang="en-US" sz="2000" dirty="0" err="1"/>
              <a:t>vệt</a:t>
            </a:r>
            <a:r>
              <a:rPr lang="en-US" sz="2000" dirty="0"/>
              <a:t> </a:t>
            </a:r>
            <a:r>
              <a:rPr lang="en-US" sz="2000" dirty="0" err="1"/>
              <a:t>hằn</a:t>
            </a:r>
            <a:r>
              <a:rPr lang="en-US" sz="2000" dirty="0"/>
              <a:t> </a:t>
            </a:r>
            <a:r>
              <a:rPr lang="en-US" sz="2000" dirty="0" err="1"/>
              <a:t>bánh</a:t>
            </a:r>
            <a:r>
              <a:rPr lang="en-US" sz="2000" dirty="0"/>
              <a:t> </a:t>
            </a:r>
            <a:r>
              <a:rPr lang="en-US" sz="2000" dirty="0" err="1"/>
              <a:t>xe</a:t>
            </a:r>
            <a:r>
              <a:rPr lang="en-US" sz="2000" dirty="0"/>
              <a:t> </a:t>
            </a:r>
            <a:r>
              <a:rPr lang="en-US" sz="2000" dirty="0" err="1"/>
              <a:t>trung</a:t>
            </a:r>
            <a:r>
              <a:rPr lang="en-US" sz="2000" dirty="0"/>
              <a:t> </a:t>
            </a:r>
            <a:r>
              <a:rPr lang="en-US" sz="2000" dirty="0" err="1"/>
              <a:t>bình</a:t>
            </a:r>
            <a:r>
              <a:rPr lang="en-US" sz="2000" dirty="0"/>
              <a:t> </a:t>
            </a:r>
            <a:r>
              <a:rPr lang="en-US" sz="2000" dirty="0" err="1"/>
              <a:t>của</a:t>
            </a:r>
            <a:r>
              <a:rPr lang="en-US" sz="2000" dirty="0"/>
              <a:t> 2 </a:t>
            </a:r>
            <a:r>
              <a:rPr lang="en-US" sz="2000" dirty="0" err="1"/>
              <a:t>dải</a:t>
            </a:r>
            <a:r>
              <a:rPr lang="en-US" sz="2000" dirty="0"/>
              <a:t> </a:t>
            </a:r>
            <a:r>
              <a:rPr lang="en-US" sz="2000" dirty="0" err="1"/>
              <a:t>vệt</a:t>
            </a:r>
            <a:r>
              <a:rPr lang="en-US" sz="2000" dirty="0"/>
              <a:t> </a:t>
            </a:r>
            <a:r>
              <a:rPr lang="en-US" sz="2000" dirty="0" err="1"/>
              <a:t>bánh</a:t>
            </a:r>
            <a:endParaRPr lang="en-US" altLang="ja-JP" sz="2000" dirty="0">
              <a:ea typeface="ＭＳ Ｐゴシック" pitchFamily="34" charset="-128"/>
            </a:endParaRPr>
          </a:p>
          <a:p>
            <a:pPr>
              <a:spcBef>
                <a:spcPct val="30000"/>
              </a:spcBef>
              <a:buFontTx/>
              <a:buNone/>
            </a:pPr>
            <a:r>
              <a:rPr lang="en-US" altLang="ja-JP" sz="2000" dirty="0">
                <a:ea typeface="ＭＳ Ｐゴシック" pitchFamily="34" charset="-128"/>
              </a:rPr>
              <a:t>       - </a:t>
            </a:r>
            <a:r>
              <a:rPr lang="en-US" altLang="ja-JP" sz="2000" dirty="0" err="1">
                <a:ea typeface="ＭＳ Ｐゴシック" pitchFamily="34" charset="-128"/>
              </a:rPr>
              <a:t>thay</a:t>
            </a:r>
            <a:r>
              <a:rPr lang="en-US" altLang="ja-JP" sz="2000" dirty="0">
                <a:ea typeface="ＭＳ Ｐゴシック" pitchFamily="34" charset="-128"/>
              </a:rPr>
              <a:t> </a:t>
            </a:r>
            <a:r>
              <a:rPr lang="en-US" altLang="ja-JP" sz="2000" dirty="0" err="1">
                <a:ea typeface="ＭＳ Ｐゴシック" pitchFamily="34" charset="-128"/>
              </a:rPr>
              <a:t>đổi</a:t>
            </a:r>
            <a:r>
              <a:rPr lang="en-US" altLang="ja-JP" sz="2000" dirty="0">
                <a:ea typeface="ＭＳ Ｐゴシック" pitchFamily="34" charset="-128"/>
              </a:rPr>
              <a:t> </a:t>
            </a:r>
            <a:r>
              <a:rPr lang="en-US" altLang="ja-JP" sz="2000" dirty="0" err="1">
                <a:ea typeface="ＭＳ Ｐゴシック" pitchFamily="34" charset="-128"/>
              </a:rPr>
              <a:t>độ</a:t>
            </a:r>
            <a:r>
              <a:rPr lang="en-US" altLang="ja-JP" sz="2000" dirty="0">
                <a:ea typeface="ＭＳ Ｐゴシック" pitchFamily="34" charset="-128"/>
              </a:rPr>
              <a:t> </a:t>
            </a:r>
            <a:r>
              <a:rPr lang="en-US" altLang="ja-JP" sz="2000" dirty="0" err="1">
                <a:ea typeface="ＭＳ Ｐゴシック" pitchFamily="34" charset="-128"/>
              </a:rPr>
              <a:t>dốc</a:t>
            </a:r>
            <a:r>
              <a:rPr lang="en-US" altLang="ja-JP" sz="2000" dirty="0">
                <a:ea typeface="ＭＳ Ｐゴシック" pitchFamily="34" charset="-128"/>
              </a:rPr>
              <a:t> </a:t>
            </a:r>
            <a:r>
              <a:rPr lang="en-US" altLang="ja-JP" sz="2000" dirty="0" err="1">
                <a:ea typeface="ＭＳ Ｐゴシック" pitchFamily="34" charset="-128"/>
              </a:rPr>
              <a:t>dọc</a:t>
            </a:r>
            <a:r>
              <a:rPr lang="en-US" altLang="ja-JP" sz="2000" dirty="0">
                <a:ea typeface="ＭＳ Ｐゴシック" pitchFamily="34" charset="-128"/>
              </a:rPr>
              <a:t> </a:t>
            </a:r>
            <a:r>
              <a:rPr lang="en-US" altLang="ja-JP" sz="2000" dirty="0" err="1">
                <a:ea typeface="ＭＳ Ｐゴシック" pitchFamily="34" charset="-128"/>
              </a:rPr>
              <a:t>trung</a:t>
            </a:r>
            <a:r>
              <a:rPr lang="en-US" altLang="ja-JP" sz="2000" dirty="0">
                <a:ea typeface="ＭＳ Ｐゴシック" pitchFamily="34" charset="-128"/>
              </a:rPr>
              <a:t> </a:t>
            </a:r>
            <a:r>
              <a:rPr lang="en-US" altLang="ja-JP" sz="2000" dirty="0" err="1">
                <a:ea typeface="ＭＳ Ｐゴシック" pitchFamily="34" charset="-128"/>
              </a:rPr>
              <a:t>bình</a:t>
            </a:r>
            <a:r>
              <a:rPr lang="en-US" altLang="ja-JP" sz="2000" dirty="0">
                <a:ea typeface="ＭＳ Ｐゴシック" pitchFamily="34" charset="-128"/>
              </a:rPr>
              <a:t> </a:t>
            </a:r>
            <a:r>
              <a:rPr lang="en-US" altLang="ja-JP" sz="2000" dirty="0" err="1">
                <a:ea typeface="ＭＳ Ｐゴシック" pitchFamily="34" charset="-128"/>
              </a:rPr>
              <a:t>của</a:t>
            </a:r>
            <a:r>
              <a:rPr lang="en-US" altLang="ja-JP" sz="2000" dirty="0">
                <a:ea typeface="ＭＳ Ｐゴシック" pitchFamily="34" charset="-128"/>
              </a:rPr>
              <a:t> 2 </a:t>
            </a:r>
            <a:r>
              <a:rPr lang="en-US" altLang="ja-JP" sz="2000" dirty="0" err="1">
                <a:ea typeface="ＭＳ Ｐゴシック" pitchFamily="34" charset="-128"/>
              </a:rPr>
              <a:t>dải</a:t>
            </a:r>
            <a:r>
              <a:rPr lang="en-US" altLang="ja-JP" sz="2000" dirty="0">
                <a:ea typeface="ＭＳ Ｐゴシック" pitchFamily="34" charset="-128"/>
              </a:rPr>
              <a:t> </a:t>
            </a:r>
            <a:r>
              <a:rPr lang="en-US" altLang="ja-JP" sz="2000" dirty="0" err="1">
                <a:ea typeface="ＭＳ Ｐゴシック" pitchFamily="34" charset="-128"/>
              </a:rPr>
              <a:t>vệt</a:t>
            </a:r>
            <a:r>
              <a:rPr lang="en-US" altLang="ja-JP" sz="2000" dirty="0">
                <a:ea typeface="ＭＳ Ｐゴシック" pitchFamily="34" charset="-128"/>
              </a:rPr>
              <a:t> </a:t>
            </a:r>
            <a:r>
              <a:rPr lang="en-US" altLang="ja-JP" sz="2000" dirty="0" err="1">
                <a:ea typeface="ＭＳ Ｐゴシック" pitchFamily="34" charset="-128"/>
              </a:rPr>
              <a:t>bánh</a:t>
            </a:r>
            <a:r>
              <a:rPr lang="en-US" altLang="ja-JP" sz="2000" dirty="0">
                <a:ea typeface="ＭＳ Ｐゴシック" pitchFamily="34" charset="-128"/>
              </a:rPr>
              <a:t> </a:t>
            </a:r>
            <a:endParaRPr lang="en-US" sz="2000" dirty="0"/>
          </a:p>
        </p:txBody>
      </p:sp>
      <p:pic>
        <p:nvPicPr>
          <p:cNvPr id="6148"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7588" y="2464713"/>
            <a:ext cx="7456487" cy="635913"/>
          </a:xfrm>
          <a:prstGeom prst="rect">
            <a:avLst/>
          </a:prstGeom>
          <a:noFill/>
          <a:ln>
            <a:noFill/>
          </a:ln>
        </p:spPr>
      </p:pic>
      <p:pic>
        <p:nvPicPr>
          <p:cNvPr id="6149"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1770" y="5057851"/>
            <a:ext cx="431818" cy="345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0" name="Picture 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7642" y="5486400"/>
            <a:ext cx="382605"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p:nvPr/>
        </p:nvSpPr>
        <p:spPr>
          <a:xfrm>
            <a:off x="228600" y="438666"/>
            <a:ext cx="7696200" cy="400110"/>
          </a:xfrm>
          <a:prstGeom prst="rect">
            <a:avLst/>
          </a:prstGeom>
        </p:spPr>
        <p:txBody>
          <a:bodyPr wrap="square">
            <a:spAutoFit/>
          </a:bodyPr>
          <a:lstStyle/>
          <a:p>
            <a:pPr>
              <a:spcBef>
                <a:spcPct val="50000"/>
              </a:spcBef>
            </a:pPr>
            <a:r>
              <a:rPr lang="en-US" sz="2000" b="1" dirty="0" err="1">
                <a:solidFill>
                  <a:srgbClr val="FF0000"/>
                </a:solidFill>
              </a:rPr>
              <a:t>Đặc</a:t>
            </a:r>
            <a:r>
              <a:rPr lang="en-US" sz="2000" b="1" dirty="0">
                <a:solidFill>
                  <a:srgbClr val="FF0000"/>
                </a:solidFill>
              </a:rPr>
              <a:t> </a:t>
            </a:r>
            <a:r>
              <a:rPr lang="en-US" sz="2000" b="1" dirty="0" err="1">
                <a:solidFill>
                  <a:srgbClr val="FF0000"/>
                </a:solidFill>
              </a:rPr>
              <a:t>trưng</a:t>
            </a:r>
            <a:r>
              <a:rPr lang="en-US" sz="2000" b="1" dirty="0">
                <a:solidFill>
                  <a:srgbClr val="FF0000"/>
                </a:solidFill>
              </a:rPr>
              <a:t> </a:t>
            </a:r>
            <a:r>
              <a:rPr lang="en-US" sz="2000" b="1" dirty="0" err="1">
                <a:solidFill>
                  <a:srgbClr val="FF0000"/>
                </a:solidFill>
              </a:rPr>
              <a:t>khai</a:t>
            </a:r>
            <a:r>
              <a:rPr lang="en-US" sz="2000" b="1" dirty="0">
                <a:solidFill>
                  <a:srgbClr val="FF0000"/>
                </a:solidFill>
              </a:rPr>
              <a:t> </a:t>
            </a:r>
            <a:r>
              <a:rPr lang="en-US" sz="2000" b="1" dirty="0" err="1">
                <a:solidFill>
                  <a:srgbClr val="FF0000"/>
                </a:solidFill>
              </a:rPr>
              <a:t>thác</a:t>
            </a:r>
            <a:r>
              <a:rPr lang="en-US" sz="2000" b="1" dirty="0">
                <a:solidFill>
                  <a:srgbClr val="FF0000"/>
                </a:solidFill>
              </a:rPr>
              <a:t> </a:t>
            </a:r>
            <a:r>
              <a:rPr lang="en-US" sz="2000" b="1" dirty="0" err="1">
                <a:solidFill>
                  <a:srgbClr val="FF0000"/>
                </a:solidFill>
              </a:rPr>
              <a:t>mặt</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 </a:t>
            </a:r>
            <a:r>
              <a:rPr lang="en-US" sz="2000" b="1" dirty="0" err="1">
                <a:solidFill>
                  <a:srgbClr val="FF0000"/>
                </a:solidFill>
              </a:rPr>
              <a:t>các</a:t>
            </a:r>
            <a:r>
              <a:rPr lang="en-US" sz="2000" b="1" dirty="0">
                <a:solidFill>
                  <a:srgbClr val="FF0000"/>
                </a:solidFill>
              </a:rPr>
              <a:t> </a:t>
            </a:r>
            <a:r>
              <a:rPr lang="en-US" sz="2000" b="1" dirty="0" err="1">
                <a:solidFill>
                  <a:srgbClr val="FF0000"/>
                </a:solidFill>
              </a:rPr>
              <a:t>chỉ</a:t>
            </a:r>
            <a:r>
              <a:rPr lang="en-US" sz="2000" b="1" dirty="0">
                <a:solidFill>
                  <a:srgbClr val="FF0000"/>
                </a:solidFill>
              </a:rPr>
              <a:t> </a:t>
            </a:r>
            <a:r>
              <a:rPr lang="en-US" sz="2000" b="1" dirty="0" err="1">
                <a:solidFill>
                  <a:srgbClr val="FF0000"/>
                </a:solidFill>
              </a:rPr>
              <a:t>tiêu</a:t>
            </a:r>
            <a:r>
              <a:rPr lang="en-US" sz="2000" b="1" dirty="0">
                <a:solidFill>
                  <a:srgbClr val="FF0000"/>
                </a:solidFill>
              </a:rPr>
              <a:t> </a:t>
            </a:r>
            <a:r>
              <a:rPr lang="en-US" sz="2000" b="1" dirty="0" err="1">
                <a:solidFill>
                  <a:srgbClr val="FF0000"/>
                </a:solidFill>
              </a:rPr>
              <a:t>tổng</a:t>
            </a:r>
            <a:r>
              <a:rPr lang="en-US" sz="2000" b="1" dirty="0">
                <a:solidFill>
                  <a:srgbClr val="FF0000"/>
                </a:solidFill>
              </a:rPr>
              <a:t> </a:t>
            </a:r>
            <a:r>
              <a:rPr lang="en-US" sz="2000" b="1" dirty="0" err="1">
                <a:solidFill>
                  <a:srgbClr val="FF0000"/>
                </a:solidFill>
              </a:rPr>
              <a:t>hợp</a:t>
            </a:r>
            <a:endParaRPr lang="en-US" sz="2000" b="1" dirty="0">
              <a:solidFill>
                <a:srgbClr val="FF0000"/>
              </a:solidFill>
            </a:endParaRPr>
          </a:p>
        </p:txBody>
      </p:sp>
    </p:spTree>
    <p:extLst>
      <p:ext uri="{BB962C8B-B14F-4D97-AF65-F5344CB8AC3E}">
        <p14:creationId xmlns:p14="http://schemas.microsoft.com/office/powerpoint/2010/main" val="724275519"/>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p:cNvSpPr txBox="1"/>
              <p:nvPr/>
            </p:nvSpPr>
            <p:spPr>
              <a:xfrm>
                <a:off x="1600200" y="2362202"/>
                <a:ext cx="6306214" cy="5052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bg2">
                              <a:lumMod val="10000"/>
                            </a:schemeClr>
                          </a:solidFill>
                          <a:latin typeface="Cambria Math"/>
                        </a:rPr>
                        <m:t>𝑃𝑆𝐼</m:t>
                      </m:r>
                      <m:r>
                        <a:rPr lang="en-US" sz="2400" b="0" i="1" smtClean="0">
                          <a:solidFill>
                            <a:schemeClr val="bg2">
                              <a:lumMod val="10000"/>
                            </a:schemeClr>
                          </a:solidFill>
                          <a:latin typeface="Cambria Math"/>
                        </a:rPr>
                        <m:t>=5.41 −1.78</m:t>
                      </m:r>
                      <m:func>
                        <m:funcPr>
                          <m:ctrlPr>
                            <a:rPr lang="en-US" sz="2400" b="0" i="1" smtClean="0">
                              <a:solidFill>
                                <a:schemeClr val="bg2">
                                  <a:lumMod val="10000"/>
                                </a:schemeClr>
                              </a:solidFill>
                              <a:latin typeface="Cambria Math" panose="02040503050406030204" pitchFamily="18" charset="0"/>
                            </a:rPr>
                          </m:ctrlPr>
                        </m:funcPr>
                        <m:fName>
                          <m:r>
                            <m:rPr>
                              <m:sty m:val="p"/>
                            </m:rPr>
                            <a:rPr lang="en-US" sz="2400" b="0" i="0" smtClean="0">
                              <a:solidFill>
                                <a:schemeClr val="bg2">
                                  <a:lumMod val="10000"/>
                                </a:schemeClr>
                              </a:solidFill>
                              <a:latin typeface="Cambria Math"/>
                            </a:rPr>
                            <m:t>log</m:t>
                          </m:r>
                        </m:fName>
                        <m:e>
                          <m:d>
                            <m:dPr>
                              <m:ctrlPr>
                                <a:rPr lang="en-US" sz="2400" b="0" i="1" smtClean="0">
                                  <a:solidFill>
                                    <a:schemeClr val="bg2">
                                      <a:lumMod val="10000"/>
                                    </a:schemeClr>
                                  </a:solidFill>
                                  <a:latin typeface="Cambria Math" panose="02040503050406030204" pitchFamily="18" charset="0"/>
                                </a:rPr>
                              </m:ctrlPr>
                            </m:dPr>
                            <m:e>
                              <m:r>
                                <a:rPr lang="en-US" sz="2400" b="0" i="1" smtClean="0">
                                  <a:solidFill>
                                    <a:schemeClr val="bg2">
                                      <a:lumMod val="10000"/>
                                    </a:schemeClr>
                                  </a:solidFill>
                                  <a:latin typeface="Cambria Math"/>
                                </a:rPr>
                                <m:t>1+</m:t>
                              </m:r>
                              <m:r>
                                <a:rPr lang="en-US" sz="2400" b="0" i="1" smtClean="0">
                                  <a:solidFill>
                                    <a:schemeClr val="bg2">
                                      <a:lumMod val="10000"/>
                                    </a:schemeClr>
                                  </a:solidFill>
                                  <a:latin typeface="Cambria Math"/>
                                </a:rPr>
                                <m:t>𝑆𝑉</m:t>
                              </m:r>
                            </m:e>
                          </m:d>
                          <m:r>
                            <a:rPr lang="en-US" sz="2400" b="0" i="1" smtClean="0">
                              <a:solidFill>
                                <a:schemeClr val="bg2">
                                  <a:lumMod val="10000"/>
                                </a:schemeClr>
                              </a:solidFill>
                              <a:latin typeface="Cambria Math"/>
                            </a:rPr>
                            <m:t>−0.09 </m:t>
                          </m:r>
                          <m:rad>
                            <m:radPr>
                              <m:degHide m:val="on"/>
                              <m:ctrlPr>
                                <a:rPr lang="en-US" sz="2400" b="0" i="1" smtClean="0">
                                  <a:solidFill>
                                    <a:schemeClr val="bg2">
                                      <a:lumMod val="10000"/>
                                    </a:schemeClr>
                                  </a:solidFill>
                                  <a:latin typeface="Cambria Math" panose="02040503050406030204" pitchFamily="18" charset="0"/>
                                </a:rPr>
                              </m:ctrlPr>
                            </m:radPr>
                            <m:deg/>
                            <m:e>
                              <m:r>
                                <a:rPr lang="en-US" sz="2400" b="0" i="1" smtClean="0">
                                  <a:solidFill>
                                    <a:schemeClr val="bg2">
                                      <a:lumMod val="10000"/>
                                    </a:schemeClr>
                                  </a:solidFill>
                                  <a:latin typeface="Cambria Math"/>
                                </a:rPr>
                                <m:t>𝐶</m:t>
                              </m:r>
                              <m:r>
                                <a:rPr lang="en-US" sz="2400" b="0" i="1" smtClean="0">
                                  <a:solidFill>
                                    <a:schemeClr val="bg2">
                                      <a:lumMod val="10000"/>
                                    </a:schemeClr>
                                  </a:solidFill>
                                  <a:latin typeface="Cambria Math"/>
                                </a:rPr>
                                <m:t>+</m:t>
                              </m:r>
                              <m:r>
                                <a:rPr lang="en-US" sz="2400" b="0" i="1" smtClean="0">
                                  <a:solidFill>
                                    <a:schemeClr val="bg2">
                                      <a:lumMod val="10000"/>
                                    </a:schemeClr>
                                  </a:solidFill>
                                  <a:latin typeface="Cambria Math"/>
                                </a:rPr>
                                <m:t>𝑃</m:t>
                              </m:r>
                            </m:e>
                          </m:rad>
                        </m:e>
                      </m:func>
                    </m:oMath>
                  </m:oMathPara>
                </a14:m>
                <a:endParaRPr lang="en-US" sz="2400" dirty="0">
                  <a:solidFill>
                    <a:schemeClr val="bg2">
                      <a:lumMod val="10000"/>
                    </a:schemeClr>
                  </a:solidFill>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1600200" y="2362202"/>
                <a:ext cx="6306214" cy="505203"/>
              </a:xfrm>
              <a:prstGeom prst="rect">
                <a:avLst/>
              </a:prstGeom>
              <a:blipFill rotWithShape="1">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3"/>
              <p:cNvSpPr txBox="1">
                <a:spLocks noChangeArrowheads="1"/>
              </p:cNvSpPr>
              <p:nvPr/>
            </p:nvSpPr>
            <p:spPr>
              <a:xfrm>
                <a:off x="962026" y="3025967"/>
                <a:ext cx="7953374" cy="1828800"/>
              </a:xfrm>
              <a:prstGeom prst="rect">
                <a:avLst/>
              </a:prstGeom>
              <a:noFill/>
            </p:spPr>
            <p:txBody>
              <a:bodyPr vert="horz" lIns="91440" tIns="45720" rIns="91440" bIns="45720" rtlCol="0">
                <a:normAutofit/>
              </a:bodyPr>
              <a:lstStyle>
                <a:lvl1pPr marL="0" indent="0" algn="r" defTabSz="914400" rtl="0" eaLnBrk="1" latinLnBrk="0" hangingPunct="1">
                  <a:spcBef>
                    <a:spcPct val="20000"/>
                  </a:spcBef>
                  <a:buFont typeface="Arial" pitchFamily="34" charset="0"/>
                  <a:buNone/>
                  <a:defRPr sz="2400" kern="1200">
                    <a:solidFill>
                      <a:schemeClr val="tx2">
                        <a:lumMod val="60000"/>
                        <a:lumOff val="40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Calibri"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5pPr>
                <a:lvl6pPr marL="2286000" indent="0" algn="ctr" defTabSz="914400" rtl="0" eaLnBrk="1" latinLnBrk="0" hangingPunct="1">
                  <a:spcBef>
                    <a:spcPct val="20000"/>
                  </a:spcBef>
                  <a:buClr>
                    <a:schemeClr val="tx1"/>
                  </a:buClr>
                  <a:buFont typeface="Calibri" pitchFamily="34" charset="0"/>
                  <a:buNone/>
                  <a:defRPr sz="18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Calibri" pitchFamily="34" charset="0"/>
                  <a:buNone/>
                  <a:defRPr sz="1800" kern="1200">
                    <a:solidFill>
                      <a:schemeClr val="tx1">
                        <a:tint val="75000"/>
                      </a:schemeClr>
                    </a:solidFill>
                    <a:latin typeface="+mn-lt"/>
                    <a:ea typeface="+mn-ea"/>
                    <a:cs typeface="+mn-cs"/>
                  </a:defRPr>
                </a:lvl7pPr>
                <a:lvl8pPr marL="3200400" indent="0" algn="ctr" defTabSz="914400" rtl="0" eaLnBrk="1" latinLnBrk="0" hangingPunct="1">
                  <a:spcBef>
                    <a:spcPct val="20000"/>
                  </a:spcBef>
                  <a:buClr>
                    <a:schemeClr val="tx1"/>
                  </a:buClr>
                  <a:buFont typeface="Calibri" pitchFamily="34" charset="0"/>
                  <a:buNone/>
                  <a:defRPr sz="1800" kern="1200">
                    <a:solidFill>
                      <a:schemeClr val="tx1">
                        <a:tint val="75000"/>
                      </a:schemeClr>
                    </a:solidFill>
                    <a:latin typeface="+mn-lt"/>
                    <a:ea typeface="+mn-ea"/>
                    <a:cs typeface="+mn-cs"/>
                  </a:defRPr>
                </a:lvl8pPr>
                <a:lvl9pPr marL="3657600" indent="0" algn="ctr" defTabSz="914400" rtl="0" eaLnBrk="1" latinLnBrk="0" hangingPunct="1">
                  <a:spcBef>
                    <a:spcPct val="20000"/>
                  </a:spcBef>
                  <a:buClr>
                    <a:schemeClr val="tx1"/>
                  </a:buClr>
                  <a:buFont typeface="Calibri" pitchFamily="34" charset="0"/>
                  <a:buNone/>
                  <a:defRPr sz="1800" kern="1200">
                    <a:solidFill>
                      <a:schemeClr val="tx1">
                        <a:tint val="75000"/>
                      </a:schemeClr>
                    </a:solidFill>
                    <a:latin typeface="+mn-lt"/>
                    <a:ea typeface="+mn-ea"/>
                    <a:cs typeface="+mn-cs"/>
                  </a:defRPr>
                </a:lvl9pPr>
              </a:lstStyle>
              <a:p>
                <a:pPr algn="l">
                  <a:lnSpc>
                    <a:spcPct val="120000"/>
                  </a:lnSpc>
                  <a:spcBef>
                    <a:spcPts val="600"/>
                  </a:spcBef>
                  <a:buFontTx/>
                  <a:buNone/>
                </a:pPr>
                <a:r>
                  <a:rPr lang="en-US" sz="2000" dirty="0">
                    <a:solidFill>
                      <a:schemeClr val="bg2">
                        <a:lumMod val="10000"/>
                      </a:schemeClr>
                    </a:solidFill>
                  </a:rPr>
                  <a:t>C – </a:t>
                </a:r>
                <a:r>
                  <a:rPr lang="en-US" sz="2000" dirty="0" err="1">
                    <a:solidFill>
                      <a:schemeClr val="bg2">
                        <a:lumMod val="10000"/>
                      </a:schemeClr>
                    </a:solidFill>
                  </a:rPr>
                  <a:t>tổng</a:t>
                </a:r>
                <a:r>
                  <a:rPr lang="en-US" sz="2000" dirty="0">
                    <a:solidFill>
                      <a:schemeClr val="bg2">
                        <a:lumMod val="10000"/>
                      </a:schemeClr>
                    </a:solidFill>
                  </a:rPr>
                  <a:t> </a:t>
                </a:r>
                <a:r>
                  <a:rPr lang="en-US" sz="2000" dirty="0" err="1">
                    <a:solidFill>
                      <a:schemeClr val="bg2">
                        <a:lumMod val="10000"/>
                      </a:schemeClr>
                    </a:solidFill>
                  </a:rPr>
                  <a:t>chiều</a:t>
                </a:r>
                <a:r>
                  <a:rPr lang="en-US" sz="2000" dirty="0">
                    <a:solidFill>
                      <a:schemeClr val="bg2">
                        <a:lumMod val="10000"/>
                      </a:schemeClr>
                    </a:solidFill>
                  </a:rPr>
                  <a:t> </a:t>
                </a:r>
                <a:r>
                  <a:rPr lang="en-US" sz="2000" dirty="0" err="1">
                    <a:solidFill>
                      <a:schemeClr val="bg2">
                        <a:lumMod val="10000"/>
                      </a:schemeClr>
                    </a:solidFill>
                  </a:rPr>
                  <a:t>dài</a:t>
                </a:r>
                <a:r>
                  <a:rPr lang="en-US" sz="2000" dirty="0">
                    <a:solidFill>
                      <a:schemeClr val="bg2">
                        <a:lumMod val="10000"/>
                      </a:schemeClr>
                    </a:solidFill>
                  </a:rPr>
                  <a:t> </a:t>
                </a:r>
                <a:r>
                  <a:rPr lang="en-US" sz="2000" dirty="0" err="1">
                    <a:solidFill>
                      <a:schemeClr val="bg2">
                        <a:lumMod val="10000"/>
                      </a:schemeClr>
                    </a:solidFill>
                  </a:rPr>
                  <a:t>nứt</a:t>
                </a:r>
                <a:r>
                  <a:rPr lang="en-US" sz="2000" dirty="0">
                    <a:solidFill>
                      <a:schemeClr val="bg2">
                        <a:lumMod val="10000"/>
                      </a:schemeClr>
                    </a:solidFill>
                  </a:rPr>
                  <a:t> </a:t>
                </a:r>
                <a:r>
                  <a:rPr lang="en-US" sz="2000" dirty="0" err="1">
                    <a:solidFill>
                      <a:schemeClr val="bg2">
                        <a:lumMod val="10000"/>
                      </a:schemeClr>
                    </a:solidFill>
                  </a:rPr>
                  <a:t>cấp</a:t>
                </a:r>
                <a:r>
                  <a:rPr lang="en-US" sz="2000" dirty="0">
                    <a:solidFill>
                      <a:schemeClr val="bg2">
                        <a:lumMod val="10000"/>
                      </a:schemeClr>
                    </a:solidFill>
                  </a:rPr>
                  <a:t>  3 </a:t>
                </a:r>
                <a:r>
                  <a:rPr lang="en-US" sz="2000" dirty="0" err="1">
                    <a:solidFill>
                      <a:schemeClr val="bg2">
                        <a:lumMod val="10000"/>
                      </a:schemeClr>
                    </a:solidFill>
                  </a:rPr>
                  <a:t>và</a:t>
                </a:r>
                <a:r>
                  <a:rPr lang="en-US" sz="2000" dirty="0">
                    <a:solidFill>
                      <a:schemeClr val="bg2">
                        <a:lumMod val="10000"/>
                      </a:schemeClr>
                    </a:solidFill>
                  </a:rPr>
                  <a:t> </a:t>
                </a:r>
                <a:r>
                  <a:rPr lang="en-US" sz="2000" dirty="0" err="1">
                    <a:solidFill>
                      <a:schemeClr val="bg2">
                        <a:lumMod val="10000"/>
                      </a:schemeClr>
                    </a:solidFill>
                  </a:rPr>
                  <a:t>cấp</a:t>
                </a:r>
                <a:r>
                  <a:rPr lang="en-US" sz="2000" dirty="0">
                    <a:solidFill>
                      <a:schemeClr val="bg2">
                        <a:lumMod val="10000"/>
                      </a:schemeClr>
                    </a:solidFill>
                  </a:rPr>
                  <a:t> 4 (</a:t>
                </a:r>
                <a:r>
                  <a:rPr lang="en-US" sz="2000" dirty="0" err="1">
                    <a:solidFill>
                      <a:schemeClr val="bg2">
                        <a:lumMod val="10000"/>
                      </a:schemeClr>
                    </a:solidFill>
                  </a:rPr>
                  <a:t>vết</a:t>
                </a:r>
                <a:r>
                  <a:rPr lang="en-US" sz="2000" dirty="0">
                    <a:solidFill>
                      <a:schemeClr val="bg2">
                        <a:lumMod val="10000"/>
                      </a:schemeClr>
                    </a:solidFill>
                  </a:rPr>
                  <a:t> </a:t>
                </a:r>
                <a:r>
                  <a:rPr lang="en-US" sz="2000" dirty="0" err="1">
                    <a:solidFill>
                      <a:schemeClr val="bg2">
                        <a:lumMod val="10000"/>
                      </a:schemeClr>
                    </a:solidFill>
                  </a:rPr>
                  <a:t>nứt</a:t>
                </a:r>
                <a:r>
                  <a:rPr lang="en-US" sz="2000" dirty="0">
                    <a:solidFill>
                      <a:schemeClr val="bg2">
                        <a:lumMod val="10000"/>
                      </a:schemeClr>
                    </a:solidFill>
                  </a:rPr>
                  <a:t> hay </a:t>
                </a:r>
                <a:r>
                  <a:rPr lang="en-US" sz="2000" dirty="0" err="1">
                    <a:solidFill>
                      <a:schemeClr val="bg2">
                        <a:lumMod val="10000"/>
                      </a:schemeClr>
                    </a:solidFill>
                  </a:rPr>
                  <a:t>vết</a:t>
                </a:r>
                <a:r>
                  <a:rPr lang="en-US" sz="2000" dirty="0">
                    <a:solidFill>
                      <a:schemeClr val="bg2">
                        <a:lumMod val="10000"/>
                      </a:schemeClr>
                    </a:solidFill>
                  </a:rPr>
                  <a:t> </a:t>
                </a:r>
                <a:r>
                  <a:rPr lang="en-US" sz="2000" dirty="0" err="1">
                    <a:solidFill>
                      <a:schemeClr val="bg2">
                        <a:lumMod val="10000"/>
                      </a:schemeClr>
                    </a:solidFill>
                  </a:rPr>
                  <a:t>vỡ</a:t>
                </a:r>
                <a:r>
                  <a:rPr lang="en-US" sz="2000" dirty="0">
                    <a:solidFill>
                      <a:schemeClr val="bg2">
                        <a:lumMod val="10000"/>
                      </a:schemeClr>
                    </a:solidFill>
                  </a:rPr>
                  <a:t> </a:t>
                </a:r>
                <a:r>
                  <a:rPr lang="en-US" sz="2000" dirty="0" err="1">
                    <a:solidFill>
                      <a:schemeClr val="bg2">
                        <a:lumMod val="10000"/>
                      </a:schemeClr>
                    </a:solidFill>
                  </a:rPr>
                  <a:t>rộng</a:t>
                </a:r>
                <a:r>
                  <a:rPr lang="en-US" sz="2000" dirty="0">
                    <a:solidFill>
                      <a:schemeClr val="bg2">
                        <a:lumMod val="10000"/>
                      </a:schemeClr>
                    </a:solidFill>
                  </a:rPr>
                  <a:t> </a:t>
                </a:r>
                <a:r>
                  <a:rPr lang="en-US" sz="2000" dirty="0" err="1">
                    <a:solidFill>
                      <a:schemeClr val="bg2">
                        <a:lumMod val="10000"/>
                      </a:schemeClr>
                    </a:solidFill>
                  </a:rPr>
                  <a:t>bằng</a:t>
                </a:r>
                <a:r>
                  <a:rPr lang="en-US" sz="2000" dirty="0">
                    <a:solidFill>
                      <a:schemeClr val="bg2">
                        <a:lumMod val="10000"/>
                      </a:schemeClr>
                    </a:solidFill>
                  </a:rPr>
                  <a:t> hay </a:t>
                </a:r>
                <a:r>
                  <a:rPr lang="en-US" sz="2000" dirty="0" err="1">
                    <a:solidFill>
                      <a:schemeClr val="bg2">
                        <a:lumMod val="10000"/>
                      </a:schemeClr>
                    </a:solidFill>
                  </a:rPr>
                  <a:t>lớn</a:t>
                </a:r>
                <a:r>
                  <a:rPr lang="en-US" sz="2000" dirty="0">
                    <a:solidFill>
                      <a:schemeClr val="bg2">
                        <a:lumMod val="10000"/>
                      </a:schemeClr>
                    </a:solidFill>
                  </a:rPr>
                  <a:t> </a:t>
                </a:r>
                <a:r>
                  <a:rPr lang="en-US" sz="2000" dirty="0" err="1">
                    <a:solidFill>
                      <a:schemeClr val="bg2">
                        <a:lumMod val="10000"/>
                      </a:schemeClr>
                    </a:solidFill>
                  </a:rPr>
                  <a:t>hơn</a:t>
                </a:r>
                <a:r>
                  <a:rPr lang="en-US" sz="2000" dirty="0">
                    <a:solidFill>
                      <a:schemeClr val="bg2">
                        <a:lumMod val="10000"/>
                      </a:schemeClr>
                    </a:solidFill>
                  </a:rPr>
                  <a:t> ¼ inches) </a:t>
                </a:r>
                <a:r>
                  <a:rPr lang="en-US" sz="2000" dirty="0" err="1">
                    <a:solidFill>
                      <a:schemeClr val="bg2">
                        <a:lumMod val="10000"/>
                      </a:schemeClr>
                    </a:solidFill>
                  </a:rPr>
                  <a:t>trên</a:t>
                </a:r>
                <a:r>
                  <a:rPr lang="en-US" sz="2000" dirty="0">
                    <a:solidFill>
                      <a:schemeClr val="bg2">
                        <a:lumMod val="10000"/>
                      </a:schemeClr>
                    </a:solidFill>
                  </a:rPr>
                  <a:t> 1000 ft</a:t>
                </a:r>
                <a:r>
                  <a:rPr lang="en-US" sz="2000" baseline="30000" dirty="0">
                    <a:solidFill>
                      <a:schemeClr val="bg2">
                        <a:lumMod val="10000"/>
                      </a:schemeClr>
                    </a:solidFill>
                  </a:rPr>
                  <a:t>2</a:t>
                </a:r>
                <a:r>
                  <a:rPr lang="en-US" sz="2000" dirty="0">
                    <a:solidFill>
                      <a:schemeClr val="bg2">
                        <a:lumMod val="10000"/>
                      </a:schemeClr>
                    </a:solidFill>
                  </a:rPr>
                  <a:t>  </a:t>
                </a:r>
                <a:r>
                  <a:rPr lang="en-US" sz="2000" dirty="0" err="1">
                    <a:solidFill>
                      <a:schemeClr val="bg2">
                        <a:lumMod val="10000"/>
                      </a:schemeClr>
                    </a:solidFill>
                  </a:rPr>
                  <a:t>diện</a:t>
                </a:r>
                <a:r>
                  <a:rPr lang="en-US" sz="2000" dirty="0">
                    <a:solidFill>
                      <a:schemeClr val="bg2">
                        <a:lumMod val="10000"/>
                      </a:schemeClr>
                    </a:solidFill>
                  </a:rPr>
                  <a:t> </a:t>
                </a:r>
                <a:r>
                  <a:rPr lang="en-US" sz="2000" dirty="0" err="1">
                    <a:solidFill>
                      <a:schemeClr val="bg2">
                        <a:lumMod val="10000"/>
                      </a:schemeClr>
                    </a:solidFill>
                  </a:rPr>
                  <a:t>tích</a:t>
                </a:r>
                <a:r>
                  <a:rPr lang="en-US" sz="2000" dirty="0">
                    <a:solidFill>
                      <a:schemeClr val="bg2">
                        <a:lumMod val="10000"/>
                      </a:schemeClr>
                    </a:solidFill>
                  </a:rPr>
                  <a:t> </a:t>
                </a:r>
                <a:r>
                  <a:rPr lang="en-US" sz="2000" dirty="0" err="1">
                    <a:solidFill>
                      <a:schemeClr val="bg2">
                        <a:lumMod val="10000"/>
                      </a:schemeClr>
                    </a:solidFill>
                  </a:rPr>
                  <a:t>làn</a:t>
                </a:r>
                <a:r>
                  <a:rPr lang="en-US" sz="2000" dirty="0">
                    <a:solidFill>
                      <a:schemeClr val="bg2">
                        <a:lumMod val="10000"/>
                      </a:schemeClr>
                    </a:solidFill>
                  </a:rPr>
                  <a:t> </a:t>
                </a:r>
                <a:r>
                  <a:rPr lang="en-US" sz="2000" dirty="0" err="1">
                    <a:solidFill>
                      <a:schemeClr val="bg2">
                        <a:lumMod val="10000"/>
                      </a:schemeClr>
                    </a:solidFill>
                  </a:rPr>
                  <a:t>xe</a:t>
                </a:r>
                <a:endParaRPr lang="en-US" sz="2000" dirty="0">
                  <a:solidFill>
                    <a:schemeClr val="bg2">
                      <a:lumMod val="10000"/>
                    </a:schemeClr>
                  </a:solidFill>
                </a:endParaRPr>
              </a:p>
              <a:p>
                <a:pPr algn="l">
                  <a:lnSpc>
                    <a:spcPct val="120000"/>
                  </a:lnSpc>
                  <a:spcBef>
                    <a:spcPts val="600"/>
                  </a:spcBef>
                  <a:buFontTx/>
                  <a:buNone/>
                </a:pPr>
                <a:r>
                  <a:rPr lang="en-US" sz="2000" dirty="0">
                    <a:solidFill>
                      <a:schemeClr val="bg2">
                        <a:lumMod val="10000"/>
                      </a:schemeClr>
                    </a:solidFill>
                  </a:rPr>
                  <a:t>P -  </a:t>
                </a:r>
                <a:r>
                  <a:rPr lang="en-US" sz="2000" dirty="0" err="1">
                    <a:solidFill>
                      <a:schemeClr val="bg2">
                        <a:lumMod val="10000"/>
                      </a:schemeClr>
                    </a:solidFill>
                  </a:rPr>
                  <a:t>diện</a:t>
                </a:r>
                <a:r>
                  <a:rPr lang="en-US" sz="2000" dirty="0">
                    <a:solidFill>
                      <a:schemeClr val="bg2">
                        <a:lumMod val="10000"/>
                      </a:schemeClr>
                    </a:solidFill>
                  </a:rPr>
                  <a:t> </a:t>
                </a:r>
                <a:r>
                  <a:rPr lang="en-US" sz="2000" dirty="0" err="1">
                    <a:solidFill>
                      <a:schemeClr val="bg2">
                        <a:lumMod val="10000"/>
                      </a:schemeClr>
                    </a:solidFill>
                  </a:rPr>
                  <a:t>tích</a:t>
                </a:r>
                <a:r>
                  <a:rPr lang="en-US" sz="2000" dirty="0">
                    <a:solidFill>
                      <a:schemeClr val="bg2">
                        <a:lumMod val="10000"/>
                      </a:schemeClr>
                    </a:solidFill>
                  </a:rPr>
                  <a:t> </a:t>
                </a:r>
                <a:r>
                  <a:rPr lang="en-US" sz="2000" dirty="0" err="1">
                    <a:solidFill>
                      <a:schemeClr val="bg2">
                        <a:lumMod val="10000"/>
                      </a:schemeClr>
                    </a:solidFill>
                  </a:rPr>
                  <a:t>vá</a:t>
                </a:r>
                <a:r>
                  <a:rPr lang="en-US" sz="2000" dirty="0">
                    <a:solidFill>
                      <a:schemeClr val="bg2">
                        <a:lumMod val="10000"/>
                      </a:schemeClr>
                    </a:solidFill>
                  </a:rPr>
                  <a:t> (ft</a:t>
                </a:r>
                <a:r>
                  <a:rPr lang="en-US" sz="2000" baseline="30000" dirty="0">
                    <a:solidFill>
                      <a:schemeClr val="bg2">
                        <a:lumMod val="10000"/>
                      </a:schemeClr>
                    </a:solidFill>
                  </a:rPr>
                  <a:t>2</a:t>
                </a:r>
                <a:r>
                  <a:rPr lang="en-US" sz="2000" dirty="0">
                    <a:solidFill>
                      <a:schemeClr val="bg2">
                        <a:lumMod val="10000"/>
                      </a:schemeClr>
                    </a:solidFill>
                  </a:rPr>
                  <a:t>/1000 ft</a:t>
                </a:r>
                <a:r>
                  <a:rPr lang="en-US" sz="2000" baseline="30000" dirty="0">
                    <a:solidFill>
                      <a:schemeClr val="bg2">
                        <a:lumMod val="10000"/>
                      </a:schemeClr>
                    </a:solidFill>
                  </a:rPr>
                  <a:t>2</a:t>
                </a:r>
                <a:r>
                  <a:rPr lang="en-US" sz="2000" dirty="0">
                    <a:solidFill>
                      <a:schemeClr val="bg2">
                        <a:lumMod val="10000"/>
                      </a:schemeClr>
                    </a:solidFill>
                  </a:rPr>
                  <a:t>)</a:t>
                </a:r>
              </a:p>
              <a:p>
                <a:pPr algn="l">
                  <a:lnSpc>
                    <a:spcPct val="120000"/>
                  </a:lnSpc>
                  <a:spcBef>
                    <a:spcPts val="600"/>
                  </a:spcBef>
                  <a:buFontTx/>
                  <a:buNone/>
                </a:pPr>
                <a:r>
                  <a:rPr lang="en-US" sz="2000" dirty="0">
                    <a:solidFill>
                      <a:schemeClr val="bg2">
                        <a:lumMod val="10000"/>
                      </a:schemeClr>
                    </a:solidFill>
                  </a:rPr>
                  <a:t>      </a:t>
                </a:r>
                <a14:m>
                  <m:oMath xmlns:m="http://schemas.openxmlformats.org/officeDocument/2006/math">
                    <m:acc>
                      <m:accPr>
                        <m:chr m:val="̅"/>
                        <m:ctrlPr>
                          <a:rPr lang="en-US" sz="2000" i="1" smtClean="0">
                            <a:solidFill>
                              <a:schemeClr val="bg2">
                                <a:lumMod val="10000"/>
                              </a:schemeClr>
                            </a:solidFill>
                            <a:latin typeface="Cambria Math" panose="02040503050406030204" pitchFamily="18" charset="0"/>
                          </a:rPr>
                        </m:ctrlPr>
                      </m:accPr>
                      <m:e>
                        <m:r>
                          <a:rPr lang="en-US" sz="2000" b="0" i="1" smtClean="0">
                            <a:solidFill>
                              <a:schemeClr val="bg2">
                                <a:lumMod val="10000"/>
                              </a:schemeClr>
                            </a:solidFill>
                            <a:latin typeface="Cambria Math"/>
                          </a:rPr>
                          <m:t>𝑆𝑉</m:t>
                        </m:r>
                      </m:e>
                    </m:acc>
                  </m:oMath>
                </a14:m>
                <a:r>
                  <a:rPr lang="en-US" sz="2000" dirty="0">
                    <a:solidFill>
                      <a:schemeClr val="bg2">
                        <a:lumMod val="10000"/>
                      </a:schemeClr>
                    </a:solidFill>
                  </a:rPr>
                  <a:t> - </a:t>
                </a:r>
                <a:r>
                  <a:rPr lang="en-US" sz="2000" dirty="0" err="1">
                    <a:solidFill>
                      <a:schemeClr val="bg2">
                        <a:lumMod val="10000"/>
                      </a:schemeClr>
                    </a:solidFill>
                  </a:rPr>
                  <a:t>thay</a:t>
                </a:r>
                <a:r>
                  <a:rPr lang="en-US" sz="2000" dirty="0">
                    <a:solidFill>
                      <a:schemeClr val="bg2">
                        <a:lumMod val="10000"/>
                      </a:schemeClr>
                    </a:solidFill>
                  </a:rPr>
                  <a:t> </a:t>
                </a:r>
                <a:r>
                  <a:rPr lang="en-US" sz="2000" dirty="0" err="1">
                    <a:solidFill>
                      <a:schemeClr val="bg2">
                        <a:lumMod val="10000"/>
                      </a:schemeClr>
                    </a:solidFill>
                  </a:rPr>
                  <a:t>đổi</a:t>
                </a:r>
                <a:r>
                  <a:rPr lang="en-US" sz="2000" dirty="0">
                    <a:solidFill>
                      <a:schemeClr val="bg2">
                        <a:lumMod val="10000"/>
                      </a:schemeClr>
                    </a:solidFill>
                  </a:rPr>
                  <a:t> </a:t>
                </a:r>
                <a:r>
                  <a:rPr lang="en-US" sz="2000" dirty="0" err="1">
                    <a:solidFill>
                      <a:schemeClr val="bg2">
                        <a:lumMod val="10000"/>
                      </a:schemeClr>
                    </a:solidFill>
                  </a:rPr>
                  <a:t>độ</a:t>
                </a:r>
                <a:r>
                  <a:rPr lang="en-US" sz="2000" dirty="0">
                    <a:solidFill>
                      <a:schemeClr val="bg2">
                        <a:lumMod val="10000"/>
                      </a:schemeClr>
                    </a:solidFill>
                  </a:rPr>
                  <a:t> </a:t>
                </a:r>
                <a:r>
                  <a:rPr lang="en-US" sz="2000" dirty="0" err="1">
                    <a:solidFill>
                      <a:schemeClr val="bg2">
                        <a:lumMod val="10000"/>
                      </a:schemeClr>
                    </a:solidFill>
                  </a:rPr>
                  <a:t>dốc</a:t>
                </a:r>
                <a:r>
                  <a:rPr lang="en-US" sz="2000" dirty="0">
                    <a:solidFill>
                      <a:schemeClr val="bg2">
                        <a:lumMod val="10000"/>
                      </a:schemeClr>
                    </a:solidFill>
                  </a:rPr>
                  <a:t> * 10</a:t>
                </a:r>
                <a:r>
                  <a:rPr lang="en-US" sz="2000" baseline="30000" dirty="0">
                    <a:solidFill>
                      <a:schemeClr val="bg2">
                        <a:lumMod val="10000"/>
                      </a:schemeClr>
                    </a:solidFill>
                  </a:rPr>
                  <a:t>6</a:t>
                </a:r>
                <a:r>
                  <a:rPr lang="en-US" sz="2000" dirty="0">
                    <a:solidFill>
                      <a:schemeClr val="bg2">
                        <a:lumMod val="10000"/>
                      </a:schemeClr>
                    </a:solidFill>
                  </a:rPr>
                  <a:t> (</a:t>
                </a:r>
                <a:r>
                  <a:rPr lang="en-US" sz="2000" dirty="0" err="1">
                    <a:solidFill>
                      <a:schemeClr val="bg2">
                        <a:lumMod val="10000"/>
                      </a:schemeClr>
                    </a:solidFill>
                  </a:rPr>
                  <a:t>trung</a:t>
                </a:r>
                <a:r>
                  <a:rPr lang="en-US" sz="2000" dirty="0">
                    <a:solidFill>
                      <a:schemeClr val="bg2">
                        <a:lumMod val="10000"/>
                      </a:schemeClr>
                    </a:solidFill>
                  </a:rPr>
                  <a:t> </a:t>
                </a:r>
                <a:r>
                  <a:rPr lang="en-US" sz="2000" dirty="0" err="1">
                    <a:solidFill>
                      <a:schemeClr val="bg2">
                        <a:lumMod val="10000"/>
                      </a:schemeClr>
                    </a:solidFill>
                  </a:rPr>
                  <a:t>bình</a:t>
                </a:r>
                <a:r>
                  <a:rPr lang="en-US" sz="2000" dirty="0">
                    <a:solidFill>
                      <a:schemeClr val="bg2">
                        <a:lumMod val="10000"/>
                      </a:schemeClr>
                    </a:solidFill>
                  </a:rPr>
                  <a:t> </a:t>
                </a:r>
                <a:r>
                  <a:rPr lang="en-US" sz="2000" dirty="0" err="1">
                    <a:solidFill>
                      <a:schemeClr val="bg2">
                        <a:lumMod val="10000"/>
                      </a:schemeClr>
                    </a:solidFill>
                  </a:rPr>
                  <a:t>cho</a:t>
                </a:r>
                <a:r>
                  <a:rPr lang="en-US" sz="2000" dirty="0">
                    <a:solidFill>
                      <a:schemeClr val="bg2">
                        <a:lumMod val="10000"/>
                      </a:schemeClr>
                    </a:solidFill>
                  </a:rPr>
                  <a:t> </a:t>
                </a:r>
                <a:r>
                  <a:rPr lang="en-US" sz="2000" dirty="0" err="1">
                    <a:solidFill>
                      <a:schemeClr val="bg2">
                        <a:lumMod val="10000"/>
                      </a:schemeClr>
                    </a:solidFill>
                  </a:rPr>
                  <a:t>hai</a:t>
                </a:r>
                <a:r>
                  <a:rPr lang="en-US" sz="2000" dirty="0">
                    <a:solidFill>
                      <a:schemeClr val="bg2">
                        <a:lumMod val="10000"/>
                      </a:schemeClr>
                    </a:solidFill>
                  </a:rPr>
                  <a:t> </a:t>
                </a:r>
                <a:r>
                  <a:rPr lang="en-US" sz="2000" dirty="0" err="1">
                    <a:solidFill>
                      <a:schemeClr val="bg2">
                        <a:lumMod val="10000"/>
                      </a:schemeClr>
                    </a:solidFill>
                  </a:rPr>
                  <a:t>vệt</a:t>
                </a:r>
                <a:r>
                  <a:rPr lang="en-US" sz="2000" dirty="0">
                    <a:solidFill>
                      <a:schemeClr val="bg2">
                        <a:lumMod val="10000"/>
                      </a:schemeClr>
                    </a:solidFill>
                  </a:rPr>
                  <a:t> </a:t>
                </a:r>
                <a:r>
                  <a:rPr lang="en-US" sz="2000" dirty="0" err="1">
                    <a:solidFill>
                      <a:schemeClr val="bg2">
                        <a:lumMod val="10000"/>
                      </a:schemeClr>
                    </a:solidFill>
                  </a:rPr>
                  <a:t>bánh</a:t>
                </a:r>
                <a:r>
                  <a:rPr lang="en-US" sz="2000" dirty="0">
                    <a:solidFill>
                      <a:schemeClr val="bg2">
                        <a:lumMod val="10000"/>
                      </a:schemeClr>
                    </a:solidFill>
                  </a:rPr>
                  <a:t> </a:t>
                </a:r>
                <a:r>
                  <a:rPr lang="en-US" sz="2000" dirty="0" err="1">
                    <a:solidFill>
                      <a:schemeClr val="bg2">
                        <a:lumMod val="10000"/>
                      </a:schemeClr>
                    </a:solidFill>
                  </a:rPr>
                  <a:t>xe</a:t>
                </a:r>
                <a:r>
                  <a:rPr lang="en-US" sz="2000" dirty="0">
                    <a:solidFill>
                      <a:schemeClr val="bg2">
                        <a:lumMod val="10000"/>
                      </a:schemeClr>
                    </a:solidFill>
                  </a:rPr>
                  <a:t>)</a:t>
                </a:r>
                <a:endParaRPr lang="en-US" altLang="ja-JP" sz="2000" dirty="0">
                  <a:solidFill>
                    <a:schemeClr val="bg2">
                      <a:lumMod val="10000"/>
                    </a:schemeClr>
                  </a:solidFill>
                  <a:ea typeface="ＭＳ Ｐゴシック" pitchFamily="34" charset="-128"/>
                </a:endParaRPr>
              </a:p>
            </p:txBody>
          </p:sp>
        </mc:Choice>
        <mc:Fallback xmlns="">
          <p:sp>
            <p:nvSpPr>
              <p:cNvPr id="7" name="Rectangle 3"/>
              <p:cNvSpPr txBox="1">
                <a:spLocks noRot="1" noChangeAspect="1" noMove="1" noResize="1" noEditPoints="1" noAdjustHandles="1" noChangeArrowheads="1" noChangeShapeType="1" noTextEdit="1"/>
              </p:cNvSpPr>
              <p:nvPr/>
            </p:nvSpPr>
            <p:spPr>
              <a:xfrm>
                <a:off x="962026" y="3025967"/>
                <a:ext cx="7953374" cy="1828800"/>
              </a:xfrm>
              <a:prstGeom prst="rect">
                <a:avLst/>
              </a:prstGeom>
              <a:blipFill rotWithShape="1">
                <a:blip r:embed="rId4"/>
                <a:stretch>
                  <a:fillRect l="-843"/>
                </a:stretch>
              </a:blipFill>
            </p:spPr>
            <p:txBody>
              <a:bodyPr/>
              <a:lstStyle/>
              <a:p>
                <a:r>
                  <a:rPr lang="en-US">
                    <a:noFill/>
                  </a:rPr>
                  <a:t> </a:t>
                </a:r>
              </a:p>
            </p:txBody>
          </p:sp>
        </mc:Fallback>
      </mc:AlternateContent>
      <p:sp>
        <p:nvSpPr>
          <p:cNvPr id="9" name="Rectangle 8"/>
          <p:cNvSpPr/>
          <p:nvPr/>
        </p:nvSpPr>
        <p:spPr>
          <a:xfrm>
            <a:off x="228600" y="438666"/>
            <a:ext cx="7696200" cy="400110"/>
          </a:xfrm>
          <a:prstGeom prst="rect">
            <a:avLst/>
          </a:prstGeom>
        </p:spPr>
        <p:txBody>
          <a:bodyPr wrap="square">
            <a:spAutoFit/>
          </a:bodyPr>
          <a:lstStyle/>
          <a:p>
            <a:pPr>
              <a:spcBef>
                <a:spcPct val="50000"/>
              </a:spcBef>
            </a:pPr>
            <a:r>
              <a:rPr lang="en-US" sz="2000" b="1" dirty="0" err="1">
                <a:solidFill>
                  <a:srgbClr val="FF0000"/>
                </a:solidFill>
              </a:rPr>
              <a:t>Đặc</a:t>
            </a:r>
            <a:r>
              <a:rPr lang="en-US" sz="2000" b="1" dirty="0">
                <a:solidFill>
                  <a:srgbClr val="FF0000"/>
                </a:solidFill>
              </a:rPr>
              <a:t> </a:t>
            </a:r>
            <a:r>
              <a:rPr lang="en-US" sz="2000" b="1" dirty="0" err="1">
                <a:solidFill>
                  <a:srgbClr val="FF0000"/>
                </a:solidFill>
              </a:rPr>
              <a:t>trưng</a:t>
            </a:r>
            <a:r>
              <a:rPr lang="en-US" sz="2000" b="1" dirty="0">
                <a:solidFill>
                  <a:srgbClr val="FF0000"/>
                </a:solidFill>
              </a:rPr>
              <a:t> </a:t>
            </a:r>
            <a:r>
              <a:rPr lang="en-US" sz="2000" b="1" dirty="0" err="1">
                <a:solidFill>
                  <a:srgbClr val="FF0000"/>
                </a:solidFill>
              </a:rPr>
              <a:t>khai</a:t>
            </a:r>
            <a:r>
              <a:rPr lang="en-US" sz="2000" b="1" dirty="0">
                <a:solidFill>
                  <a:srgbClr val="FF0000"/>
                </a:solidFill>
              </a:rPr>
              <a:t> </a:t>
            </a:r>
            <a:r>
              <a:rPr lang="en-US" sz="2000" b="1" dirty="0" err="1">
                <a:solidFill>
                  <a:srgbClr val="FF0000"/>
                </a:solidFill>
              </a:rPr>
              <a:t>thác</a:t>
            </a:r>
            <a:r>
              <a:rPr lang="en-US" sz="2000" b="1" dirty="0">
                <a:solidFill>
                  <a:srgbClr val="FF0000"/>
                </a:solidFill>
              </a:rPr>
              <a:t> </a:t>
            </a:r>
            <a:r>
              <a:rPr lang="en-US" sz="2000" b="1" dirty="0" err="1">
                <a:solidFill>
                  <a:srgbClr val="FF0000"/>
                </a:solidFill>
              </a:rPr>
              <a:t>mặt</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 </a:t>
            </a:r>
            <a:r>
              <a:rPr lang="en-US" sz="2000" b="1" dirty="0" err="1">
                <a:solidFill>
                  <a:srgbClr val="FF0000"/>
                </a:solidFill>
              </a:rPr>
              <a:t>các</a:t>
            </a:r>
            <a:r>
              <a:rPr lang="en-US" sz="2000" b="1" dirty="0">
                <a:solidFill>
                  <a:srgbClr val="FF0000"/>
                </a:solidFill>
              </a:rPr>
              <a:t> </a:t>
            </a:r>
            <a:r>
              <a:rPr lang="en-US" sz="2000" b="1" dirty="0" err="1">
                <a:solidFill>
                  <a:srgbClr val="FF0000"/>
                </a:solidFill>
              </a:rPr>
              <a:t>chỉ</a:t>
            </a:r>
            <a:r>
              <a:rPr lang="en-US" sz="2000" b="1" dirty="0">
                <a:solidFill>
                  <a:srgbClr val="FF0000"/>
                </a:solidFill>
              </a:rPr>
              <a:t> </a:t>
            </a:r>
            <a:r>
              <a:rPr lang="en-US" sz="2000" b="1" dirty="0" err="1">
                <a:solidFill>
                  <a:srgbClr val="FF0000"/>
                </a:solidFill>
              </a:rPr>
              <a:t>tiêu</a:t>
            </a:r>
            <a:r>
              <a:rPr lang="en-US" sz="2000" b="1" dirty="0">
                <a:solidFill>
                  <a:srgbClr val="FF0000"/>
                </a:solidFill>
              </a:rPr>
              <a:t> </a:t>
            </a:r>
            <a:r>
              <a:rPr lang="en-US" sz="2000" b="1" dirty="0" err="1">
                <a:solidFill>
                  <a:srgbClr val="FF0000"/>
                </a:solidFill>
              </a:rPr>
              <a:t>tổng</a:t>
            </a:r>
            <a:r>
              <a:rPr lang="en-US" sz="2000" b="1" dirty="0">
                <a:solidFill>
                  <a:srgbClr val="FF0000"/>
                </a:solidFill>
              </a:rPr>
              <a:t> </a:t>
            </a:r>
            <a:r>
              <a:rPr lang="en-US" sz="2000" b="1" dirty="0" err="1">
                <a:solidFill>
                  <a:srgbClr val="FF0000"/>
                </a:solidFill>
              </a:rPr>
              <a:t>hợp</a:t>
            </a:r>
            <a:endParaRPr lang="en-US" sz="2000" b="1" dirty="0">
              <a:solidFill>
                <a:srgbClr val="FF0000"/>
              </a:solidFill>
            </a:endParaRPr>
          </a:p>
        </p:txBody>
      </p:sp>
      <p:sp>
        <p:nvSpPr>
          <p:cNvPr id="10" name="Rectangle 2"/>
          <p:cNvSpPr txBox="1">
            <a:spLocks noChangeArrowheads="1"/>
          </p:cNvSpPr>
          <p:nvPr/>
        </p:nvSpPr>
        <p:spPr bwMode="auto">
          <a:xfrm>
            <a:off x="280970" y="1339056"/>
            <a:ext cx="74437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itchFamily="34" charset="0"/>
              </a:defRPr>
            </a:lvl2pPr>
            <a:lvl3pPr algn="ctr" rtl="0" fontAlgn="base">
              <a:spcBef>
                <a:spcPct val="0"/>
              </a:spcBef>
              <a:spcAft>
                <a:spcPct val="0"/>
              </a:spcAft>
              <a:defRPr sz="4400">
                <a:solidFill>
                  <a:schemeClr val="tx2"/>
                </a:solidFill>
                <a:latin typeface="Arial" pitchFamily="34" charset="0"/>
              </a:defRPr>
            </a:lvl3pPr>
            <a:lvl4pPr algn="ctr" rtl="0" fontAlgn="base">
              <a:spcBef>
                <a:spcPct val="0"/>
              </a:spcBef>
              <a:spcAft>
                <a:spcPct val="0"/>
              </a:spcAft>
              <a:defRPr sz="4400">
                <a:solidFill>
                  <a:schemeClr val="tx2"/>
                </a:solidFill>
                <a:latin typeface="Arial" pitchFamily="34" charset="0"/>
              </a:defRPr>
            </a:lvl4pPr>
            <a:lvl5pPr algn="ctr" rtl="0" fontAlgn="base">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a:lstStyle>
          <a:p>
            <a:pPr algn="l"/>
            <a:r>
              <a:rPr lang="en-US" sz="2000" b="1" dirty="0" err="1">
                <a:solidFill>
                  <a:schemeClr val="accent2"/>
                </a:solidFill>
              </a:rPr>
              <a:t>Chỉ</a:t>
            </a:r>
            <a:r>
              <a:rPr lang="en-US" sz="2000" b="1" dirty="0">
                <a:solidFill>
                  <a:schemeClr val="accent2"/>
                </a:solidFill>
              </a:rPr>
              <a:t> </a:t>
            </a:r>
            <a:r>
              <a:rPr lang="en-US" sz="2000" b="1" dirty="0" err="1">
                <a:solidFill>
                  <a:schemeClr val="accent2"/>
                </a:solidFill>
              </a:rPr>
              <a:t>tiêu</a:t>
            </a:r>
            <a:r>
              <a:rPr lang="en-US" sz="2000" b="1" dirty="0">
                <a:solidFill>
                  <a:schemeClr val="accent2"/>
                </a:solidFill>
              </a:rPr>
              <a:t> </a:t>
            </a:r>
            <a:r>
              <a:rPr lang="en-US" sz="2000" b="1" dirty="0" err="1">
                <a:solidFill>
                  <a:schemeClr val="accent2"/>
                </a:solidFill>
              </a:rPr>
              <a:t>chỉ</a:t>
            </a:r>
            <a:r>
              <a:rPr lang="en-US" sz="2000" b="1" dirty="0">
                <a:solidFill>
                  <a:schemeClr val="accent2"/>
                </a:solidFill>
              </a:rPr>
              <a:t> </a:t>
            </a:r>
            <a:r>
              <a:rPr lang="en-US" sz="2000" b="1" dirty="0" err="1">
                <a:solidFill>
                  <a:schemeClr val="accent2"/>
                </a:solidFill>
              </a:rPr>
              <a:t>số</a:t>
            </a:r>
            <a:r>
              <a:rPr lang="en-US" sz="2000" b="1" dirty="0">
                <a:solidFill>
                  <a:schemeClr val="accent2"/>
                </a:solidFill>
              </a:rPr>
              <a:t> </a:t>
            </a:r>
            <a:r>
              <a:rPr lang="en-US" sz="2000" b="1" dirty="0" err="1">
                <a:solidFill>
                  <a:schemeClr val="accent2"/>
                </a:solidFill>
              </a:rPr>
              <a:t>mức</a:t>
            </a:r>
            <a:r>
              <a:rPr lang="en-US" sz="2000" b="1" dirty="0">
                <a:solidFill>
                  <a:schemeClr val="accent2"/>
                </a:solidFill>
              </a:rPr>
              <a:t> </a:t>
            </a:r>
            <a:r>
              <a:rPr lang="en-US" sz="2000" b="1" dirty="0" err="1">
                <a:solidFill>
                  <a:schemeClr val="accent2"/>
                </a:solidFill>
              </a:rPr>
              <a:t>độ</a:t>
            </a:r>
            <a:r>
              <a:rPr lang="en-US" sz="2000" b="1" dirty="0">
                <a:solidFill>
                  <a:schemeClr val="accent2"/>
                </a:solidFill>
              </a:rPr>
              <a:t> </a:t>
            </a:r>
            <a:r>
              <a:rPr lang="en-US" sz="2000" b="1" dirty="0" err="1">
                <a:solidFill>
                  <a:schemeClr val="accent2"/>
                </a:solidFill>
              </a:rPr>
              <a:t>phục</a:t>
            </a:r>
            <a:r>
              <a:rPr lang="en-US" sz="2000" b="1" dirty="0">
                <a:solidFill>
                  <a:schemeClr val="accent2"/>
                </a:solidFill>
              </a:rPr>
              <a:t> </a:t>
            </a:r>
            <a:r>
              <a:rPr lang="en-US" sz="2000" b="1" dirty="0" err="1">
                <a:solidFill>
                  <a:schemeClr val="accent2"/>
                </a:solidFill>
              </a:rPr>
              <a:t>vụ</a:t>
            </a:r>
            <a:r>
              <a:rPr lang="en-US" sz="2000" b="1" dirty="0">
                <a:solidFill>
                  <a:schemeClr val="accent2"/>
                </a:solidFill>
              </a:rPr>
              <a:t> </a:t>
            </a:r>
            <a:r>
              <a:rPr lang="en-US" sz="2000" b="1" dirty="0" err="1">
                <a:solidFill>
                  <a:schemeClr val="accent2"/>
                </a:solidFill>
              </a:rPr>
              <a:t>của</a:t>
            </a:r>
            <a:r>
              <a:rPr lang="en-US" sz="2000" b="1" dirty="0">
                <a:solidFill>
                  <a:schemeClr val="accent2"/>
                </a:solidFill>
              </a:rPr>
              <a:t> </a:t>
            </a:r>
            <a:r>
              <a:rPr lang="en-US" sz="2000" b="1" dirty="0" err="1">
                <a:solidFill>
                  <a:schemeClr val="accent2"/>
                </a:solidFill>
              </a:rPr>
              <a:t>mặt</a:t>
            </a:r>
            <a:r>
              <a:rPr lang="en-US" sz="2000" b="1" dirty="0">
                <a:solidFill>
                  <a:schemeClr val="accent2"/>
                </a:solidFill>
              </a:rPr>
              <a:t> </a:t>
            </a:r>
            <a:r>
              <a:rPr lang="en-US" sz="2000" b="1" dirty="0" err="1">
                <a:solidFill>
                  <a:schemeClr val="accent2"/>
                </a:solidFill>
              </a:rPr>
              <a:t>đường</a:t>
            </a:r>
            <a:r>
              <a:rPr lang="en-US" sz="2000" b="1" dirty="0">
                <a:solidFill>
                  <a:schemeClr val="accent2"/>
                </a:solidFill>
              </a:rPr>
              <a:t> – </a:t>
            </a:r>
            <a:br>
              <a:rPr lang="en-US" sz="2000" b="1" dirty="0">
                <a:solidFill>
                  <a:schemeClr val="accent2"/>
                </a:solidFill>
              </a:rPr>
            </a:br>
            <a:r>
              <a:rPr lang="en-US" sz="2000" b="1" dirty="0" err="1">
                <a:solidFill>
                  <a:schemeClr val="accent2"/>
                </a:solidFill>
              </a:rPr>
              <a:t>Thử</a:t>
            </a:r>
            <a:r>
              <a:rPr lang="en-US" sz="2000" b="1" dirty="0">
                <a:solidFill>
                  <a:schemeClr val="accent2"/>
                </a:solidFill>
              </a:rPr>
              <a:t> </a:t>
            </a:r>
            <a:r>
              <a:rPr lang="en-US" sz="2000" b="1" dirty="0" err="1">
                <a:solidFill>
                  <a:schemeClr val="accent2"/>
                </a:solidFill>
              </a:rPr>
              <a:t>nghiệm</a:t>
            </a:r>
            <a:r>
              <a:rPr lang="en-US" sz="2000" b="1" dirty="0">
                <a:solidFill>
                  <a:schemeClr val="accent2"/>
                </a:solidFill>
              </a:rPr>
              <a:t> </a:t>
            </a:r>
            <a:r>
              <a:rPr lang="en-US" sz="2000" b="1" dirty="0" err="1">
                <a:solidFill>
                  <a:schemeClr val="accent2"/>
                </a:solidFill>
              </a:rPr>
              <a:t>mặt</a:t>
            </a:r>
            <a:r>
              <a:rPr lang="en-US" sz="2000" b="1" dirty="0">
                <a:solidFill>
                  <a:schemeClr val="accent2"/>
                </a:solidFill>
              </a:rPr>
              <a:t> </a:t>
            </a:r>
            <a:r>
              <a:rPr lang="en-US" sz="2000" b="1" dirty="0" err="1">
                <a:solidFill>
                  <a:schemeClr val="accent2"/>
                </a:solidFill>
              </a:rPr>
              <a:t>đường</a:t>
            </a:r>
            <a:r>
              <a:rPr lang="en-US" sz="2000" b="1" dirty="0">
                <a:solidFill>
                  <a:schemeClr val="accent2"/>
                </a:solidFill>
              </a:rPr>
              <a:t> AASHO </a:t>
            </a:r>
            <a:r>
              <a:rPr lang="en-US" sz="2000" b="1" dirty="0" err="1">
                <a:solidFill>
                  <a:schemeClr val="accent2"/>
                </a:solidFill>
              </a:rPr>
              <a:t>cho</a:t>
            </a:r>
            <a:r>
              <a:rPr lang="en-US" sz="2000" b="1" dirty="0">
                <a:solidFill>
                  <a:schemeClr val="accent2"/>
                </a:solidFill>
              </a:rPr>
              <a:t> </a:t>
            </a:r>
            <a:r>
              <a:rPr lang="en-US" sz="2000" b="1" dirty="0" err="1">
                <a:solidFill>
                  <a:schemeClr val="accent2"/>
                </a:solidFill>
              </a:rPr>
              <a:t>mặt</a:t>
            </a:r>
            <a:r>
              <a:rPr lang="en-US" sz="2000" b="1" dirty="0">
                <a:solidFill>
                  <a:schemeClr val="accent2"/>
                </a:solidFill>
              </a:rPr>
              <a:t> </a:t>
            </a:r>
            <a:r>
              <a:rPr lang="en-US" sz="2000" b="1" dirty="0" err="1">
                <a:solidFill>
                  <a:schemeClr val="accent2"/>
                </a:solidFill>
              </a:rPr>
              <a:t>đường</a:t>
            </a:r>
            <a:r>
              <a:rPr lang="en-US" sz="2000" b="1" dirty="0">
                <a:solidFill>
                  <a:schemeClr val="accent2"/>
                </a:solidFill>
              </a:rPr>
              <a:t> </a:t>
            </a:r>
            <a:r>
              <a:rPr lang="en-US" sz="2000" b="1" dirty="0" err="1">
                <a:solidFill>
                  <a:schemeClr val="accent2"/>
                </a:solidFill>
              </a:rPr>
              <a:t>cứng</a:t>
            </a:r>
            <a:endParaRPr lang="en-US" sz="2000" b="1" dirty="0">
              <a:solidFill>
                <a:schemeClr val="accent2"/>
              </a:solidFill>
            </a:endParaRPr>
          </a:p>
        </p:txBody>
      </p:sp>
    </p:spTree>
    <p:extLst>
      <p:ext uri="{BB962C8B-B14F-4D97-AF65-F5344CB8AC3E}">
        <p14:creationId xmlns:p14="http://schemas.microsoft.com/office/powerpoint/2010/main" val="11516846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28600" y="1265366"/>
            <a:ext cx="8012355" cy="369332"/>
          </a:xfrm>
          <a:prstGeom prst="rect">
            <a:avLst/>
          </a:prstGeom>
        </p:spPr>
        <p:txBody>
          <a:bodyPr wrap="square">
            <a:spAutoFit/>
          </a:bodyPr>
          <a:lstStyle/>
          <a:p>
            <a:r>
              <a:rPr lang="en-US" b="1" dirty="0" err="1">
                <a:solidFill>
                  <a:schemeClr val="bg2">
                    <a:lumMod val="10000"/>
                  </a:schemeClr>
                </a:solidFill>
              </a:rPr>
              <a:t>Chỉ</a:t>
            </a:r>
            <a:r>
              <a:rPr lang="en-US" b="1" dirty="0">
                <a:solidFill>
                  <a:schemeClr val="bg2">
                    <a:lumMod val="10000"/>
                  </a:schemeClr>
                </a:solidFill>
              </a:rPr>
              <a:t> </a:t>
            </a:r>
            <a:r>
              <a:rPr lang="en-US" b="1" dirty="0" err="1">
                <a:solidFill>
                  <a:schemeClr val="bg2">
                    <a:lumMod val="10000"/>
                  </a:schemeClr>
                </a:solidFill>
              </a:rPr>
              <a:t>số</a:t>
            </a:r>
            <a:r>
              <a:rPr lang="en-US" b="1" dirty="0">
                <a:solidFill>
                  <a:schemeClr val="bg2">
                    <a:lumMod val="10000"/>
                  </a:schemeClr>
                </a:solidFill>
              </a:rPr>
              <a:t> </a:t>
            </a:r>
            <a:r>
              <a:rPr lang="en-US" b="1" dirty="0" err="1">
                <a:solidFill>
                  <a:schemeClr val="bg2">
                    <a:lumMod val="10000"/>
                  </a:schemeClr>
                </a:solidFill>
              </a:rPr>
              <a:t>năng</a:t>
            </a:r>
            <a:r>
              <a:rPr lang="en-US" b="1" dirty="0">
                <a:solidFill>
                  <a:schemeClr val="bg2">
                    <a:lumMod val="10000"/>
                  </a:schemeClr>
                </a:solidFill>
              </a:rPr>
              <a:t> </a:t>
            </a:r>
            <a:r>
              <a:rPr lang="en-US" b="1" dirty="0" err="1">
                <a:solidFill>
                  <a:schemeClr val="bg2">
                    <a:lumMod val="10000"/>
                  </a:schemeClr>
                </a:solidFill>
              </a:rPr>
              <a:t>lực</a:t>
            </a:r>
            <a:r>
              <a:rPr lang="en-US" b="1" dirty="0">
                <a:solidFill>
                  <a:schemeClr val="bg2">
                    <a:lumMod val="10000"/>
                  </a:schemeClr>
                </a:solidFill>
              </a:rPr>
              <a:t> </a:t>
            </a:r>
            <a:r>
              <a:rPr lang="en-US" b="1" dirty="0" err="1">
                <a:solidFill>
                  <a:schemeClr val="bg2">
                    <a:lumMod val="10000"/>
                  </a:schemeClr>
                </a:solidFill>
              </a:rPr>
              <a:t>phục</a:t>
            </a:r>
            <a:r>
              <a:rPr lang="en-US" b="1" dirty="0">
                <a:solidFill>
                  <a:schemeClr val="bg2">
                    <a:lumMod val="10000"/>
                  </a:schemeClr>
                </a:solidFill>
              </a:rPr>
              <a:t> </a:t>
            </a:r>
            <a:r>
              <a:rPr lang="en-US" b="1" dirty="0" err="1">
                <a:solidFill>
                  <a:schemeClr val="bg2">
                    <a:lumMod val="10000"/>
                  </a:schemeClr>
                </a:solidFill>
              </a:rPr>
              <a:t>vụ</a:t>
            </a:r>
            <a:r>
              <a:rPr lang="en-US" b="1" dirty="0">
                <a:solidFill>
                  <a:schemeClr val="bg2">
                    <a:lumMod val="10000"/>
                  </a:schemeClr>
                </a:solidFill>
              </a:rPr>
              <a:t> – PSI</a:t>
            </a:r>
            <a:endParaRPr lang="en-US" dirty="0">
              <a:solidFill>
                <a:schemeClr val="bg2">
                  <a:lumMod val="10000"/>
                </a:schemeClr>
              </a:solidFill>
            </a:endParaRPr>
          </a:p>
        </p:txBody>
      </p:sp>
      <p:pic>
        <p:nvPicPr>
          <p:cNvPr id="17410" name="Picture 2" descr="http://classes.engr.oregonstate.edu/cce/winter2012/ce492/Modules/09_pavement_evaluation/Images/main_pictures/psi.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1677573"/>
            <a:ext cx="6183555" cy="466145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228600" y="438666"/>
            <a:ext cx="7696200" cy="400110"/>
          </a:xfrm>
          <a:prstGeom prst="rect">
            <a:avLst/>
          </a:prstGeom>
        </p:spPr>
        <p:txBody>
          <a:bodyPr wrap="square">
            <a:spAutoFit/>
          </a:bodyPr>
          <a:lstStyle/>
          <a:p>
            <a:pPr>
              <a:spcBef>
                <a:spcPct val="50000"/>
              </a:spcBef>
            </a:pPr>
            <a:r>
              <a:rPr lang="en-US" sz="2000" b="1" dirty="0" err="1">
                <a:solidFill>
                  <a:srgbClr val="FF0000"/>
                </a:solidFill>
              </a:rPr>
              <a:t>Đặc</a:t>
            </a:r>
            <a:r>
              <a:rPr lang="en-US" sz="2000" b="1" dirty="0">
                <a:solidFill>
                  <a:srgbClr val="FF0000"/>
                </a:solidFill>
              </a:rPr>
              <a:t> </a:t>
            </a:r>
            <a:r>
              <a:rPr lang="en-US" sz="2000" b="1" dirty="0" err="1">
                <a:solidFill>
                  <a:srgbClr val="FF0000"/>
                </a:solidFill>
              </a:rPr>
              <a:t>trưng</a:t>
            </a:r>
            <a:r>
              <a:rPr lang="en-US" sz="2000" b="1" dirty="0">
                <a:solidFill>
                  <a:srgbClr val="FF0000"/>
                </a:solidFill>
              </a:rPr>
              <a:t> </a:t>
            </a:r>
            <a:r>
              <a:rPr lang="en-US" sz="2000" b="1" dirty="0" err="1">
                <a:solidFill>
                  <a:srgbClr val="FF0000"/>
                </a:solidFill>
              </a:rPr>
              <a:t>khai</a:t>
            </a:r>
            <a:r>
              <a:rPr lang="en-US" sz="2000" b="1" dirty="0">
                <a:solidFill>
                  <a:srgbClr val="FF0000"/>
                </a:solidFill>
              </a:rPr>
              <a:t> </a:t>
            </a:r>
            <a:r>
              <a:rPr lang="en-US" sz="2000" b="1" dirty="0" err="1">
                <a:solidFill>
                  <a:srgbClr val="FF0000"/>
                </a:solidFill>
              </a:rPr>
              <a:t>thác</a:t>
            </a:r>
            <a:r>
              <a:rPr lang="en-US" sz="2000" b="1" dirty="0">
                <a:solidFill>
                  <a:srgbClr val="FF0000"/>
                </a:solidFill>
              </a:rPr>
              <a:t> </a:t>
            </a:r>
            <a:r>
              <a:rPr lang="en-US" sz="2000" b="1" dirty="0" err="1">
                <a:solidFill>
                  <a:srgbClr val="FF0000"/>
                </a:solidFill>
              </a:rPr>
              <a:t>mặt</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 </a:t>
            </a:r>
            <a:r>
              <a:rPr lang="en-US" sz="2000" b="1" dirty="0" err="1">
                <a:solidFill>
                  <a:srgbClr val="FF0000"/>
                </a:solidFill>
              </a:rPr>
              <a:t>các</a:t>
            </a:r>
            <a:r>
              <a:rPr lang="en-US" sz="2000" b="1" dirty="0">
                <a:solidFill>
                  <a:srgbClr val="FF0000"/>
                </a:solidFill>
              </a:rPr>
              <a:t> </a:t>
            </a:r>
            <a:r>
              <a:rPr lang="en-US" sz="2000" b="1" dirty="0" err="1">
                <a:solidFill>
                  <a:srgbClr val="FF0000"/>
                </a:solidFill>
              </a:rPr>
              <a:t>chỉ</a:t>
            </a:r>
            <a:r>
              <a:rPr lang="en-US" sz="2000" b="1" dirty="0">
                <a:solidFill>
                  <a:srgbClr val="FF0000"/>
                </a:solidFill>
              </a:rPr>
              <a:t> </a:t>
            </a:r>
            <a:r>
              <a:rPr lang="en-US" sz="2000" b="1" dirty="0" err="1">
                <a:solidFill>
                  <a:srgbClr val="FF0000"/>
                </a:solidFill>
              </a:rPr>
              <a:t>tiêu</a:t>
            </a:r>
            <a:r>
              <a:rPr lang="en-US" sz="2000" b="1" dirty="0">
                <a:solidFill>
                  <a:srgbClr val="FF0000"/>
                </a:solidFill>
              </a:rPr>
              <a:t> </a:t>
            </a:r>
            <a:r>
              <a:rPr lang="en-US" sz="2000" b="1" dirty="0" err="1">
                <a:solidFill>
                  <a:srgbClr val="FF0000"/>
                </a:solidFill>
              </a:rPr>
              <a:t>tổng</a:t>
            </a:r>
            <a:r>
              <a:rPr lang="en-US" sz="2000" b="1" dirty="0">
                <a:solidFill>
                  <a:srgbClr val="FF0000"/>
                </a:solidFill>
              </a:rPr>
              <a:t> </a:t>
            </a:r>
            <a:r>
              <a:rPr lang="en-US" sz="2000" b="1" dirty="0" err="1">
                <a:solidFill>
                  <a:srgbClr val="FF0000"/>
                </a:solidFill>
              </a:rPr>
              <a:t>hợp</a:t>
            </a:r>
            <a:endParaRPr lang="en-US" sz="2000" b="1" dirty="0">
              <a:solidFill>
                <a:srgbClr val="FF0000"/>
              </a:solidFill>
            </a:endParaRPr>
          </a:p>
        </p:txBody>
      </p:sp>
    </p:spTree>
    <p:extLst>
      <p:ext uri="{BB962C8B-B14F-4D97-AF65-F5344CB8AC3E}">
        <p14:creationId xmlns:p14="http://schemas.microsoft.com/office/powerpoint/2010/main" val="37989175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381000" y="1300401"/>
            <a:ext cx="8154198" cy="973723"/>
          </a:xfrm>
          <a:prstGeom prst="rect">
            <a:avLst/>
          </a:prstGeom>
          <a:noFill/>
        </p:spPr>
        <p:txBody>
          <a:bodyPr vert="horz" lIns="91440" tIns="45720" rIns="91440" bIns="45720" rtlCol="0">
            <a:noAutofit/>
          </a:bodyPr>
          <a:lstStyle>
            <a:lvl1pPr marL="0" indent="0" algn="r" defTabSz="914400" rtl="0" eaLnBrk="1" latinLnBrk="0" hangingPunct="1">
              <a:spcBef>
                <a:spcPct val="20000"/>
              </a:spcBef>
              <a:buFont typeface="Arial" pitchFamily="34" charset="0"/>
              <a:buNone/>
              <a:defRPr sz="2400" kern="1200">
                <a:solidFill>
                  <a:schemeClr val="tx2">
                    <a:lumMod val="60000"/>
                    <a:lumOff val="40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Calibri"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5pPr>
            <a:lvl6pPr marL="2286000" indent="0" algn="ctr" defTabSz="914400" rtl="0" eaLnBrk="1" latinLnBrk="0" hangingPunct="1">
              <a:spcBef>
                <a:spcPct val="20000"/>
              </a:spcBef>
              <a:buClr>
                <a:schemeClr val="tx1"/>
              </a:buClr>
              <a:buFont typeface="Calibri" pitchFamily="34" charset="0"/>
              <a:buNone/>
              <a:defRPr sz="18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Calibri" pitchFamily="34" charset="0"/>
              <a:buNone/>
              <a:defRPr sz="1800" kern="1200">
                <a:solidFill>
                  <a:schemeClr val="tx1">
                    <a:tint val="75000"/>
                  </a:schemeClr>
                </a:solidFill>
                <a:latin typeface="+mn-lt"/>
                <a:ea typeface="+mn-ea"/>
                <a:cs typeface="+mn-cs"/>
              </a:defRPr>
            </a:lvl7pPr>
            <a:lvl8pPr marL="3200400" indent="0" algn="ctr" defTabSz="914400" rtl="0" eaLnBrk="1" latinLnBrk="0" hangingPunct="1">
              <a:spcBef>
                <a:spcPct val="20000"/>
              </a:spcBef>
              <a:buClr>
                <a:schemeClr val="tx1"/>
              </a:buClr>
              <a:buFont typeface="Calibri" pitchFamily="34" charset="0"/>
              <a:buNone/>
              <a:defRPr sz="1800" kern="1200">
                <a:solidFill>
                  <a:schemeClr val="tx1">
                    <a:tint val="75000"/>
                  </a:schemeClr>
                </a:solidFill>
                <a:latin typeface="+mn-lt"/>
                <a:ea typeface="+mn-ea"/>
                <a:cs typeface="+mn-cs"/>
              </a:defRPr>
            </a:lvl8pPr>
            <a:lvl9pPr marL="3657600" indent="0" algn="ctr" defTabSz="914400" rtl="0" eaLnBrk="1" latinLnBrk="0" hangingPunct="1">
              <a:spcBef>
                <a:spcPct val="20000"/>
              </a:spcBef>
              <a:buClr>
                <a:schemeClr val="tx1"/>
              </a:buClr>
              <a:buFont typeface="Calibri" pitchFamily="34" charset="0"/>
              <a:buNone/>
              <a:defRPr sz="1800" kern="1200">
                <a:solidFill>
                  <a:schemeClr val="tx1">
                    <a:tint val="75000"/>
                  </a:schemeClr>
                </a:solidFill>
                <a:latin typeface="+mn-lt"/>
                <a:ea typeface="+mn-ea"/>
                <a:cs typeface="+mn-cs"/>
              </a:defRPr>
            </a:lvl9pPr>
          </a:lstStyle>
          <a:p>
            <a:pPr algn="l">
              <a:lnSpc>
                <a:spcPct val="120000"/>
              </a:lnSpc>
              <a:spcBef>
                <a:spcPts val="600"/>
              </a:spcBef>
            </a:pPr>
            <a:r>
              <a:rPr lang="en-US" sz="1400" b="1" dirty="0" err="1">
                <a:solidFill>
                  <a:schemeClr val="bg2">
                    <a:lumMod val="10000"/>
                  </a:schemeClr>
                </a:solidFill>
              </a:rPr>
              <a:t>Chỉ</a:t>
            </a:r>
            <a:r>
              <a:rPr lang="en-US" sz="1400" b="1" dirty="0">
                <a:solidFill>
                  <a:schemeClr val="bg2">
                    <a:lumMod val="10000"/>
                  </a:schemeClr>
                </a:solidFill>
              </a:rPr>
              <a:t> </a:t>
            </a:r>
            <a:r>
              <a:rPr lang="en-US" sz="1400" b="1" dirty="0" err="1">
                <a:solidFill>
                  <a:schemeClr val="bg2">
                    <a:lumMod val="10000"/>
                  </a:schemeClr>
                </a:solidFill>
              </a:rPr>
              <a:t>số</a:t>
            </a:r>
            <a:r>
              <a:rPr lang="en-US" sz="1400" b="1" dirty="0">
                <a:solidFill>
                  <a:schemeClr val="bg2">
                    <a:lumMod val="10000"/>
                  </a:schemeClr>
                </a:solidFill>
              </a:rPr>
              <a:t> </a:t>
            </a:r>
            <a:r>
              <a:rPr lang="en-US" sz="1400" b="1" dirty="0" err="1">
                <a:solidFill>
                  <a:schemeClr val="bg2">
                    <a:lumMod val="10000"/>
                  </a:schemeClr>
                </a:solidFill>
              </a:rPr>
              <a:t>tình</a:t>
            </a:r>
            <a:r>
              <a:rPr lang="en-US" sz="1400" b="1" dirty="0">
                <a:solidFill>
                  <a:schemeClr val="bg2">
                    <a:lumMod val="10000"/>
                  </a:schemeClr>
                </a:solidFill>
              </a:rPr>
              <a:t> </a:t>
            </a:r>
            <a:r>
              <a:rPr lang="en-US" sz="1400" b="1" dirty="0" err="1">
                <a:solidFill>
                  <a:schemeClr val="bg2">
                    <a:lumMod val="10000"/>
                  </a:schemeClr>
                </a:solidFill>
              </a:rPr>
              <a:t>trạng</a:t>
            </a:r>
            <a:r>
              <a:rPr lang="en-US" sz="1400" b="1" dirty="0">
                <a:solidFill>
                  <a:schemeClr val="bg2">
                    <a:lumMod val="10000"/>
                  </a:schemeClr>
                </a:solidFill>
              </a:rPr>
              <a:t> </a:t>
            </a:r>
            <a:r>
              <a:rPr lang="en-US" sz="1400" b="1" dirty="0" err="1">
                <a:solidFill>
                  <a:schemeClr val="bg2">
                    <a:lumMod val="10000"/>
                  </a:schemeClr>
                </a:solidFill>
              </a:rPr>
              <a:t>mặt</a:t>
            </a:r>
            <a:r>
              <a:rPr lang="en-US" sz="1400" b="1" dirty="0">
                <a:solidFill>
                  <a:schemeClr val="bg2">
                    <a:lumMod val="10000"/>
                  </a:schemeClr>
                </a:solidFill>
              </a:rPr>
              <a:t> </a:t>
            </a:r>
            <a:r>
              <a:rPr lang="en-US" sz="1400" b="1" dirty="0" err="1">
                <a:solidFill>
                  <a:schemeClr val="bg2">
                    <a:lumMod val="10000"/>
                  </a:schemeClr>
                </a:solidFill>
              </a:rPr>
              <a:t>đường</a:t>
            </a:r>
            <a:endParaRPr lang="en-US" sz="1400" b="1" dirty="0">
              <a:solidFill>
                <a:schemeClr val="bg2">
                  <a:lumMod val="10000"/>
                </a:schemeClr>
              </a:solidFill>
            </a:endParaRPr>
          </a:p>
          <a:p>
            <a:pPr algn="l">
              <a:lnSpc>
                <a:spcPct val="120000"/>
              </a:lnSpc>
              <a:spcBef>
                <a:spcPts val="600"/>
              </a:spcBef>
            </a:pPr>
            <a:r>
              <a:rPr lang="en-US" sz="1400" dirty="0" err="1">
                <a:solidFill>
                  <a:schemeClr val="bg2">
                    <a:lumMod val="10000"/>
                  </a:schemeClr>
                </a:solidFill>
                <a:latin typeface="Arial" pitchFamily="34" charset="0"/>
                <a:cs typeface="Arial" pitchFamily="34" charset="0"/>
              </a:rPr>
              <a:t>Chỉ</a:t>
            </a:r>
            <a:r>
              <a:rPr lang="en-US" sz="1400" dirty="0">
                <a:solidFill>
                  <a:schemeClr val="bg2">
                    <a:lumMod val="10000"/>
                  </a:schemeClr>
                </a:solidFill>
                <a:latin typeface="Arial" pitchFamily="34" charset="0"/>
                <a:cs typeface="Arial" pitchFamily="34" charset="0"/>
              </a:rPr>
              <a:t> </a:t>
            </a:r>
            <a:r>
              <a:rPr lang="en-US" sz="1400" dirty="0" err="1">
                <a:solidFill>
                  <a:schemeClr val="bg2">
                    <a:lumMod val="10000"/>
                  </a:schemeClr>
                </a:solidFill>
                <a:latin typeface="Arial" pitchFamily="34" charset="0"/>
                <a:cs typeface="Arial" pitchFamily="34" charset="0"/>
              </a:rPr>
              <a:t>số</a:t>
            </a:r>
            <a:r>
              <a:rPr lang="en-US" sz="1400" dirty="0">
                <a:solidFill>
                  <a:schemeClr val="bg2">
                    <a:lumMod val="10000"/>
                  </a:schemeClr>
                </a:solidFill>
                <a:latin typeface="Arial" pitchFamily="34" charset="0"/>
                <a:cs typeface="Arial" pitchFamily="34" charset="0"/>
              </a:rPr>
              <a:t> </a:t>
            </a:r>
            <a:r>
              <a:rPr lang="en-US" sz="1400" dirty="0" err="1">
                <a:solidFill>
                  <a:schemeClr val="bg2">
                    <a:lumMod val="10000"/>
                  </a:schemeClr>
                </a:solidFill>
                <a:latin typeface="Arial" pitchFamily="34" charset="0"/>
                <a:cs typeface="Arial" pitchFamily="34" charset="0"/>
              </a:rPr>
              <a:t>tình</a:t>
            </a:r>
            <a:r>
              <a:rPr lang="en-US" sz="1400" dirty="0">
                <a:solidFill>
                  <a:schemeClr val="bg2">
                    <a:lumMod val="10000"/>
                  </a:schemeClr>
                </a:solidFill>
                <a:latin typeface="Arial" pitchFamily="34" charset="0"/>
                <a:cs typeface="Arial" pitchFamily="34" charset="0"/>
              </a:rPr>
              <a:t> </a:t>
            </a:r>
            <a:r>
              <a:rPr lang="en-US" sz="1400" dirty="0" err="1">
                <a:solidFill>
                  <a:schemeClr val="bg2">
                    <a:lumMod val="10000"/>
                  </a:schemeClr>
                </a:solidFill>
                <a:latin typeface="Arial" pitchFamily="34" charset="0"/>
                <a:cs typeface="Arial" pitchFamily="34" charset="0"/>
              </a:rPr>
              <a:t>trạng</a:t>
            </a:r>
            <a:r>
              <a:rPr lang="en-US" sz="1400" dirty="0">
                <a:solidFill>
                  <a:schemeClr val="bg2">
                    <a:lumMod val="10000"/>
                  </a:schemeClr>
                </a:solidFill>
                <a:latin typeface="Arial" pitchFamily="34" charset="0"/>
                <a:cs typeface="Arial" pitchFamily="34" charset="0"/>
              </a:rPr>
              <a:t> </a:t>
            </a:r>
            <a:r>
              <a:rPr lang="en-US" sz="1400" dirty="0" err="1">
                <a:solidFill>
                  <a:schemeClr val="bg2">
                    <a:lumMod val="10000"/>
                  </a:schemeClr>
                </a:solidFill>
                <a:latin typeface="Arial" pitchFamily="34" charset="0"/>
                <a:cs typeface="Arial" pitchFamily="34" charset="0"/>
              </a:rPr>
              <a:t>mặt</a:t>
            </a:r>
            <a:r>
              <a:rPr lang="en-US" sz="1400" dirty="0">
                <a:solidFill>
                  <a:schemeClr val="bg2">
                    <a:lumMod val="10000"/>
                  </a:schemeClr>
                </a:solidFill>
                <a:latin typeface="Arial" pitchFamily="34" charset="0"/>
                <a:cs typeface="Arial" pitchFamily="34" charset="0"/>
              </a:rPr>
              <a:t> </a:t>
            </a:r>
            <a:r>
              <a:rPr lang="en-US" sz="1400" dirty="0" err="1">
                <a:solidFill>
                  <a:schemeClr val="bg2">
                    <a:lumMod val="10000"/>
                  </a:schemeClr>
                </a:solidFill>
                <a:latin typeface="Arial" pitchFamily="34" charset="0"/>
                <a:cs typeface="Arial" pitchFamily="34" charset="0"/>
              </a:rPr>
              <a:t>đường</a:t>
            </a:r>
            <a:r>
              <a:rPr lang="en-US" sz="1400" dirty="0">
                <a:solidFill>
                  <a:schemeClr val="bg2">
                    <a:lumMod val="10000"/>
                  </a:schemeClr>
                </a:solidFill>
                <a:latin typeface="Arial" pitchFamily="34" charset="0"/>
                <a:cs typeface="Arial" pitchFamily="34" charset="0"/>
              </a:rPr>
              <a:t> (PCI) </a:t>
            </a:r>
            <a:r>
              <a:rPr lang="en-US" sz="1400" dirty="0" err="1">
                <a:solidFill>
                  <a:schemeClr val="bg2">
                    <a:lumMod val="10000"/>
                  </a:schemeClr>
                </a:solidFill>
                <a:latin typeface="Arial" pitchFamily="34" charset="0"/>
                <a:cs typeface="Arial" pitchFamily="34" charset="0"/>
              </a:rPr>
              <a:t>là</a:t>
            </a:r>
            <a:r>
              <a:rPr lang="en-US" sz="1400" dirty="0">
                <a:solidFill>
                  <a:schemeClr val="bg2">
                    <a:lumMod val="10000"/>
                  </a:schemeClr>
                </a:solidFill>
                <a:latin typeface="Arial" pitchFamily="34" charset="0"/>
                <a:cs typeface="Arial" pitchFamily="34" charset="0"/>
              </a:rPr>
              <a:t> </a:t>
            </a:r>
            <a:r>
              <a:rPr lang="en-US" sz="1400" dirty="0" err="1">
                <a:solidFill>
                  <a:schemeClr val="bg2">
                    <a:lumMod val="10000"/>
                  </a:schemeClr>
                </a:solidFill>
                <a:latin typeface="Arial" pitchFamily="34" charset="0"/>
                <a:cs typeface="Arial" pitchFamily="34" charset="0"/>
              </a:rPr>
              <a:t>chỉ</a:t>
            </a:r>
            <a:r>
              <a:rPr lang="en-US" sz="1400" dirty="0">
                <a:solidFill>
                  <a:schemeClr val="bg2">
                    <a:lumMod val="10000"/>
                  </a:schemeClr>
                </a:solidFill>
                <a:latin typeface="Arial" pitchFamily="34" charset="0"/>
                <a:cs typeface="Arial" pitchFamily="34" charset="0"/>
              </a:rPr>
              <a:t> </a:t>
            </a:r>
            <a:r>
              <a:rPr lang="en-US" sz="1400" dirty="0" err="1">
                <a:solidFill>
                  <a:schemeClr val="bg2">
                    <a:lumMod val="10000"/>
                  </a:schemeClr>
                </a:solidFill>
                <a:latin typeface="Arial" pitchFamily="34" charset="0"/>
                <a:cs typeface="Arial" pitchFamily="34" charset="0"/>
              </a:rPr>
              <a:t>số</a:t>
            </a:r>
            <a:r>
              <a:rPr lang="en-US" sz="1400" dirty="0">
                <a:solidFill>
                  <a:schemeClr val="bg2">
                    <a:lumMod val="10000"/>
                  </a:schemeClr>
                </a:solidFill>
                <a:latin typeface="Arial" pitchFamily="34" charset="0"/>
                <a:cs typeface="Arial" pitchFamily="34" charset="0"/>
              </a:rPr>
              <a:t> </a:t>
            </a:r>
            <a:r>
              <a:rPr lang="en-US" sz="1400" dirty="0" err="1">
                <a:solidFill>
                  <a:schemeClr val="bg2">
                    <a:lumMod val="10000"/>
                  </a:schemeClr>
                </a:solidFill>
                <a:latin typeface="Arial" pitchFamily="34" charset="0"/>
                <a:cs typeface="Arial" pitchFamily="34" charset="0"/>
              </a:rPr>
              <a:t>trong</a:t>
            </a:r>
            <a:r>
              <a:rPr lang="en-US" sz="1400" dirty="0">
                <a:solidFill>
                  <a:schemeClr val="bg2">
                    <a:lumMod val="10000"/>
                  </a:schemeClr>
                </a:solidFill>
                <a:latin typeface="Arial" pitchFamily="34" charset="0"/>
                <a:cs typeface="Arial" pitchFamily="34" charset="0"/>
              </a:rPr>
              <a:t> </a:t>
            </a:r>
            <a:r>
              <a:rPr lang="en-US" sz="1400" dirty="0" err="1">
                <a:solidFill>
                  <a:schemeClr val="bg2">
                    <a:lumMod val="10000"/>
                  </a:schemeClr>
                </a:solidFill>
                <a:latin typeface="Arial" pitchFamily="34" charset="0"/>
                <a:cs typeface="Arial" pitchFamily="34" charset="0"/>
              </a:rPr>
              <a:t>thang</a:t>
            </a:r>
            <a:r>
              <a:rPr lang="en-US" sz="1400" dirty="0">
                <a:solidFill>
                  <a:schemeClr val="bg2">
                    <a:lumMod val="10000"/>
                  </a:schemeClr>
                </a:solidFill>
                <a:latin typeface="Arial" pitchFamily="34" charset="0"/>
                <a:cs typeface="Arial" pitchFamily="34" charset="0"/>
              </a:rPr>
              <a:t> </a:t>
            </a:r>
            <a:r>
              <a:rPr lang="en-US" sz="1400" dirty="0" err="1">
                <a:solidFill>
                  <a:schemeClr val="bg2">
                    <a:lumMod val="10000"/>
                  </a:schemeClr>
                </a:solidFill>
                <a:latin typeface="Arial" pitchFamily="34" charset="0"/>
                <a:cs typeface="Arial" pitchFamily="34" charset="0"/>
              </a:rPr>
              <a:t>điểm</a:t>
            </a:r>
            <a:r>
              <a:rPr lang="en-US" sz="1400" dirty="0">
                <a:solidFill>
                  <a:schemeClr val="bg2">
                    <a:lumMod val="10000"/>
                  </a:schemeClr>
                </a:solidFill>
                <a:latin typeface="Arial" pitchFamily="34" charset="0"/>
                <a:cs typeface="Arial" pitchFamily="34" charset="0"/>
              </a:rPr>
              <a:t> </a:t>
            </a:r>
            <a:r>
              <a:rPr lang="en-US" sz="1400" dirty="0" err="1">
                <a:solidFill>
                  <a:schemeClr val="bg2">
                    <a:lumMod val="10000"/>
                  </a:schemeClr>
                </a:solidFill>
                <a:latin typeface="Arial" pitchFamily="34" charset="0"/>
                <a:cs typeface="Arial" pitchFamily="34" charset="0"/>
              </a:rPr>
              <a:t>từ</a:t>
            </a:r>
            <a:r>
              <a:rPr lang="en-US" sz="1400" dirty="0">
                <a:solidFill>
                  <a:schemeClr val="bg2">
                    <a:lumMod val="10000"/>
                  </a:schemeClr>
                </a:solidFill>
                <a:latin typeface="Arial" pitchFamily="34" charset="0"/>
                <a:cs typeface="Arial" pitchFamily="34" charset="0"/>
              </a:rPr>
              <a:t> 0 </a:t>
            </a:r>
            <a:r>
              <a:rPr lang="en-US" sz="1400" dirty="0" err="1">
                <a:solidFill>
                  <a:schemeClr val="bg2">
                    <a:lumMod val="10000"/>
                  </a:schemeClr>
                </a:solidFill>
                <a:latin typeface="Arial" pitchFamily="34" charset="0"/>
                <a:cs typeface="Arial" pitchFamily="34" charset="0"/>
              </a:rPr>
              <a:t>đến</a:t>
            </a:r>
            <a:r>
              <a:rPr lang="en-US" sz="1400" dirty="0">
                <a:solidFill>
                  <a:schemeClr val="bg2">
                    <a:lumMod val="10000"/>
                  </a:schemeClr>
                </a:solidFill>
                <a:latin typeface="Arial" pitchFamily="34" charset="0"/>
                <a:cs typeface="Arial" pitchFamily="34" charset="0"/>
              </a:rPr>
              <a:t> 100 </a:t>
            </a:r>
            <a:r>
              <a:rPr lang="en-US" sz="1400" dirty="0" err="1">
                <a:solidFill>
                  <a:schemeClr val="bg2">
                    <a:lumMod val="10000"/>
                  </a:schemeClr>
                </a:solidFill>
                <a:latin typeface="Arial" pitchFamily="34" charset="0"/>
                <a:cs typeface="Arial" pitchFamily="34" charset="0"/>
              </a:rPr>
              <a:t>được</a:t>
            </a:r>
            <a:r>
              <a:rPr lang="en-US" sz="1400" dirty="0">
                <a:solidFill>
                  <a:schemeClr val="bg2">
                    <a:lumMod val="10000"/>
                  </a:schemeClr>
                </a:solidFill>
                <a:latin typeface="Arial" pitchFamily="34" charset="0"/>
                <a:cs typeface="Arial" pitchFamily="34" charset="0"/>
              </a:rPr>
              <a:t> </a:t>
            </a:r>
            <a:r>
              <a:rPr lang="en-US" sz="1400" dirty="0" err="1">
                <a:solidFill>
                  <a:schemeClr val="bg2">
                    <a:lumMod val="10000"/>
                  </a:schemeClr>
                </a:solidFill>
                <a:latin typeface="Arial" pitchFamily="34" charset="0"/>
                <a:cs typeface="Arial" pitchFamily="34" charset="0"/>
              </a:rPr>
              <a:t>sử</a:t>
            </a:r>
            <a:r>
              <a:rPr lang="en-US" sz="1400" dirty="0">
                <a:solidFill>
                  <a:schemeClr val="bg2">
                    <a:lumMod val="10000"/>
                  </a:schemeClr>
                </a:solidFill>
                <a:latin typeface="Arial" pitchFamily="34" charset="0"/>
                <a:cs typeface="Arial" pitchFamily="34" charset="0"/>
              </a:rPr>
              <a:t> </a:t>
            </a:r>
            <a:r>
              <a:rPr lang="en-US" sz="1400" dirty="0" err="1">
                <a:solidFill>
                  <a:schemeClr val="bg2">
                    <a:lumMod val="10000"/>
                  </a:schemeClr>
                </a:solidFill>
                <a:latin typeface="Arial" pitchFamily="34" charset="0"/>
                <a:cs typeface="Arial" pitchFamily="34" charset="0"/>
              </a:rPr>
              <a:t>dụng</a:t>
            </a:r>
            <a:r>
              <a:rPr lang="en-US" sz="1400" dirty="0">
                <a:solidFill>
                  <a:schemeClr val="bg2">
                    <a:lumMod val="10000"/>
                  </a:schemeClr>
                </a:solidFill>
                <a:latin typeface="Arial" pitchFamily="34" charset="0"/>
                <a:cs typeface="Arial" pitchFamily="34" charset="0"/>
              </a:rPr>
              <a:t> </a:t>
            </a:r>
            <a:r>
              <a:rPr lang="en-US" sz="1400" dirty="0" err="1">
                <a:solidFill>
                  <a:schemeClr val="bg2">
                    <a:lumMod val="10000"/>
                  </a:schemeClr>
                </a:solidFill>
                <a:latin typeface="Arial" pitchFamily="34" charset="0"/>
                <a:cs typeface="Arial" pitchFamily="34" charset="0"/>
              </a:rPr>
              <a:t>để</a:t>
            </a:r>
            <a:r>
              <a:rPr lang="en-US" sz="1400" dirty="0">
                <a:solidFill>
                  <a:schemeClr val="bg2">
                    <a:lumMod val="10000"/>
                  </a:schemeClr>
                </a:solidFill>
                <a:latin typeface="Arial" pitchFamily="34" charset="0"/>
                <a:cs typeface="Arial" pitchFamily="34" charset="0"/>
              </a:rPr>
              <a:t> </a:t>
            </a:r>
            <a:r>
              <a:rPr lang="en-US" sz="1400" dirty="0" err="1">
                <a:solidFill>
                  <a:schemeClr val="bg2">
                    <a:lumMod val="10000"/>
                  </a:schemeClr>
                </a:solidFill>
                <a:latin typeface="Arial" pitchFamily="34" charset="0"/>
                <a:cs typeface="Arial" pitchFamily="34" charset="0"/>
              </a:rPr>
              <a:t>đánh</a:t>
            </a:r>
            <a:r>
              <a:rPr lang="en-US" sz="1400" dirty="0">
                <a:solidFill>
                  <a:schemeClr val="bg2">
                    <a:lumMod val="10000"/>
                  </a:schemeClr>
                </a:solidFill>
                <a:latin typeface="Arial" pitchFamily="34" charset="0"/>
                <a:cs typeface="Arial" pitchFamily="34" charset="0"/>
              </a:rPr>
              <a:t> </a:t>
            </a:r>
            <a:r>
              <a:rPr lang="en-US" sz="1400" dirty="0" err="1">
                <a:solidFill>
                  <a:schemeClr val="bg2">
                    <a:lumMod val="10000"/>
                  </a:schemeClr>
                </a:solidFill>
                <a:latin typeface="Arial" pitchFamily="34" charset="0"/>
                <a:cs typeface="Arial" pitchFamily="34" charset="0"/>
              </a:rPr>
              <a:t>giá</a:t>
            </a:r>
            <a:r>
              <a:rPr lang="en-US" sz="1400" dirty="0">
                <a:solidFill>
                  <a:schemeClr val="bg2">
                    <a:lumMod val="10000"/>
                  </a:schemeClr>
                </a:solidFill>
                <a:latin typeface="Arial" pitchFamily="34" charset="0"/>
                <a:cs typeface="Arial" pitchFamily="34" charset="0"/>
              </a:rPr>
              <a:t> </a:t>
            </a:r>
            <a:r>
              <a:rPr lang="en-US" sz="1400" dirty="0" err="1">
                <a:solidFill>
                  <a:schemeClr val="bg2">
                    <a:lumMod val="10000"/>
                  </a:schemeClr>
                </a:solidFill>
                <a:latin typeface="Arial" pitchFamily="34" charset="0"/>
                <a:cs typeface="Arial" pitchFamily="34" charset="0"/>
              </a:rPr>
              <a:t>mặt</a:t>
            </a:r>
            <a:r>
              <a:rPr lang="en-US" sz="1400" dirty="0">
                <a:solidFill>
                  <a:schemeClr val="bg2">
                    <a:lumMod val="10000"/>
                  </a:schemeClr>
                </a:solidFill>
                <a:latin typeface="Arial" pitchFamily="34" charset="0"/>
                <a:cs typeface="Arial" pitchFamily="34" charset="0"/>
              </a:rPr>
              <a:t> </a:t>
            </a:r>
            <a:r>
              <a:rPr lang="en-US" sz="1400" dirty="0" err="1">
                <a:solidFill>
                  <a:schemeClr val="bg2">
                    <a:lumMod val="10000"/>
                  </a:schemeClr>
                </a:solidFill>
                <a:latin typeface="Arial" pitchFamily="34" charset="0"/>
                <a:cs typeface="Arial" pitchFamily="34" charset="0"/>
              </a:rPr>
              <a:t>đường</a:t>
            </a:r>
            <a:endParaRPr lang="en-US" sz="1400" b="1" dirty="0">
              <a:solidFill>
                <a:schemeClr val="bg2">
                  <a:lumMod val="10000"/>
                </a:schemeClr>
              </a:solidFill>
            </a:endParaRPr>
          </a:p>
        </p:txBody>
      </p:sp>
      <p:pic>
        <p:nvPicPr>
          <p:cNvPr id="10251" name="Picture 11"/>
          <p:cNvPicPr>
            <a:picLocks noChangeAspect="1" noChangeArrowheads="1"/>
          </p:cNvPicPr>
          <p:nvPr/>
        </p:nvPicPr>
        <p:blipFill rotWithShape="1">
          <a:blip r:embed="rId3">
            <a:extLst>
              <a:ext uri="{28A0092B-C50C-407E-A947-70E740481C1C}">
                <a14:useLocalDpi xmlns:a14="http://schemas.microsoft.com/office/drawing/2010/main" val="0"/>
              </a:ext>
            </a:extLst>
          </a:blip>
          <a:srcRect l="9593" r="5969"/>
          <a:stretch/>
        </p:blipFill>
        <p:spPr bwMode="auto">
          <a:xfrm>
            <a:off x="998773" y="2731532"/>
            <a:ext cx="3788900"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52"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94766" y="2428024"/>
            <a:ext cx="2625608" cy="3924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1026323" y="2296847"/>
            <a:ext cx="3733800" cy="338554"/>
          </a:xfrm>
          <a:prstGeom prst="rect">
            <a:avLst/>
          </a:prstGeom>
        </p:spPr>
        <p:txBody>
          <a:bodyPr wrap="square">
            <a:spAutoFit/>
          </a:bodyPr>
          <a:lstStyle/>
          <a:p>
            <a:pPr algn="ctr"/>
            <a:r>
              <a:rPr lang="en-US" sz="1600" b="1" dirty="0">
                <a:solidFill>
                  <a:srgbClr val="0070C0"/>
                </a:solidFill>
              </a:rPr>
              <a:t>U.S. Army Corps of Engineers</a:t>
            </a:r>
          </a:p>
        </p:txBody>
      </p:sp>
      <p:sp>
        <p:nvSpPr>
          <p:cNvPr id="11" name="Rectangle 10"/>
          <p:cNvSpPr/>
          <p:nvPr/>
        </p:nvSpPr>
        <p:spPr>
          <a:xfrm>
            <a:off x="6266513" y="1935570"/>
            <a:ext cx="1620187" cy="338554"/>
          </a:xfrm>
          <a:prstGeom prst="rect">
            <a:avLst/>
          </a:prstGeom>
        </p:spPr>
        <p:txBody>
          <a:bodyPr wrap="square">
            <a:spAutoFit/>
          </a:bodyPr>
          <a:lstStyle/>
          <a:p>
            <a:pPr algn="ctr"/>
            <a:r>
              <a:rPr lang="en-US" sz="1600" b="1" dirty="0">
                <a:solidFill>
                  <a:srgbClr val="0070C0"/>
                </a:solidFill>
              </a:rPr>
              <a:t>ASTM D6433</a:t>
            </a:r>
          </a:p>
        </p:txBody>
      </p:sp>
      <p:sp>
        <p:nvSpPr>
          <p:cNvPr id="8" name="Rectangle 7"/>
          <p:cNvSpPr/>
          <p:nvPr/>
        </p:nvSpPr>
        <p:spPr>
          <a:xfrm>
            <a:off x="228600" y="438666"/>
            <a:ext cx="7696200" cy="400110"/>
          </a:xfrm>
          <a:prstGeom prst="rect">
            <a:avLst/>
          </a:prstGeom>
        </p:spPr>
        <p:txBody>
          <a:bodyPr wrap="square">
            <a:spAutoFit/>
          </a:bodyPr>
          <a:lstStyle/>
          <a:p>
            <a:pPr>
              <a:spcBef>
                <a:spcPct val="50000"/>
              </a:spcBef>
            </a:pPr>
            <a:r>
              <a:rPr lang="en-US" sz="2000" b="1" dirty="0" err="1">
                <a:solidFill>
                  <a:srgbClr val="FF0000"/>
                </a:solidFill>
              </a:rPr>
              <a:t>Đặc</a:t>
            </a:r>
            <a:r>
              <a:rPr lang="en-US" sz="2000" b="1" dirty="0">
                <a:solidFill>
                  <a:srgbClr val="FF0000"/>
                </a:solidFill>
              </a:rPr>
              <a:t> </a:t>
            </a:r>
            <a:r>
              <a:rPr lang="en-US" sz="2000" b="1" dirty="0" err="1">
                <a:solidFill>
                  <a:srgbClr val="FF0000"/>
                </a:solidFill>
              </a:rPr>
              <a:t>trưng</a:t>
            </a:r>
            <a:r>
              <a:rPr lang="en-US" sz="2000" b="1" dirty="0">
                <a:solidFill>
                  <a:srgbClr val="FF0000"/>
                </a:solidFill>
              </a:rPr>
              <a:t> </a:t>
            </a:r>
            <a:r>
              <a:rPr lang="en-US" sz="2000" b="1" dirty="0" err="1">
                <a:solidFill>
                  <a:srgbClr val="FF0000"/>
                </a:solidFill>
              </a:rPr>
              <a:t>khai</a:t>
            </a:r>
            <a:r>
              <a:rPr lang="en-US" sz="2000" b="1" dirty="0">
                <a:solidFill>
                  <a:srgbClr val="FF0000"/>
                </a:solidFill>
              </a:rPr>
              <a:t> </a:t>
            </a:r>
            <a:r>
              <a:rPr lang="en-US" sz="2000" b="1" dirty="0" err="1">
                <a:solidFill>
                  <a:srgbClr val="FF0000"/>
                </a:solidFill>
              </a:rPr>
              <a:t>thác</a:t>
            </a:r>
            <a:r>
              <a:rPr lang="en-US" sz="2000" b="1" dirty="0">
                <a:solidFill>
                  <a:srgbClr val="FF0000"/>
                </a:solidFill>
              </a:rPr>
              <a:t> </a:t>
            </a:r>
            <a:r>
              <a:rPr lang="en-US" sz="2000" b="1" dirty="0" err="1">
                <a:solidFill>
                  <a:srgbClr val="FF0000"/>
                </a:solidFill>
              </a:rPr>
              <a:t>mặt</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 </a:t>
            </a:r>
            <a:r>
              <a:rPr lang="en-US" sz="2000" b="1" dirty="0" err="1">
                <a:solidFill>
                  <a:srgbClr val="FF0000"/>
                </a:solidFill>
              </a:rPr>
              <a:t>các</a:t>
            </a:r>
            <a:r>
              <a:rPr lang="en-US" sz="2000" b="1" dirty="0">
                <a:solidFill>
                  <a:srgbClr val="FF0000"/>
                </a:solidFill>
              </a:rPr>
              <a:t> </a:t>
            </a:r>
            <a:r>
              <a:rPr lang="en-US" sz="2000" b="1" dirty="0" err="1">
                <a:solidFill>
                  <a:srgbClr val="FF0000"/>
                </a:solidFill>
              </a:rPr>
              <a:t>chỉ</a:t>
            </a:r>
            <a:r>
              <a:rPr lang="en-US" sz="2000" b="1" dirty="0">
                <a:solidFill>
                  <a:srgbClr val="FF0000"/>
                </a:solidFill>
              </a:rPr>
              <a:t> </a:t>
            </a:r>
            <a:r>
              <a:rPr lang="en-US" sz="2000" b="1" dirty="0" err="1">
                <a:solidFill>
                  <a:srgbClr val="FF0000"/>
                </a:solidFill>
              </a:rPr>
              <a:t>tiêu</a:t>
            </a:r>
            <a:r>
              <a:rPr lang="en-US" sz="2000" b="1" dirty="0">
                <a:solidFill>
                  <a:srgbClr val="FF0000"/>
                </a:solidFill>
              </a:rPr>
              <a:t> </a:t>
            </a:r>
            <a:r>
              <a:rPr lang="en-US" sz="2000" b="1" dirty="0" err="1">
                <a:solidFill>
                  <a:srgbClr val="FF0000"/>
                </a:solidFill>
              </a:rPr>
              <a:t>tổng</a:t>
            </a:r>
            <a:r>
              <a:rPr lang="en-US" sz="2000" b="1" dirty="0">
                <a:solidFill>
                  <a:srgbClr val="FF0000"/>
                </a:solidFill>
              </a:rPr>
              <a:t> </a:t>
            </a:r>
            <a:r>
              <a:rPr lang="en-US" sz="2000" b="1" dirty="0" err="1">
                <a:solidFill>
                  <a:srgbClr val="FF0000"/>
                </a:solidFill>
              </a:rPr>
              <a:t>hợp</a:t>
            </a:r>
            <a:endParaRPr lang="en-US" sz="2000" b="1" dirty="0">
              <a:solidFill>
                <a:srgbClr val="FF0000"/>
              </a:solidFill>
            </a:endParaRPr>
          </a:p>
        </p:txBody>
      </p:sp>
    </p:spTree>
    <p:extLst>
      <p:ext uri="{BB962C8B-B14F-4D97-AF65-F5344CB8AC3E}">
        <p14:creationId xmlns:p14="http://schemas.microsoft.com/office/powerpoint/2010/main" val="38326231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254000" y="1219200"/>
            <a:ext cx="7550150" cy="571500"/>
          </a:xfrm>
          <a:prstGeom prst="rect">
            <a:avLst/>
          </a:prstGeom>
          <a:noFill/>
        </p:spPr>
        <p:txBody>
          <a:bodyPr vert="horz" lIns="91440" tIns="45720" rIns="91440" bIns="45720" rtlCol="0">
            <a:noAutofit/>
          </a:bodyPr>
          <a:lstStyle>
            <a:lvl1pPr marL="0" indent="0" algn="r" defTabSz="914400" rtl="0" eaLnBrk="1" latinLnBrk="0" hangingPunct="1">
              <a:spcBef>
                <a:spcPct val="20000"/>
              </a:spcBef>
              <a:buFont typeface="Arial" pitchFamily="34" charset="0"/>
              <a:buNone/>
              <a:defRPr sz="2400" kern="1200">
                <a:solidFill>
                  <a:schemeClr val="tx2">
                    <a:lumMod val="60000"/>
                    <a:lumOff val="40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Calibri"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5pPr>
            <a:lvl6pPr marL="2286000" indent="0" algn="ctr" defTabSz="914400" rtl="0" eaLnBrk="1" latinLnBrk="0" hangingPunct="1">
              <a:spcBef>
                <a:spcPct val="20000"/>
              </a:spcBef>
              <a:buClr>
                <a:schemeClr val="tx1"/>
              </a:buClr>
              <a:buFont typeface="Calibri" pitchFamily="34" charset="0"/>
              <a:buNone/>
              <a:defRPr sz="18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Calibri" pitchFamily="34" charset="0"/>
              <a:buNone/>
              <a:defRPr sz="1800" kern="1200">
                <a:solidFill>
                  <a:schemeClr val="tx1">
                    <a:tint val="75000"/>
                  </a:schemeClr>
                </a:solidFill>
                <a:latin typeface="+mn-lt"/>
                <a:ea typeface="+mn-ea"/>
                <a:cs typeface="+mn-cs"/>
              </a:defRPr>
            </a:lvl7pPr>
            <a:lvl8pPr marL="3200400" indent="0" algn="ctr" defTabSz="914400" rtl="0" eaLnBrk="1" latinLnBrk="0" hangingPunct="1">
              <a:spcBef>
                <a:spcPct val="20000"/>
              </a:spcBef>
              <a:buClr>
                <a:schemeClr val="tx1"/>
              </a:buClr>
              <a:buFont typeface="Calibri" pitchFamily="34" charset="0"/>
              <a:buNone/>
              <a:defRPr sz="1800" kern="1200">
                <a:solidFill>
                  <a:schemeClr val="tx1">
                    <a:tint val="75000"/>
                  </a:schemeClr>
                </a:solidFill>
                <a:latin typeface="+mn-lt"/>
                <a:ea typeface="+mn-ea"/>
                <a:cs typeface="+mn-cs"/>
              </a:defRPr>
            </a:lvl8pPr>
            <a:lvl9pPr marL="3657600" indent="0" algn="ctr" defTabSz="914400" rtl="0" eaLnBrk="1" latinLnBrk="0" hangingPunct="1">
              <a:spcBef>
                <a:spcPct val="20000"/>
              </a:spcBef>
              <a:buClr>
                <a:schemeClr val="tx1"/>
              </a:buClr>
              <a:buFont typeface="Calibri" pitchFamily="34" charset="0"/>
              <a:buNone/>
              <a:defRPr sz="1800" kern="1200">
                <a:solidFill>
                  <a:schemeClr val="tx1">
                    <a:tint val="75000"/>
                  </a:schemeClr>
                </a:solidFill>
                <a:latin typeface="+mn-lt"/>
                <a:ea typeface="+mn-ea"/>
                <a:cs typeface="+mn-cs"/>
              </a:defRPr>
            </a:lvl9pPr>
          </a:lstStyle>
          <a:p>
            <a:pPr algn="l">
              <a:lnSpc>
                <a:spcPct val="120000"/>
              </a:lnSpc>
              <a:spcBef>
                <a:spcPts val="600"/>
              </a:spcBef>
            </a:pPr>
            <a:r>
              <a:rPr lang="en-US" sz="1600" b="1" dirty="0" err="1">
                <a:solidFill>
                  <a:schemeClr val="bg2">
                    <a:lumMod val="10000"/>
                  </a:schemeClr>
                </a:solidFill>
              </a:rPr>
              <a:t>Hệ</a:t>
            </a:r>
            <a:r>
              <a:rPr lang="en-US" sz="1600" b="1" dirty="0">
                <a:solidFill>
                  <a:schemeClr val="bg2">
                    <a:lumMod val="10000"/>
                  </a:schemeClr>
                </a:solidFill>
              </a:rPr>
              <a:t> </a:t>
            </a:r>
            <a:r>
              <a:rPr lang="en-US" sz="1600" b="1" dirty="0" err="1">
                <a:solidFill>
                  <a:schemeClr val="bg2">
                    <a:lumMod val="10000"/>
                  </a:schemeClr>
                </a:solidFill>
              </a:rPr>
              <a:t>số</a:t>
            </a:r>
            <a:r>
              <a:rPr lang="en-US" sz="1600" b="1" dirty="0">
                <a:solidFill>
                  <a:schemeClr val="bg2">
                    <a:lumMod val="10000"/>
                  </a:schemeClr>
                </a:solidFill>
              </a:rPr>
              <a:t> </a:t>
            </a:r>
            <a:r>
              <a:rPr lang="en-US" sz="1600" b="1" dirty="0" err="1">
                <a:solidFill>
                  <a:schemeClr val="bg2">
                    <a:lumMod val="10000"/>
                  </a:schemeClr>
                </a:solidFill>
              </a:rPr>
              <a:t>tình</a:t>
            </a:r>
            <a:r>
              <a:rPr lang="en-US" sz="1600" b="1" dirty="0">
                <a:solidFill>
                  <a:schemeClr val="bg2">
                    <a:lumMod val="10000"/>
                  </a:schemeClr>
                </a:solidFill>
              </a:rPr>
              <a:t> </a:t>
            </a:r>
            <a:r>
              <a:rPr lang="en-US" sz="1600" b="1" dirty="0" err="1">
                <a:solidFill>
                  <a:schemeClr val="bg2">
                    <a:lumMod val="10000"/>
                  </a:schemeClr>
                </a:solidFill>
              </a:rPr>
              <a:t>trạng</a:t>
            </a:r>
            <a:r>
              <a:rPr lang="en-US" sz="1600" b="1" dirty="0">
                <a:solidFill>
                  <a:schemeClr val="bg2">
                    <a:lumMod val="10000"/>
                  </a:schemeClr>
                </a:solidFill>
              </a:rPr>
              <a:t> </a:t>
            </a:r>
            <a:r>
              <a:rPr lang="en-US" sz="1600" b="1" dirty="0" err="1">
                <a:solidFill>
                  <a:schemeClr val="bg2">
                    <a:lumMod val="10000"/>
                  </a:schemeClr>
                </a:solidFill>
              </a:rPr>
              <a:t>mặt</a:t>
            </a:r>
            <a:r>
              <a:rPr lang="en-US" sz="1600" b="1" dirty="0">
                <a:solidFill>
                  <a:schemeClr val="bg2">
                    <a:lumMod val="10000"/>
                  </a:schemeClr>
                </a:solidFill>
              </a:rPr>
              <a:t> </a:t>
            </a:r>
            <a:r>
              <a:rPr lang="en-US" sz="1600" b="1" dirty="0" err="1">
                <a:solidFill>
                  <a:schemeClr val="bg2">
                    <a:lumMod val="10000"/>
                  </a:schemeClr>
                </a:solidFill>
              </a:rPr>
              <a:t>đường</a:t>
            </a:r>
            <a:endParaRPr lang="en-US" sz="1600" b="1" dirty="0">
              <a:solidFill>
                <a:schemeClr val="bg2">
                  <a:lumMod val="10000"/>
                </a:schemeClr>
              </a:solidFill>
            </a:endParaRPr>
          </a:p>
          <a:p>
            <a:pPr algn="l">
              <a:lnSpc>
                <a:spcPct val="120000"/>
              </a:lnSpc>
              <a:spcBef>
                <a:spcPts val="600"/>
              </a:spcBef>
            </a:pPr>
            <a:endParaRPr lang="en-US" sz="1600" b="1" dirty="0">
              <a:solidFill>
                <a:schemeClr val="bg2">
                  <a:lumMod val="10000"/>
                </a:schemeClr>
              </a:solidFill>
            </a:endParaRPr>
          </a:p>
        </p:txBody>
      </p:sp>
      <p:pic>
        <p:nvPicPr>
          <p:cNvPr id="15362" name="Picture 2" descr="http://2.bp.blogspot.com/-p9NttNyzH78/ToN999tddFI/AAAAAAAAAKQ/6pJTTXUpGuk/s1600/PCI+Index.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000" y="1683478"/>
            <a:ext cx="6675592" cy="465708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438666"/>
            <a:ext cx="7696200" cy="400110"/>
          </a:xfrm>
          <a:prstGeom prst="rect">
            <a:avLst/>
          </a:prstGeom>
        </p:spPr>
        <p:txBody>
          <a:bodyPr wrap="square">
            <a:spAutoFit/>
          </a:bodyPr>
          <a:lstStyle/>
          <a:p>
            <a:pPr>
              <a:spcBef>
                <a:spcPct val="50000"/>
              </a:spcBef>
            </a:pPr>
            <a:r>
              <a:rPr lang="en-US" sz="2000" b="1" dirty="0" err="1">
                <a:solidFill>
                  <a:srgbClr val="FF0000"/>
                </a:solidFill>
              </a:rPr>
              <a:t>Đặc</a:t>
            </a:r>
            <a:r>
              <a:rPr lang="en-US" sz="2000" b="1" dirty="0">
                <a:solidFill>
                  <a:srgbClr val="FF0000"/>
                </a:solidFill>
              </a:rPr>
              <a:t> </a:t>
            </a:r>
            <a:r>
              <a:rPr lang="en-US" sz="2000" b="1" dirty="0" err="1">
                <a:solidFill>
                  <a:srgbClr val="FF0000"/>
                </a:solidFill>
              </a:rPr>
              <a:t>trưng</a:t>
            </a:r>
            <a:r>
              <a:rPr lang="en-US" sz="2000" b="1" dirty="0">
                <a:solidFill>
                  <a:srgbClr val="FF0000"/>
                </a:solidFill>
              </a:rPr>
              <a:t> </a:t>
            </a:r>
            <a:r>
              <a:rPr lang="en-US" sz="2000" b="1" dirty="0" err="1">
                <a:solidFill>
                  <a:srgbClr val="FF0000"/>
                </a:solidFill>
              </a:rPr>
              <a:t>khai</a:t>
            </a:r>
            <a:r>
              <a:rPr lang="en-US" sz="2000" b="1" dirty="0">
                <a:solidFill>
                  <a:srgbClr val="FF0000"/>
                </a:solidFill>
              </a:rPr>
              <a:t> </a:t>
            </a:r>
            <a:r>
              <a:rPr lang="en-US" sz="2000" b="1" dirty="0" err="1">
                <a:solidFill>
                  <a:srgbClr val="FF0000"/>
                </a:solidFill>
              </a:rPr>
              <a:t>thác</a:t>
            </a:r>
            <a:r>
              <a:rPr lang="en-US" sz="2000" b="1" dirty="0">
                <a:solidFill>
                  <a:srgbClr val="FF0000"/>
                </a:solidFill>
              </a:rPr>
              <a:t> </a:t>
            </a:r>
            <a:r>
              <a:rPr lang="en-US" sz="2000" b="1" dirty="0" err="1">
                <a:solidFill>
                  <a:srgbClr val="FF0000"/>
                </a:solidFill>
              </a:rPr>
              <a:t>mặt</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 </a:t>
            </a:r>
            <a:r>
              <a:rPr lang="en-US" sz="2000" b="1" dirty="0" err="1">
                <a:solidFill>
                  <a:srgbClr val="FF0000"/>
                </a:solidFill>
              </a:rPr>
              <a:t>các</a:t>
            </a:r>
            <a:r>
              <a:rPr lang="en-US" sz="2000" b="1" dirty="0">
                <a:solidFill>
                  <a:srgbClr val="FF0000"/>
                </a:solidFill>
              </a:rPr>
              <a:t> </a:t>
            </a:r>
            <a:r>
              <a:rPr lang="en-US" sz="2000" b="1" dirty="0" err="1">
                <a:solidFill>
                  <a:srgbClr val="FF0000"/>
                </a:solidFill>
              </a:rPr>
              <a:t>chỉ</a:t>
            </a:r>
            <a:r>
              <a:rPr lang="en-US" sz="2000" b="1" dirty="0">
                <a:solidFill>
                  <a:srgbClr val="FF0000"/>
                </a:solidFill>
              </a:rPr>
              <a:t> </a:t>
            </a:r>
            <a:r>
              <a:rPr lang="en-US" sz="2000" b="1" dirty="0" err="1">
                <a:solidFill>
                  <a:srgbClr val="FF0000"/>
                </a:solidFill>
              </a:rPr>
              <a:t>tiêu</a:t>
            </a:r>
            <a:r>
              <a:rPr lang="en-US" sz="2000" b="1" dirty="0">
                <a:solidFill>
                  <a:srgbClr val="FF0000"/>
                </a:solidFill>
              </a:rPr>
              <a:t> </a:t>
            </a:r>
            <a:r>
              <a:rPr lang="en-US" sz="2000" b="1" dirty="0" err="1">
                <a:solidFill>
                  <a:srgbClr val="FF0000"/>
                </a:solidFill>
              </a:rPr>
              <a:t>tổng</a:t>
            </a:r>
            <a:r>
              <a:rPr lang="en-US" sz="2000" b="1" dirty="0">
                <a:solidFill>
                  <a:srgbClr val="FF0000"/>
                </a:solidFill>
              </a:rPr>
              <a:t> </a:t>
            </a:r>
            <a:r>
              <a:rPr lang="en-US" sz="2000" b="1" dirty="0" err="1">
                <a:solidFill>
                  <a:srgbClr val="FF0000"/>
                </a:solidFill>
              </a:rPr>
              <a:t>hợp</a:t>
            </a:r>
            <a:endParaRPr lang="en-US" sz="2000" b="1" dirty="0">
              <a:solidFill>
                <a:srgbClr val="FF0000"/>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2783221842"/>
              </p:ext>
            </p:extLst>
          </p:nvPr>
        </p:nvGraphicFramePr>
        <p:xfrm>
          <a:off x="6929592" y="1708878"/>
          <a:ext cx="1985808" cy="4585242"/>
        </p:xfrm>
        <a:graphic>
          <a:graphicData uri="http://schemas.openxmlformats.org/drawingml/2006/table">
            <a:tbl>
              <a:tblPr firstRow="1" bandRow="1">
                <a:tableStyleId>{5C22544A-7EE6-4342-B048-85BDC9FD1C3A}</a:tableStyleId>
              </a:tblPr>
              <a:tblGrid>
                <a:gridCol w="1985808">
                  <a:extLst>
                    <a:ext uri="{9D8B030D-6E8A-4147-A177-3AD203B41FA5}">
                      <a16:colId xmlns:a16="http://schemas.microsoft.com/office/drawing/2014/main" val="20000"/>
                    </a:ext>
                  </a:extLst>
                </a:gridCol>
              </a:tblGrid>
              <a:tr h="729522">
                <a:tc>
                  <a:txBody>
                    <a:bodyPr/>
                    <a:lstStyle/>
                    <a:p>
                      <a:r>
                        <a:rPr lang="en-US" sz="1400" dirty="0" err="1">
                          <a:solidFill>
                            <a:schemeClr val="tx2"/>
                          </a:solidFill>
                        </a:rPr>
                        <a:t>Giải</a:t>
                      </a:r>
                      <a:r>
                        <a:rPr lang="en-US" sz="1400" baseline="0" dirty="0">
                          <a:solidFill>
                            <a:schemeClr val="tx2"/>
                          </a:solidFill>
                        </a:rPr>
                        <a:t> </a:t>
                      </a:r>
                      <a:r>
                        <a:rPr lang="en-US" sz="1400" baseline="0" dirty="0" err="1">
                          <a:solidFill>
                            <a:schemeClr val="tx2"/>
                          </a:solidFill>
                        </a:rPr>
                        <a:t>pháp</a:t>
                      </a:r>
                      <a:r>
                        <a:rPr lang="en-US" sz="1400" baseline="0" dirty="0">
                          <a:solidFill>
                            <a:schemeClr val="tx2"/>
                          </a:solidFill>
                        </a:rPr>
                        <a:t> </a:t>
                      </a:r>
                      <a:r>
                        <a:rPr lang="en-US" sz="1400" baseline="0" dirty="0" err="1">
                          <a:solidFill>
                            <a:schemeClr val="tx2"/>
                          </a:solidFill>
                        </a:rPr>
                        <a:t>sửa</a:t>
                      </a:r>
                      <a:r>
                        <a:rPr lang="en-US" sz="1400" baseline="0" dirty="0">
                          <a:solidFill>
                            <a:schemeClr val="tx2"/>
                          </a:solidFill>
                        </a:rPr>
                        <a:t> </a:t>
                      </a:r>
                      <a:r>
                        <a:rPr lang="en-US" sz="1400" baseline="0" dirty="0" err="1">
                          <a:solidFill>
                            <a:schemeClr val="tx2"/>
                          </a:solidFill>
                        </a:rPr>
                        <a:t>chữa</a:t>
                      </a:r>
                      <a:endParaRPr lang="en-US" sz="1400" dirty="0">
                        <a:solidFill>
                          <a:schemeClr val="tx2"/>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295400">
                <a:tc>
                  <a:txBody>
                    <a:bodyPr/>
                    <a:lstStyle/>
                    <a:p>
                      <a:r>
                        <a:rPr lang="en-US" sz="1200" b="0" dirty="0" err="1">
                          <a:solidFill>
                            <a:schemeClr val="tx2"/>
                          </a:solidFill>
                        </a:rPr>
                        <a:t>Các</a:t>
                      </a:r>
                      <a:r>
                        <a:rPr lang="en-US" sz="1200" b="0" baseline="0" dirty="0">
                          <a:solidFill>
                            <a:schemeClr val="tx2"/>
                          </a:solidFill>
                        </a:rPr>
                        <a:t> </a:t>
                      </a:r>
                      <a:r>
                        <a:rPr lang="en-US" sz="1200" b="0" baseline="0" dirty="0" err="1">
                          <a:solidFill>
                            <a:schemeClr val="tx2"/>
                          </a:solidFill>
                        </a:rPr>
                        <a:t>hoạt</a:t>
                      </a:r>
                      <a:r>
                        <a:rPr lang="en-US" sz="1200" b="0" baseline="0" dirty="0">
                          <a:solidFill>
                            <a:schemeClr val="tx2"/>
                          </a:solidFill>
                        </a:rPr>
                        <a:t> </a:t>
                      </a:r>
                      <a:r>
                        <a:rPr lang="en-US" sz="1200" b="0" baseline="0" dirty="0" err="1">
                          <a:solidFill>
                            <a:schemeClr val="tx2"/>
                          </a:solidFill>
                        </a:rPr>
                        <a:t>động</a:t>
                      </a:r>
                      <a:r>
                        <a:rPr lang="en-US" sz="1200" b="0" baseline="0" dirty="0">
                          <a:solidFill>
                            <a:schemeClr val="tx2"/>
                          </a:solidFill>
                        </a:rPr>
                        <a:t> BDTX </a:t>
                      </a:r>
                      <a:r>
                        <a:rPr lang="en-US" sz="1200" b="0" baseline="0" dirty="0" err="1">
                          <a:solidFill>
                            <a:schemeClr val="tx2"/>
                          </a:solidFill>
                        </a:rPr>
                        <a:t>như</a:t>
                      </a:r>
                      <a:r>
                        <a:rPr lang="en-US" sz="1200" b="0" baseline="0" dirty="0">
                          <a:solidFill>
                            <a:schemeClr val="tx2"/>
                          </a:solidFill>
                        </a:rPr>
                        <a:t> </a:t>
                      </a:r>
                      <a:r>
                        <a:rPr lang="en-US" sz="1200" b="0" baseline="0" dirty="0" err="1">
                          <a:solidFill>
                            <a:schemeClr val="tx2"/>
                          </a:solidFill>
                        </a:rPr>
                        <a:t>trám</a:t>
                      </a:r>
                      <a:r>
                        <a:rPr lang="en-US" sz="1200" b="0" baseline="0" dirty="0">
                          <a:solidFill>
                            <a:schemeClr val="tx2"/>
                          </a:solidFill>
                        </a:rPr>
                        <a:t> </a:t>
                      </a:r>
                      <a:r>
                        <a:rPr lang="en-US" sz="1200" b="0" baseline="0" dirty="0" err="1">
                          <a:solidFill>
                            <a:schemeClr val="tx2"/>
                          </a:solidFill>
                        </a:rPr>
                        <a:t>vết</a:t>
                      </a:r>
                      <a:r>
                        <a:rPr lang="en-US" sz="1200" b="0" baseline="0" dirty="0">
                          <a:solidFill>
                            <a:schemeClr val="tx2"/>
                          </a:solidFill>
                        </a:rPr>
                        <a:t> </a:t>
                      </a:r>
                      <a:r>
                        <a:rPr lang="en-US" sz="1200" b="0" baseline="0" dirty="0" err="1">
                          <a:solidFill>
                            <a:schemeClr val="tx2"/>
                          </a:solidFill>
                        </a:rPr>
                        <a:t>nứt</a:t>
                      </a:r>
                      <a:r>
                        <a:rPr lang="en-US" sz="1200" b="0" baseline="0" dirty="0">
                          <a:solidFill>
                            <a:schemeClr val="tx2"/>
                          </a:solidFill>
                        </a:rPr>
                        <a:t>, </a:t>
                      </a:r>
                      <a:r>
                        <a:rPr lang="en-US" sz="1200" b="0" baseline="0" dirty="0" err="1">
                          <a:solidFill>
                            <a:schemeClr val="tx2"/>
                          </a:solidFill>
                        </a:rPr>
                        <a:t>trám</a:t>
                      </a:r>
                      <a:r>
                        <a:rPr lang="en-US" sz="1200" b="0" baseline="0" dirty="0">
                          <a:solidFill>
                            <a:schemeClr val="tx2"/>
                          </a:solidFill>
                        </a:rPr>
                        <a:t> </a:t>
                      </a:r>
                      <a:r>
                        <a:rPr lang="en-US" sz="1200" b="0" baseline="0" dirty="0" err="1">
                          <a:solidFill>
                            <a:schemeClr val="tx2"/>
                          </a:solidFill>
                        </a:rPr>
                        <a:t>khe</a:t>
                      </a:r>
                      <a:r>
                        <a:rPr lang="en-US" sz="1200" b="0" baseline="0" dirty="0">
                          <a:solidFill>
                            <a:schemeClr val="tx2"/>
                          </a:solidFill>
                        </a:rPr>
                        <a:t> </a:t>
                      </a:r>
                      <a:r>
                        <a:rPr lang="en-US" sz="1200" b="0" baseline="0" dirty="0" err="1">
                          <a:solidFill>
                            <a:schemeClr val="tx2"/>
                          </a:solidFill>
                        </a:rPr>
                        <a:t>nối</a:t>
                      </a:r>
                      <a:r>
                        <a:rPr lang="en-US" sz="1200" b="0" baseline="0" dirty="0">
                          <a:solidFill>
                            <a:schemeClr val="tx2"/>
                          </a:solidFill>
                        </a:rPr>
                        <a:t> hay </a:t>
                      </a:r>
                      <a:r>
                        <a:rPr lang="en-US" sz="1200" b="0" baseline="0" dirty="0" err="1">
                          <a:solidFill>
                            <a:schemeClr val="tx2"/>
                          </a:solidFill>
                        </a:rPr>
                        <a:t>vá</a:t>
                      </a:r>
                      <a:r>
                        <a:rPr lang="en-US" sz="1200" b="0" baseline="0" dirty="0">
                          <a:solidFill>
                            <a:schemeClr val="tx2"/>
                          </a:solidFill>
                        </a:rPr>
                        <a:t> </a:t>
                      </a:r>
                      <a:r>
                        <a:rPr lang="en-US" sz="1200" b="0" baseline="0" dirty="0" err="1">
                          <a:solidFill>
                            <a:schemeClr val="tx2"/>
                          </a:solidFill>
                        </a:rPr>
                        <a:t>cục</a:t>
                      </a:r>
                      <a:r>
                        <a:rPr lang="en-US" sz="1200" b="0" baseline="0" dirty="0">
                          <a:solidFill>
                            <a:schemeClr val="tx2"/>
                          </a:solidFill>
                        </a:rPr>
                        <a:t> </a:t>
                      </a:r>
                      <a:r>
                        <a:rPr lang="en-US" sz="1200" b="0" baseline="0" dirty="0" err="1">
                          <a:solidFill>
                            <a:schemeClr val="tx2"/>
                          </a:solidFill>
                        </a:rPr>
                        <a:t>bộ</a:t>
                      </a:r>
                      <a:r>
                        <a:rPr lang="en-US" sz="1200" b="0" baseline="0" dirty="0">
                          <a:solidFill>
                            <a:schemeClr val="tx2"/>
                          </a:solidFill>
                        </a:rPr>
                        <a:t> </a:t>
                      </a:r>
                      <a:r>
                        <a:rPr lang="en-US" sz="1200" b="0" baseline="0" dirty="0" err="1">
                          <a:solidFill>
                            <a:schemeClr val="tx2"/>
                          </a:solidFill>
                        </a:rPr>
                        <a:t>mang</a:t>
                      </a:r>
                      <a:r>
                        <a:rPr lang="en-US" sz="1200" b="0" baseline="0" dirty="0">
                          <a:solidFill>
                            <a:schemeClr val="tx2"/>
                          </a:solidFill>
                        </a:rPr>
                        <a:t> </a:t>
                      </a:r>
                      <a:r>
                        <a:rPr lang="en-US" sz="1200" b="0" baseline="0" dirty="0" err="1">
                          <a:solidFill>
                            <a:schemeClr val="tx2"/>
                          </a:solidFill>
                        </a:rPr>
                        <a:t>loai</a:t>
                      </a:r>
                      <a:r>
                        <a:rPr lang="en-US" sz="1200" b="0" baseline="0" dirty="0">
                          <a:solidFill>
                            <a:schemeClr val="tx2"/>
                          </a:solidFill>
                        </a:rPr>
                        <a:t> </a:t>
                      </a:r>
                      <a:r>
                        <a:rPr lang="en-US" sz="1200" b="0" baseline="0" dirty="0" err="1">
                          <a:solidFill>
                            <a:schemeClr val="tx2"/>
                          </a:solidFill>
                        </a:rPr>
                        <a:t>lợi</a:t>
                      </a:r>
                      <a:r>
                        <a:rPr lang="en-US" sz="1200" b="0" baseline="0" dirty="0">
                          <a:solidFill>
                            <a:schemeClr val="tx2"/>
                          </a:solidFill>
                        </a:rPr>
                        <a:t> </a:t>
                      </a:r>
                      <a:r>
                        <a:rPr lang="en-US" sz="1200" b="0" baseline="0" dirty="0" err="1">
                          <a:solidFill>
                            <a:schemeClr val="tx2"/>
                          </a:solidFill>
                        </a:rPr>
                        <a:t>ích</a:t>
                      </a:r>
                      <a:r>
                        <a:rPr lang="en-US" sz="1200" b="0" baseline="0" dirty="0">
                          <a:solidFill>
                            <a:schemeClr val="tx2"/>
                          </a:solidFill>
                        </a:rPr>
                        <a:t> </a:t>
                      </a:r>
                      <a:r>
                        <a:rPr lang="en-US" sz="1200" b="0" baseline="0" dirty="0" err="1">
                          <a:solidFill>
                            <a:schemeClr val="tx2"/>
                          </a:solidFill>
                        </a:rPr>
                        <a:t>đối</a:t>
                      </a:r>
                      <a:r>
                        <a:rPr lang="en-US" sz="1200" b="0" baseline="0" dirty="0">
                          <a:solidFill>
                            <a:schemeClr val="tx2"/>
                          </a:solidFill>
                        </a:rPr>
                        <a:t> </a:t>
                      </a:r>
                      <a:r>
                        <a:rPr lang="en-US" sz="1200" b="0" baseline="0" dirty="0" err="1">
                          <a:solidFill>
                            <a:schemeClr val="tx2"/>
                          </a:solidFill>
                        </a:rPr>
                        <a:t>với</a:t>
                      </a:r>
                      <a:r>
                        <a:rPr lang="en-US" sz="1200" b="0" baseline="0" dirty="0">
                          <a:solidFill>
                            <a:schemeClr val="tx2"/>
                          </a:solidFill>
                        </a:rPr>
                        <a:t> </a:t>
                      </a:r>
                      <a:r>
                        <a:rPr lang="en-US" sz="1200" b="0" baseline="0" dirty="0" err="1">
                          <a:solidFill>
                            <a:schemeClr val="tx2"/>
                          </a:solidFill>
                        </a:rPr>
                        <a:t>các</a:t>
                      </a:r>
                      <a:r>
                        <a:rPr lang="en-US" sz="1200" b="0" baseline="0" dirty="0">
                          <a:solidFill>
                            <a:schemeClr val="tx2"/>
                          </a:solidFill>
                        </a:rPr>
                        <a:t> </a:t>
                      </a:r>
                      <a:r>
                        <a:rPr lang="en-US" sz="1200" b="0" baseline="0" dirty="0" err="1">
                          <a:solidFill>
                            <a:schemeClr val="tx2"/>
                          </a:solidFill>
                        </a:rPr>
                        <a:t>đoạn</a:t>
                      </a:r>
                      <a:r>
                        <a:rPr lang="en-US" sz="1200" b="0" baseline="0" dirty="0">
                          <a:solidFill>
                            <a:schemeClr val="tx2"/>
                          </a:solidFill>
                        </a:rPr>
                        <a:t> </a:t>
                      </a:r>
                      <a:r>
                        <a:rPr lang="en-US" sz="1200" b="0" baseline="0" dirty="0" err="1">
                          <a:solidFill>
                            <a:schemeClr val="tx2"/>
                          </a:solidFill>
                        </a:rPr>
                        <a:t>m</a:t>
                      </a:r>
                      <a:r>
                        <a:rPr lang="en-US" sz="1200" b="0" dirty="0" err="1">
                          <a:solidFill>
                            <a:schemeClr val="tx2"/>
                          </a:solidFill>
                        </a:rPr>
                        <a:t>ặt</a:t>
                      </a:r>
                      <a:r>
                        <a:rPr lang="en-US" sz="1200" b="0" baseline="0" dirty="0">
                          <a:solidFill>
                            <a:schemeClr val="tx2"/>
                          </a:solidFill>
                        </a:rPr>
                        <a:t> </a:t>
                      </a:r>
                      <a:r>
                        <a:rPr lang="en-US" sz="1200" b="0" baseline="0" dirty="0" err="1">
                          <a:solidFill>
                            <a:schemeClr val="tx2"/>
                          </a:solidFill>
                        </a:rPr>
                        <a:t>đường</a:t>
                      </a:r>
                      <a:r>
                        <a:rPr lang="en-US" sz="1200" b="0" baseline="0" dirty="0">
                          <a:solidFill>
                            <a:schemeClr val="tx2"/>
                          </a:solidFill>
                        </a:rPr>
                        <a:t> </a:t>
                      </a:r>
                      <a:r>
                        <a:rPr lang="en-US" sz="1200" b="0" baseline="0" dirty="0" err="1">
                          <a:solidFill>
                            <a:schemeClr val="tx2"/>
                          </a:solidFill>
                        </a:rPr>
                        <a:t>có</a:t>
                      </a:r>
                      <a:r>
                        <a:rPr lang="en-US" sz="1200" b="0" baseline="0" dirty="0">
                          <a:solidFill>
                            <a:schemeClr val="tx2"/>
                          </a:solidFill>
                        </a:rPr>
                        <a:t> PCI &gt;85 k</a:t>
                      </a:r>
                      <a:endParaRPr lang="en-US" sz="1200" b="0" dirty="0">
                        <a:solidFill>
                          <a:schemeClr val="tx2"/>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371600">
                <a:tc>
                  <a:txBody>
                    <a:bodyPr/>
                    <a:lstStyle/>
                    <a:p>
                      <a:r>
                        <a:rPr lang="en-US" sz="1200" dirty="0" err="1">
                          <a:solidFill>
                            <a:schemeClr val="tx2"/>
                          </a:solidFill>
                        </a:rPr>
                        <a:t>Các</a:t>
                      </a:r>
                      <a:r>
                        <a:rPr lang="en-US" sz="1200" baseline="0" dirty="0">
                          <a:solidFill>
                            <a:schemeClr val="tx2"/>
                          </a:solidFill>
                        </a:rPr>
                        <a:t> </a:t>
                      </a:r>
                      <a:r>
                        <a:rPr lang="en-US" sz="1200" baseline="0" dirty="0" err="1">
                          <a:solidFill>
                            <a:schemeClr val="tx2"/>
                          </a:solidFill>
                        </a:rPr>
                        <a:t>đoạn</a:t>
                      </a:r>
                      <a:r>
                        <a:rPr lang="en-US" sz="1200" baseline="0" dirty="0">
                          <a:solidFill>
                            <a:schemeClr val="tx2"/>
                          </a:solidFill>
                        </a:rPr>
                        <a:t> </a:t>
                      </a:r>
                      <a:r>
                        <a:rPr lang="en-US" sz="1200" baseline="0" dirty="0" err="1">
                          <a:solidFill>
                            <a:schemeClr val="tx2"/>
                          </a:solidFill>
                        </a:rPr>
                        <a:t>mặt</a:t>
                      </a:r>
                      <a:r>
                        <a:rPr lang="en-US" sz="1200" baseline="0" dirty="0">
                          <a:solidFill>
                            <a:schemeClr val="tx2"/>
                          </a:solidFill>
                        </a:rPr>
                        <a:t> </a:t>
                      </a:r>
                      <a:r>
                        <a:rPr lang="en-US" sz="1200" baseline="0" dirty="0" err="1">
                          <a:solidFill>
                            <a:schemeClr val="tx2"/>
                          </a:solidFill>
                        </a:rPr>
                        <a:t>đường</a:t>
                      </a:r>
                      <a:r>
                        <a:rPr lang="en-US" sz="1200" baseline="0" dirty="0">
                          <a:solidFill>
                            <a:schemeClr val="tx2"/>
                          </a:solidFill>
                        </a:rPr>
                        <a:t> </a:t>
                      </a:r>
                      <a:r>
                        <a:rPr lang="en-US" sz="1200" baseline="0" dirty="0" err="1">
                          <a:solidFill>
                            <a:schemeClr val="tx2"/>
                          </a:solidFill>
                        </a:rPr>
                        <a:t>có</a:t>
                      </a:r>
                      <a:r>
                        <a:rPr lang="en-US" sz="1200" baseline="0" dirty="0">
                          <a:solidFill>
                            <a:schemeClr val="tx2"/>
                          </a:solidFill>
                        </a:rPr>
                        <a:t> PCI </a:t>
                      </a:r>
                      <a:r>
                        <a:rPr lang="en-US" sz="1200" baseline="0" dirty="0" err="1">
                          <a:solidFill>
                            <a:schemeClr val="tx2"/>
                          </a:solidFill>
                        </a:rPr>
                        <a:t>từ</a:t>
                      </a:r>
                      <a:r>
                        <a:rPr lang="en-US" sz="1200" baseline="0" dirty="0">
                          <a:solidFill>
                            <a:schemeClr val="tx2"/>
                          </a:solidFill>
                        </a:rPr>
                        <a:t> 56 (</a:t>
                      </a:r>
                      <a:r>
                        <a:rPr lang="en-US" sz="1200" baseline="0" dirty="0" err="1">
                          <a:solidFill>
                            <a:schemeClr val="tx2"/>
                          </a:solidFill>
                        </a:rPr>
                        <a:t>hoặc</a:t>
                      </a:r>
                      <a:r>
                        <a:rPr lang="en-US" sz="1200" baseline="0" dirty="0">
                          <a:solidFill>
                            <a:schemeClr val="tx2"/>
                          </a:solidFill>
                        </a:rPr>
                        <a:t> 65 </a:t>
                      </a:r>
                      <a:r>
                        <a:rPr lang="en-US" sz="1200" baseline="0" dirty="0" err="1">
                          <a:solidFill>
                            <a:schemeClr val="tx2"/>
                          </a:solidFill>
                        </a:rPr>
                        <a:t>đối</a:t>
                      </a:r>
                      <a:r>
                        <a:rPr lang="en-US" sz="1200" baseline="0" dirty="0">
                          <a:solidFill>
                            <a:schemeClr val="tx2"/>
                          </a:solidFill>
                        </a:rPr>
                        <a:t> </a:t>
                      </a:r>
                      <a:r>
                        <a:rPr lang="en-US" sz="1200" baseline="0" dirty="0" err="1">
                          <a:solidFill>
                            <a:schemeClr val="tx2"/>
                          </a:solidFill>
                        </a:rPr>
                        <a:t>với</a:t>
                      </a:r>
                      <a:r>
                        <a:rPr lang="en-US" sz="1200" baseline="0" dirty="0">
                          <a:solidFill>
                            <a:schemeClr val="tx2"/>
                          </a:solidFill>
                        </a:rPr>
                        <a:t> </a:t>
                      </a:r>
                      <a:r>
                        <a:rPr lang="en-US" sz="1200" baseline="0" dirty="0" err="1">
                          <a:solidFill>
                            <a:schemeClr val="tx2"/>
                          </a:solidFill>
                        </a:rPr>
                        <a:t>mặt</a:t>
                      </a:r>
                      <a:r>
                        <a:rPr lang="en-US" sz="1200" baseline="0" dirty="0">
                          <a:solidFill>
                            <a:schemeClr val="tx2"/>
                          </a:solidFill>
                        </a:rPr>
                        <a:t> </a:t>
                      </a:r>
                      <a:r>
                        <a:rPr lang="en-US" sz="1200" baseline="0" dirty="0" err="1">
                          <a:solidFill>
                            <a:schemeClr val="tx2"/>
                          </a:solidFill>
                        </a:rPr>
                        <a:t>đường</a:t>
                      </a:r>
                      <a:r>
                        <a:rPr lang="en-US" sz="1200" baseline="0" dirty="0">
                          <a:solidFill>
                            <a:schemeClr val="tx2"/>
                          </a:solidFill>
                        </a:rPr>
                        <a:t> BTXM) </a:t>
                      </a:r>
                      <a:r>
                        <a:rPr lang="en-US" sz="1200" baseline="0" dirty="0" err="1">
                          <a:solidFill>
                            <a:schemeClr val="tx2"/>
                          </a:solidFill>
                        </a:rPr>
                        <a:t>đến</a:t>
                      </a:r>
                      <a:r>
                        <a:rPr lang="en-US" sz="1200" baseline="0" dirty="0">
                          <a:solidFill>
                            <a:schemeClr val="tx2"/>
                          </a:solidFill>
                        </a:rPr>
                        <a:t> 85 </a:t>
                      </a:r>
                      <a:r>
                        <a:rPr lang="en-US" sz="1200" baseline="0" dirty="0" err="1">
                          <a:solidFill>
                            <a:schemeClr val="tx2"/>
                          </a:solidFill>
                        </a:rPr>
                        <a:t>có</a:t>
                      </a:r>
                      <a:r>
                        <a:rPr lang="en-US" sz="1200" baseline="0" dirty="0">
                          <a:solidFill>
                            <a:schemeClr val="tx2"/>
                          </a:solidFill>
                        </a:rPr>
                        <a:t> </a:t>
                      </a:r>
                      <a:r>
                        <a:rPr lang="en-US" sz="1200" baseline="0" dirty="0" err="1">
                          <a:solidFill>
                            <a:schemeClr val="tx2"/>
                          </a:solidFill>
                        </a:rPr>
                        <a:t>thể</a:t>
                      </a:r>
                      <a:r>
                        <a:rPr lang="en-US" sz="1200" baseline="0" dirty="0">
                          <a:solidFill>
                            <a:schemeClr val="tx2"/>
                          </a:solidFill>
                        </a:rPr>
                        <a:t> </a:t>
                      </a:r>
                      <a:r>
                        <a:rPr lang="en-US" sz="1200" baseline="0" dirty="0" err="1">
                          <a:solidFill>
                            <a:schemeClr val="tx2"/>
                          </a:solidFill>
                        </a:rPr>
                        <a:t>yêu</a:t>
                      </a:r>
                      <a:r>
                        <a:rPr lang="en-US" sz="1200" baseline="0" dirty="0">
                          <a:solidFill>
                            <a:schemeClr val="tx2"/>
                          </a:solidFill>
                        </a:rPr>
                        <a:t> </a:t>
                      </a:r>
                      <a:r>
                        <a:rPr lang="en-US" sz="1200" baseline="0" dirty="0" err="1">
                          <a:solidFill>
                            <a:schemeClr val="tx2"/>
                          </a:solidFill>
                        </a:rPr>
                        <a:t>cầu</a:t>
                      </a:r>
                      <a:r>
                        <a:rPr lang="en-US" sz="1200" baseline="0" dirty="0">
                          <a:solidFill>
                            <a:schemeClr val="tx2"/>
                          </a:solidFill>
                        </a:rPr>
                        <a:t> </a:t>
                      </a:r>
                      <a:r>
                        <a:rPr lang="en-US" sz="1200" baseline="0" dirty="0" err="1">
                          <a:solidFill>
                            <a:schemeClr val="tx2"/>
                          </a:solidFill>
                        </a:rPr>
                        <a:t>bảo</a:t>
                      </a:r>
                      <a:r>
                        <a:rPr lang="en-US" sz="1200" baseline="0" dirty="0">
                          <a:solidFill>
                            <a:schemeClr val="tx2"/>
                          </a:solidFill>
                        </a:rPr>
                        <a:t> </a:t>
                      </a:r>
                      <a:r>
                        <a:rPr lang="en-US" sz="1200" baseline="0" dirty="0" err="1">
                          <a:solidFill>
                            <a:schemeClr val="tx2"/>
                          </a:solidFill>
                        </a:rPr>
                        <a:t>trì</a:t>
                      </a:r>
                      <a:r>
                        <a:rPr lang="en-US" sz="1200" baseline="0" dirty="0">
                          <a:solidFill>
                            <a:schemeClr val="tx2"/>
                          </a:solidFill>
                        </a:rPr>
                        <a:t> </a:t>
                      </a:r>
                      <a:r>
                        <a:rPr lang="en-US" sz="1200" baseline="0" dirty="0" err="1">
                          <a:solidFill>
                            <a:schemeClr val="tx2"/>
                          </a:solidFill>
                        </a:rPr>
                        <a:t>dự</a:t>
                      </a:r>
                      <a:r>
                        <a:rPr lang="en-US" sz="1200" baseline="0" dirty="0">
                          <a:solidFill>
                            <a:schemeClr val="tx2"/>
                          </a:solidFill>
                        </a:rPr>
                        <a:t> </a:t>
                      </a:r>
                      <a:r>
                        <a:rPr lang="en-US" sz="1200" baseline="0" dirty="0" err="1">
                          <a:solidFill>
                            <a:schemeClr val="tx2"/>
                          </a:solidFill>
                        </a:rPr>
                        <a:t>phòng</a:t>
                      </a:r>
                      <a:r>
                        <a:rPr lang="en-US" sz="1200" baseline="0" dirty="0">
                          <a:solidFill>
                            <a:schemeClr val="tx2"/>
                          </a:solidFill>
                        </a:rPr>
                        <a:t> </a:t>
                      </a:r>
                      <a:r>
                        <a:rPr lang="en-US" sz="1200" baseline="0" dirty="0" err="1">
                          <a:solidFill>
                            <a:schemeClr val="tx2"/>
                          </a:solidFill>
                        </a:rPr>
                        <a:t>như</a:t>
                      </a:r>
                      <a:r>
                        <a:rPr lang="en-US" sz="1200" baseline="0" dirty="0">
                          <a:solidFill>
                            <a:schemeClr val="tx2"/>
                          </a:solidFill>
                        </a:rPr>
                        <a:t> </a:t>
                      </a:r>
                      <a:r>
                        <a:rPr lang="en-US" sz="1200" baseline="0" dirty="0" err="1">
                          <a:solidFill>
                            <a:schemeClr val="tx2"/>
                          </a:solidFill>
                        </a:rPr>
                        <a:t>láng</a:t>
                      </a:r>
                      <a:r>
                        <a:rPr lang="en-US" sz="1200" baseline="0" dirty="0">
                          <a:solidFill>
                            <a:schemeClr val="tx2"/>
                          </a:solidFill>
                        </a:rPr>
                        <a:t> </a:t>
                      </a:r>
                      <a:r>
                        <a:rPr lang="en-US" sz="1200" baseline="0" dirty="0" err="1">
                          <a:solidFill>
                            <a:schemeClr val="tx2"/>
                          </a:solidFill>
                        </a:rPr>
                        <a:t>mặt</a:t>
                      </a:r>
                      <a:r>
                        <a:rPr lang="en-US" sz="1200" baseline="0" dirty="0">
                          <a:solidFill>
                            <a:schemeClr val="tx2"/>
                          </a:solidFill>
                        </a:rPr>
                        <a:t>, </a:t>
                      </a:r>
                      <a:r>
                        <a:rPr lang="en-US" sz="1200" baseline="0" dirty="0" err="1">
                          <a:solidFill>
                            <a:schemeClr val="tx2"/>
                          </a:solidFill>
                        </a:rPr>
                        <a:t>rải</a:t>
                      </a:r>
                      <a:r>
                        <a:rPr lang="en-US" sz="1200" baseline="0" dirty="0">
                          <a:solidFill>
                            <a:schemeClr val="tx2"/>
                          </a:solidFill>
                        </a:rPr>
                        <a:t> </a:t>
                      </a:r>
                      <a:r>
                        <a:rPr lang="en-US" sz="1200" baseline="0" dirty="0" err="1">
                          <a:solidFill>
                            <a:schemeClr val="tx2"/>
                          </a:solidFill>
                        </a:rPr>
                        <a:t>lớp</a:t>
                      </a:r>
                      <a:r>
                        <a:rPr lang="en-US" sz="1200" baseline="0" dirty="0">
                          <a:solidFill>
                            <a:schemeClr val="tx2"/>
                          </a:solidFill>
                        </a:rPr>
                        <a:t> </a:t>
                      </a:r>
                      <a:r>
                        <a:rPr lang="en-US" sz="1200" baseline="0" dirty="0" err="1">
                          <a:solidFill>
                            <a:schemeClr val="tx2"/>
                          </a:solidFill>
                        </a:rPr>
                        <a:t>phủ</a:t>
                      </a:r>
                      <a:r>
                        <a:rPr lang="en-US" sz="1200" baseline="0" dirty="0">
                          <a:solidFill>
                            <a:schemeClr val="tx2"/>
                          </a:solidFill>
                        </a:rPr>
                        <a:t> </a:t>
                      </a:r>
                      <a:r>
                        <a:rPr lang="en-US" sz="1200" baseline="0" dirty="0" err="1">
                          <a:solidFill>
                            <a:schemeClr val="tx2"/>
                          </a:solidFill>
                        </a:rPr>
                        <a:t>mỏng</a:t>
                      </a:r>
                      <a:r>
                        <a:rPr lang="en-US" sz="1200" baseline="0" dirty="0">
                          <a:solidFill>
                            <a:schemeClr val="tx2"/>
                          </a:solidFill>
                        </a:rPr>
                        <a:t> hay </a:t>
                      </a:r>
                      <a:r>
                        <a:rPr lang="en-US" sz="1200" baseline="0" dirty="0" err="1">
                          <a:solidFill>
                            <a:schemeClr val="tx2"/>
                          </a:solidFill>
                        </a:rPr>
                        <a:t>trám</a:t>
                      </a:r>
                      <a:r>
                        <a:rPr lang="en-US" sz="1200" baseline="0" dirty="0">
                          <a:solidFill>
                            <a:schemeClr val="tx2"/>
                          </a:solidFill>
                        </a:rPr>
                        <a:t> </a:t>
                      </a:r>
                      <a:r>
                        <a:rPr lang="en-US" sz="1200" baseline="0" dirty="0" err="1">
                          <a:solidFill>
                            <a:schemeClr val="tx2"/>
                          </a:solidFill>
                        </a:rPr>
                        <a:t>lại</a:t>
                      </a:r>
                      <a:r>
                        <a:rPr lang="en-US" sz="1200" baseline="0" dirty="0">
                          <a:solidFill>
                            <a:schemeClr val="tx2"/>
                          </a:solidFill>
                        </a:rPr>
                        <a:t> </a:t>
                      </a:r>
                      <a:r>
                        <a:rPr lang="en-US" sz="1200" baseline="0" dirty="0" err="1">
                          <a:solidFill>
                            <a:schemeClr val="tx2"/>
                          </a:solidFill>
                        </a:rPr>
                        <a:t>các</a:t>
                      </a:r>
                      <a:r>
                        <a:rPr lang="en-US" sz="1200" baseline="0" dirty="0">
                          <a:solidFill>
                            <a:schemeClr val="tx2"/>
                          </a:solidFill>
                        </a:rPr>
                        <a:t> </a:t>
                      </a:r>
                      <a:r>
                        <a:rPr lang="en-US" sz="1200" baseline="0" dirty="0" err="1">
                          <a:solidFill>
                            <a:schemeClr val="tx2"/>
                          </a:solidFill>
                        </a:rPr>
                        <a:t>khe</a:t>
                      </a:r>
                      <a:r>
                        <a:rPr lang="en-US" sz="1200" baseline="0" dirty="0">
                          <a:solidFill>
                            <a:schemeClr val="tx2"/>
                          </a:solidFill>
                        </a:rPr>
                        <a:t> </a:t>
                      </a:r>
                      <a:r>
                        <a:rPr lang="en-US" sz="1200" baseline="0" dirty="0" err="1">
                          <a:solidFill>
                            <a:schemeClr val="tx2"/>
                          </a:solidFill>
                        </a:rPr>
                        <a:t>nối</a:t>
                      </a:r>
                      <a:r>
                        <a:rPr lang="en-US" sz="1200" baseline="0" dirty="0">
                          <a:solidFill>
                            <a:schemeClr val="tx2"/>
                          </a:solidFill>
                        </a:rPr>
                        <a:t> </a:t>
                      </a:r>
                      <a:r>
                        <a:rPr lang="en-US" sz="1200" baseline="0" dirty="0" err="1">
                          <a:solidFill>
                            <a:schemeClr val="tx2"/>
                          </a:solidFill>
                        </a:rPr>
                        <a:t>mặt</a:t>
                      </a:r>
                      <a:r>
                        <a:rPr lang="en-US" sz="1200" baseline="0" dirty="0">
                          <a:solidFill>
                            <a:schemeClr val="tx2"/>
                          </a:solidFill>
                        </a:rPr>
                        <a:t> </a:t>
                      </a:r>
                      <a:r>
                        <a:rPr lang="en-US" sz="1200" baseline="0" dirty="0" err="1">
                          <a:solidFill>
                            <a:schemeClr val="tx2"/>
                          </a:solidFill>
                        </a:rPr>
                        <a:t>đường</a:t>
                      </a:r>
                      <a:r>
                        <a:rPr lang="en-US" sz="1200" baseline="0" dirty="0">
                          <a:solidFill>
                            <a:schemeClr val="tx2"/>
                          </a:solidFill>
                        </a:rPr>
                        <a:t> BT</a:t>
                      </a:r>
                      <a:endParaRPr lang="en-US" sz="1200" dirty="0">
                        <a:solidFill>
                          <a:schemeClr val="tx2"/>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134881">
                <a:tc>
                  <a:txBody>
                    <a:bodyPr/>
                    <a:lstStyle/>
                    <a:p>
                      <a:r>
                        <a:rPr lang="en-US" sz="1200" dirty="0" err="1">
                          <a:solidFill>
                            <a:schemeClr val="tx2"/>
                          </a:solidFill>
                        </a:rPr>
                        <a:t>Mặt</a:t>
                      </a:r>
                      <a:r>
                        <a:rPr lang="en-US" sz="1200" baseline="0" dirty="0">
                          <a:solidFill>
                            <a:schemeClr val="tx2"/>
                          </a:solidFill>
                        </a:rPr>
                        <a:t> </a:t>
                      </a:r>
                      <a:r>
                        <a:rPr lang="en-US" sz="1200" baseline="0" dirty="0" err="1">
                          <a:solidFill>
                            <a:schemeClr val="tx2"/>
                          </a:solidFill>
                        </a:rPr>
                        <a:t>đường</a:t>
                      </a:r>
                      <a:r>
                        <a:rPr lang="en-US" sz="1200" baseline="0" dirty="0">
                          <a:solidFill>
                            <a:schemeClr val="tx2"/>
                          </a:solidFill>
                        </a:rPr>
                        <a:t> </a:t>
                      </a:r>
                      <a:r>
                        <a:rPr lang="en-US" sz="1200" baseline="0" dirty="0" err="1">
                          <a:solidFill>
                            <a:schemeClr val="tx2"/>
                          </a:solidFill>
                        </a:rPr>
                        <a:t>xuống</a:t>
                      </a:r>
                      <a:r>
                        <a:rPr lang="en-US" sz="1200" baseline="0" dirty="0">
                          <a:solidFill>
                            <a:schemeClr val="tx2"/>
                          </a:solidFill>
                        </a:rPr>
                        <a:t> </a:t>
                      </a:r>
                      <a:r>
                        <a:rPr lang="en-US" sz="1200" baseline="0" dirty="0" err="1">
                          <a:solidFill>
                            <a:schemeClr val="tx2"/>
                          </a:solidFill>
                        </a:rPr>
                        <a:t>cấp</a:t>
                      </a:r>
                      <a:r>
                        <a:rPr lang="en-US" sz="1200" baseline="0" dirty="0">
                          <a:solidFill>
                            <a:schemeClr val="tx2"/>
                          </a:solidFill>
                        </a:rPr>
                        <a:t> </a:t>
                      </a:r>
                      <a:r>
                        <a:rPr lang="en-US" sz="1200" baseline="0" dirty="0" err="1">
                          <a:solidFill>
                            <a:schemeClr val="tx2"/>
                          </a:solidFill>
                        </a:rPr>
                        <a:t>để</a:t>
                      </a:r>
                      <a:r>
                        <a:rPr lang="en-US" sz="1200" baseline="0" dirty="0">
                          <a:solidFill>
                            <a:schemeClr val="tx2"/>
                          </a:solidFill>
                        </a:rPr>
                        <a:t> </a:t>
                      </a:r>
                      <a:r>
                        <a:rPr lang="en-US" sz="1200" baseline="0" dirty="0" err="1">
                          <a:solidFill>
                            <a:schemeClr val="tx2"/>
                          </a:solidFill>
                        </a:rPr>
                        <a:t>có</a:t>
                      </a:r>
                      <a:r>
                        <a:rPr lang="en-US" sz="1200" baseline="0" dirty="0">
                          <a:solidFill>
                            <a:schemeClr val="tx2"/>
                          </a:solidFill>
                        </a:rPr>
                        <a:t> PCI &lt; 55 (</a:t>
                      </a:r>
                      <a:r>
                        <a:rPr lang="en-US" sz="1200" baseline="0" dirty="0" err="1">
                          <a:solidFill>
                            <a:schemeClr val="tx2"/>
                          </a:solidFill>
                        </a:rPr>
                        <a:t>hoặc</a:t>
                      </a:r>
                      <a:r>
                        <a:rPr lang="en-US" sz="1200" baseline="0" dirty="0">
                          <a:solidFill>
                            <a:schemeClr val="tx2"/>
                          </a:solidFill>
                        </a:rPr>
                        <a:t> &lt;65 </a:t>
                      </a:r>
                      <a:r>
                        <a:rPr lang="en-US" sz="1200" baseline="0" dirty="0" err="1">
                          <a:solidFill>
                            <a:schemeClr val="tx2"/>
                          </a:solidFill>
                        </a:rPr>
                        <a:t>với</a:t>
                      </a:r>
                      <a:r>
                        <a:rPr lang="en-US" sz="1200" baseline="0" dirty="0">
                          <a:solidFill>
                            <a:schemeClr val="tx2"/>
                          </a:solidFill>
                        </a:rPr>
                        <a:t> </a:t>
                      </a:r>
                      <a:r>
                        <a:rPr lang="en-US" sz="1200" baseline="0" dirty="0" err="1">
                          <a:solidFill>
                            <a:schemeClr val="tx2"/>
                          </a:solidFill>
                        </a:rPr>
                        <a:t>mặt</a:t>
                      </a:r>
                      <a:r>
                        <a:rPr lang="en-US" sz="1200" baseline="0" dirty="0">
                          <a:solidFill>
                            <a:schemeClr val="tx2"/>
                          </a:solidFill>
                        </a:rPr>
                        <a:t> </a:t>
                      </a:r>
                      <a:r>
                        <a:rPr lang="en-US" sz="1200" baseline="0" dirty="0" err="1">
                          <a:solidFill>
                            <a:schemeClr val="tx2"/>
                          </a:solidFill>
                        </a:rPr>
                        <a:t>đường</a:t>
                      </a:r>
                      <a:r>
                        <a:rPr lang="en-US" sz="1200" baseline="0" dirty="0">
                          <a:solidFill>
                            <a:schemeClr val="tx2"/>
                          </a:solidFill>
                        </a:rPr>
                        <a:t> BTXM) </a:t>
                      </a:r>
                      <a:r>
                        <a:rPr lang="en-US" sz="1200" baseline="0" dirty="0" err="1">
                          <a:solidFill>
                            <a:schemeClr val="tx2"/>
                          </a:solidFill>
                        </a:rPr>
                        <a:t>cần</a:t>
                      </a:r>
                      <a:r>
                        <a:rPr lang="en-US" sz="1200" baseline="0" dirty="0">
                          <a:solidFill>
                            <a:schemeClr val="tx2"/>
                          </a:solidFill>
                        </a:rPr>
                        <a:t> </a:t>
                      </a:r>
                      <a:r>
                        <a:rPr lang="en-US" sz="1200" baseline="0" dirty="0" err="1">
                          <a:solidFill>
                            <a:schemeClr val="tx2"/>
                          </a:solidFill>
                        </a:rPr>
                        <a:t>sửa</a:t>
                      </a:r>
                      <a:r>
                        <a:rPr lang="en-US" sz="1200" baseline="0" dirty="0">
                          <a:solidFill>
                            <a:schemeClr val="tx2"/>
                          </a:solidFill>
                        </a:rPr>
                        <a:t> </a:t>
                      </a:r>
                      <a:r>
                        <a:rPr lang="en-US" sz="1200" baseline="0" dirty="0" err="1">
                          <a:solidFill>
                            <a:schemeClr val="tx2"/>
                          </a:solidFill>
                        </a:rPr>
                        <a:t>chữa</a:t>
                      </a:r>
                      <a:r>
                        <a:rPr lang="en-US" sz="1200" baseline="0" dirty="0">
                          <a:solidFill>
                            <a:schemeClr val="tx2"/>
                          </a:solidFill>
                        </a:rPr>
                        <a:t> </a:t>
                      </a:r>
                      <a:r>
                        <a:rPr lang="en-US" sz="1200" baseline="0" dirty="0" err="1">
                          <a:solidFill>
                            <a:schemeClr val="tx2"/>
                          </a:solidFill>
                        </a:rPr>
                        <a:t>lớn</a:t>
                      </a:r>
                      <a:r>
                        <a:rPr lang="en-US" sz="1200" baseline="0" dirty="0">
                          <a:solidFill>
                            <a:schemeClr val="tx2"/>
                          </a:solidFill>
                        </a:rPr>
                        <a:t> hay </a:t>
                      </a:r>
                      <a:r>
                        <a:rPr lang="en-US" sz="1200" baseline="0" dirty="0" err="1">
                          <a:solidFill>
                            <a:schemeClr val="tx2"/>
                          </a:solidFill>
                        </a:rPr>
                        <a:t>làm</a:t>
                      </a:r>
                      <a:r>
                        <a:rPr lang="en-US" sz="1200" baseline="0" dirty="0">
                          <a:solidFill>
                            <a:schemeClr val="tx2"/>
                          </a:solidFill>
                        </a:rPr>
                        <a:t> </a:t>
                      </a:r>
                      <a:r>
                        <a:rPr lang="en-US" sz="1200" baseline="0" dirty="0" err="1">
                          <a:solidFill>
                            <a:schemeClr val="tx2"/>
                          </a:solidFill>
                        </a:rPr>
                        <a:t>lại</a:t>
                      </a:r>
                      <a:r>
                        <a:rPr lang="en-US" sz="1200" baseline="0" dirty="0">
                          <a:solidFill>
                            <a:schemeClr val="tx2"/>
                          </a:solidFill>
                        </a:rPr>
                        <a:t> </a:t>
                      </a:r>
                      <a:r>
                        <a:rPr lang="en-US" sz="1200" baseline="0" dirty="0" err="1">
                          <a:solidFill>
                            <a:schemeClr val="tx2"/>
                          </a:solidFill>
                        </a:rPr>
                        <a:t>tốn</a:t>
                      </a:r>
                      <a:r>
                        <a:rPr lang="en-US" sz="1200" baseline="0" dirty="0">
                          <a:solidFill>
                            <a:schemeClr val="tx2"/>
                          </a:solidFill>
                        </a:rPr>
                        <a:t> </a:t>
                      </a:r>
                      <a:r>
                        <a:rPr lang="en-US" sz="1200" baseline="0" dirty="0" err="1">
                          <a:solidFill>
                            <a:schemeClr val="tx2"/>
                          </a:solidFill>
                        </a:rPr>
                        <a:t>kém</a:t>
                      </a:r>
                      <a:r>
                        <a:rPr lang="en-US" sz="1200" baseline="0" dirty="0">
                          <a:solidFill>
                            <a:schemeClr val="tx2"/>
                          </a:solidFill>
                        </a:rPr>
                        <a:t> </a:t>
                      </a:r>
                      <a:r>
                        <a:rPr lang="en-US" sz="1200" baseline="0" dirty="0" err="1">
                          <a:solidFill>
                            <a:schemeClr val="tx2"/>
                          </a:solidFill>
                        </a:rPr>
                        <a:t>để</a:t>
                      </a:r>
                      <a:r>
                        <a:rPr lang="en-US" sz="1200" baseline="0" dirty="0">
                          <a:solidFill>
                            <a:schemeClr val="tx2"/>
                          </a:solidFill>
                        </a:rPr>
                        <a:t> </a:t>
                      </a:r>
                      <a:r>
                        <a:rPr lang="en-US" sz="1200" baseline="0" dirty="0" err="1">
                          <a:solidFill>
                            <a:schemeClr val="tx2"/>
                          </a:solidFill>
                        </a:rPr>
                        <a:t>khôi</a:t>
                      </a:r>
                      <a:r>
                        <a:rPr lang="en-US" sz="1200" baseline="0" dirty="0">
                          <a:solidFill>
                            <a:schemeClr val="tx2"/>
                          </a:solidFill>
                        </a:rPr>
                        <a:t> </a:t>
                      </a:r>
                      <a:r>
                        <a:rPr lang="en-US" sz="1200" baseline="0" dirty="0" err="1">
                          <a:solidFill>
                            <a:schemeClr val="tx2"/>
                          </a:solidFill>
                        </a:rPr>
                        <a:t>phục</a:t>
                      </a:r>
                      <a:r>
                        <a:rPr lang="en-US" sz="1200" baseline="0" dirty="0">
                          <a:solidFill>
                            <a:schemeClr val="tx2"/>
                          </a:solidFill>
                        </a:rPr>
                        <a:t> </a:t>
                      </a:r>
                      <a:r>
                        <a:rPr lang="en-US" sz="1200" baseline="0" dirty="0" err="1">
                          <a:solidFill>
                            <a:schemeClr val="tx2"/>
                          </a:solidFill>
                        </a:rPr>
                        <a:t>điều</a:t>
                      </a:r>
                      <a:r>
                        <a:rPr lang="en-US" sz="1200" baseline="0" dirty="0">
                          <a:solidFill>
                            <a:schemeClr val="tx2"/>
                          </a:solidFill>
                        </a:rPr>
                        <a:t> </a:t>
                      </a:r>
                      <a:r>
                        <a:rPr lang="en-US" sz="1200" baseline="0" dirty="0" err="1">
                          <a:solidFill>
                            <a:schemeClr val="tx2"/>
                          </a:solidFill>
                        </a:rPr>
                        <a:t>kiện</a:t>
                      </a:r>
                      <a:r>
                        <a:rPr lang="en-US" sz="1200" baseline="0" dirty="0">
                          <a:solidFill>
                            <a:schemeClr val="tx2"/>
                          </a:solidFill>
                        </a:rPr>
                        <a:t> </a:t>
                      </a:r>
                      <a:r>
                        <a:rPr lang="en-US" sz="1200" baseline="0" dirty="0" err="1">
                          <a:solidFill>
                            <a:schemeClr val="tx2"/>
                          </a:solidFill>
                        </a:rPr>
                        <a:t>khai</a:t>
                      </a:r>
                      <a:r>
                        <a:rPr lang="en-US" sz="1200" baseline="0" dirty="0">
                          <a:solidFill>
                            <a:schemeClr val="tx2"/>
                          </a:solidFill>
                        </a:rPr>
                        <a:t> </a:t>
                      </a:r>
                      <a:r>
                        <a:rPr lang="en-US" sz="1200" baseline="0" dirty="0" err="1">
                          <a:solidFill>
                            <a:schemeClr val="tx2"/>
                          </a:solidFill>
                        </a:rPr>
                        <a:t>thác</a:t>
                      </a:r>
                      <a:r>
                        <a:rPr lang="en-US" sz="1200" baseline="0" dirty="0">
                          <a:solidFill>
                            <a:schemeClr val="tx2"/>
                          </a:solidFill>
                        </a:rPr>
                        <a:t> </a:t>
                      </a:r>
                      <a:r>
                        <a:rPr lang="en-US" sz="1200" baseline="0" dirty="0" err="1">
                          <a:solidFill>
                            <a:schemeClr val="tx2"/>
                          </a:solidFill>
                        </a:rPr>
                        <a:t>mặt</a:t>
                      </a:r>
                      <a:r>
                        <a:rPr lang="en-US" sz="1200" baseline="0" dirty="0">
                          <a:solidFill>
                            <a:schemeClr val="tx2"/>
                          </a:solidFill>
                        </a:rPr>
                        <a:t> </a:t>
                      </a:r>
                      <a:r>
                        <a:rPr lang="en-US" sz="1200" baseline="0" dirty="0" err="1">
                          <a:solidFill>
                            <a:schemeClr val="tx2"/>
                          </a:solidFill>
                        </a:rPr>
                        <a:t>đường</a:t>
                      </a:r>
                      <a:endParaRPr lang="en-US" sz="1200" dirty="0">
                        <a:solidFill>
                          <a:schemeClr val="tx2"/>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7377955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http://www.site-kconstructionzone.com/wp-content/uploads/2011/06/Pavement-Condition-Index-Chart1-1024x567.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790700"/>
            <a:ext cx="7643216" cy="422768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2"/>
          <p:cNvSpPr txBox="1">
            <a:spLocks noChangeArrowheads="1"/>
          </p:cNvSpPr>
          <p:nvPr/>
        </p:nvSpPr>
        <p:spPr>
          <a:xfrm>
            <a:off x="254000" y="1219200"/>
            <a:ext cx="7550150" cy="571500"/>
          </a:xfrm>
          <a:prstGeom prst="rect">
            <a:avLst/>
          </a:prstGeom>
          <a:noFill/>
        </p:spPr>
        <p:txBody>
          <a:bodyPr vert="horz" lIns="91440" tIns="45720" rIns="91440" bIns="45720" rtlCol="0">
            <a:noAutofit/>
          </a:bodyPr>
          <a:lstStyle>
            <a:lvl1pPr marL="0" indent="0" algn="r" defTabSz="914400" rtl="0" eaLnBrk="1" latinLnBrk="0" hangingPunct="1">
              <a:spcBef>
                <a:spcPct val="20000"/>
              </a:spcBef>
              <a:buFont typeface="Arial" pitchFamily="34" charset="0"/>
              <a:buNone/>
              <a:defRPr sz="2400" kern="1200">
                <a:solidFill>
                  <a:schemeClr val="tx2">
                    <a:lumMod val="60000"/>
                    <a:lumOff val="40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Calibri"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5pPr>
            <a:lvl6pPr marL="2286000" indent="0" algn="ctr" defTabSz="914400" rtl="0" eaLnBrk="1" latinLnBrk="0" hangingPunct="1">
              <a:spcBef>
                <a:spcPct val="20000"/>
              </a:spcBef>
              <a:buClr>
                <a:schemeClr val="tx1"/>
              </a:buClr>
              <a:buFont typeface="Calibri" pitchFamily="34" charset="0"/>
              <a:buNone/>
              <a:defRPr sz="18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Calibri" pitchFamily="34" charset="0"/>
              <a:buNone/>
              <a:defRPr sz="1800" kern="1200">
                <a:solidFill>
                  <a:schemeClr val="tx1">
                    <a:tint val="75000"/>
                  </a:schemeClr>
                </a:solidFill>
                <a:latin typeface="+mn-lt"/>
                <a:ea typeface="+mn-ea"/>
                <a:cs typeface="+mn-cs"/>
              </a:defRPr>
            </a:lvl7pPr>
            <a:lvl8pPr marL="3200400" indent="0" algn="ctr" defTabSz="914400" rtl="0" eaLnBrk="1" latinLnBrk="0" hangingPunct="1">
              <a:spcBef>
                <a:spcPct val="20000"/>
              </a:spcBef>
              <a:buClr>
                <a:schemeClr val="tx1"/>
              </a:buClr>
              <a:buFont typeface="Calibri" pitchFamily="34" charset="0"/>
              <a:buNone/>
              <a:defRPr sz="1800" kern="1200">
                <a:solidFill>
                  <a:schemeClr val="tx1">
                    <a:tint val="75000"/>
                  </a:schemeClr>
                </a:solidFill>
                <a:latin typeface="+mn-lt"/>
                <a:ea typeface="+mn-ea"/>
                <a:cs typeface="+mn-cs"/>
              </a:defRPr>
            </a:lvl8pPr>
            <a:lvl9pPr marL="3657600" indent="0" algn="ctr" defTabSz="914400" rtl="0" eaLnBrk="1" latinLnBrk="0" hangingPunct="1">
              <a:spcBef>
                <a:spcPct val="20000"/>
              </a:spcBef>
              <a:buClr>
                <a:schemeClr val="tx1"/>
              </a:buClr>
              <a:buFont typeface="Calibri" pitchFamily="34" charset="0"/>
              <a:buNone/>
              <a:defRPr sz="1800" kern="1200">
                <a:solidFill>
                  <a:schemeClr val="tx1">
                    <a:tint val="75000"/>
                  </a:schemeClr>
                </a:solidFill>
                <a:latin typeface="+mn-lt"/>
                <a:ea typeface="+mn-ea"/>
                <a:cs typeface="+mn-cs"/>
              </a:defRPr>
            </a:lvl9pPr>
          </a:lstStyle>
          <a:p>
            <a:pPr algn="l">
              <a:lnSpc>
                <a:spcPct val="120000"/>
              </a:lnSpc>
              <a:spcBef>
                <a:spcPts val="600"/>
              </a:spcBef>
            </a:pPr>
            <a:r>
              <a:rPr lang="en-US" sz="1600" b="1" dirty="0" err="1">
                <a:solidFill>
                  <a:schemeClr val="bg2">
                    <a:lumMod val="10000"/>
                  </a:schemeClr>
                </a:solidFill>
              </a:rPr>
              <a:t>Hệ</a:t>
            </a:r>
            <a:r>
              <a:rPr lang="en-US" sz="1600" b="1" dirty="0">
                <a:solidFill>
                  <a:schemeClr val="bg2">
                    <a:lumMod val="10000"/>
                  </a:schemeClr>
                </a:solidFill>
              </a:rPr>
              <a:t> </a:t>
            </a:r>
            <a:r>
              <a:rPr lang="en-US" sz="1600" b="1" dirty="0" err="1">
                <a:solidFill>
                  <a:schemeClr val="bg2">
                    <a:lumMod val="10000"/>
                  </a:schemeClr>
                </a:solidFill>
              </a:rPr>
              <a:t>số</a:t>
            </a:r>
            <a:r>
              <a:rPr lang="en-US" sz="1600" b="1" dirty="0">
                <a:solidFill>
                  <a:schemeClr val="bg2">
                    <a:lumMod val="10000"/>
                  </a:schemeClr>
                </a:solidFill>
              </a:rPr>
              <a:t> </a:t>
            </a:r>
            <a:r>
              <a:rPr lang="en-US" sz="1600" b="1" dirty="0" err="1">
                <a:solidFill>
                  <a:schemeClr val="bg2">
                    <a:lumMod val="10000"/>
                  </a:schemeClr>
                </a:solidFill>
              </a:rPr>
              <a:t>tình</a:t>
            </a:r>
            <a:r>
              <a:rPr lang="en-US" sz="1600" b="1" dirty="0">
                <a:solidFill>
                  <a:schemeClr val="bg2">
                    <a:lumMod val="10000"/>
                  </a:schemeClr>
                </a:solidFill>
              </a:rPr>
              <a:t> </a:t>
            </a:r>
            <a:r>
              <a:rPr lang="en-US" sz="1600" b="1" dirty="0" err="1">
                <a:solidFill>
                  <a:schemeClr val="bg2">
                    <a:lumMod val="10000"/>
                  </a:schemeClr>
                </a:solidFill>
              </a:rPr>
              <a:t>trạng</a:t>
            </a:r>
            <a:r>
              <a:rPr lang="en-US" sz="1600" b="1" dirty="0">
                <a:solidFill>
                  <a:schemeClr val="bg2">
                    <a:lumMod val="10000"/>
                  </a:schemeClr>
                </a:solidFill>
              </a:rPr>
              <a:t> </a:t>
            </a:r>
            <a:r>
              <a:rPr lang="en-US" sz="1600" b="1" dirty="0" err="1">
                <a:solidFill>
                  <a:schemeClr val="bg2">
                    <a:lumMod val="10000"/>
                  </a:schemeClr>
                </a:solidFill>
              </a:rPr>
              <a:t>mặt</a:t>
            </a:r>
            <a:r>
              <a:rPr lang="en-US" sz="1600" b="1" dirty="0">
                <a:solidFill>
                  <a:schemeClr val="bg2">
                    <a:lumMod val="10000"/>
                  </a:schemeClr>
                </a:solidFill>
              </a:rPr>
              <a:t> </a:t>
            </a:r>
            <a:r>
              <a:rPr lang="en-US" sz="1600" b="1" dirty="0" err="1">
                <a:solidFill>
                  <a:schemeClr val="bg2">
                    <a:lumMod val="10000"/>
                  </a:schemeClr>
                </a:solidFill>
              </a:rPr>
              <a:t>đường</a:t>
            </a:r>
            <a:endParaRPr lang="en-US" sz="1600" b="1" dirty="0">
              <a:solidFill>
                <a:schemeClr val="bg2">
                  <a:lumMod val="10000"/>
                </a:schemeClr>
              </a:solidFill>
            </a:endParaRPr>
          </a:p>
          <a:p>
            <a:pPr algn="l">
              <a:lnSpc>
                <a:spcPct val="120000"/>
              </a:lnSpc>
              <a:spcBef>
                <a:spcPts val="600"/>
              </a:spcBef>
            </a:pPr>
            <a:endParaRPr lang="en-US" sz="1600" b="1" dirty="0">
              <a:solidFill>
                <a:schemeClr val="bg2">
                  <a:lumMod val="10000"/>
                </a:schemeClr>
              </a:solidFill>
            </a:endParaRPr>
          </a:p>
        </p:txBody>
      </p:sp>
      <p:sp>
        <p:nvSpPr>
          <p:cNvPr id="6" name="Rectangle 5"/>
          <p:cNvSpPr/>
          <p:nvPr/>
        </p:nvSpPr>
        <p:spPr>
          <a:xfrm>
            <a:off x="228600" y="438666"/>
            <a:ext cx="7696200" cy="400110"/>
          </a:xfrm>
          <a:prstGeom prst="rect">
            <a:avLst/>
          </a:prstGeom>
        </p:spPr>
        <p:txBody>
          <a:bodyPr wrap="square">
            <a:spAutoFit/>
          </a:bodyPr>
          <a:lstStyle/>
          <a:p>
            <a:pPr>
              <a:spcBef>
                <a:spcPct val="50000"/>
              </a:spcBef>
            </a:pPr>
            <a:r>
              <a:rPr lang="en-US" sz="2000" b="1" dirty="0" err="1">
                <a:solidFill>
                  <a:srgbClr val="FF0000"/>
                </a:solidFill>
              </a:rPr>
              <a:t>Đặc</a:t>
            </a:r>
            <a:r>
              <a:rPr lang="en-US" sz="2000" b="1" dirty="0">
                <a:solidFill>
                  <a:srgbClr val="FF0000"/>
                </a:solidFill>
              </a:rPr>
              <a:t> </a:t>
            </a:r>
            <a:r>
              <a:rPr lang="en-US" sz="2000" b="1" dirty="0" err="1">
                <a:solidFill>
                  <a:srgbClr val="FF0000"/>
                </a:solidFill>
              </a:rPr>
              <a:t>trưng</a:t>
            </a:r>
            <a:r>
              <a:rPr lang="en-US" sz="2000" b="1" dirty="0">
                <a:solidFill>
                  <a:srgbClr val="FF0000"/>
                </a:solidFill>
              </a:rPr>
              <a:t> </a:t>
            </a:r>
            <a:r>
              <a:rPr lang="en-US" sz="2000" b="1" dirty="0" err="1">
                <a:solidFill>
                  <a:srgbClr val="FF0000"/>
                </a:solidFill>
              </a:rPr>
              <a:t>khai</a:t>
            </a:r>
            <a:r>
              <a:rPr lang="en-US" sz="2000" b="1" dirty="0">
                <a:solidFill>
                  <a:srgbClr val="FF0000"/>
                </a:solidFill>
              </a:rPr>
              <a:t> </a:t>
            </a:r>
            <a:r>
              <a:rPr lang="en-US" sz="2000" b="1" dirty="0" err="1">
                <a:solidFill>
                  <a:srgbClr val="FF0000"/>
                </a:solidFill>
              </a:rPr>
              <a:t>thác</a:t>
            </a:r>
            <a:r>
              <a:rPr lang="en-US" sz="2000" b="1" dirty="0">
                <a:solidFill>
                  <a:srgbClr val="FF0000"/>
                </a:solidFill>
              </a:rPr>
              <a:t> </a:t>
            </a:r>
            <a:r>
              <a:rPr lang="en-US" sz="2000" b="1" dirty="0" err="1">
                <a:solidFill>
                  <a:srgbClr val="FF0000"/>
                </a:solidFill>
              </a:rPr>
              <a:t>mặt</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 </a:t>
            </a:r>
            <a:r>
              <a:rPr lang="en-US" sz="2000" b="1" dirty="0" err="1">
                <a:solidFill>
                  <a:srgbClr val="FF0000"/>
                </a:solidFill>
              </a:rPr>
              <a:t>các</a:t>
            </a:r>
            <a:r>
              <a:rPr lang="en-US" sz="2000" b="1" dirty="0">
                <a:solidFill>
                  <a:srgbClr val="FF0000"/>
                </a:solidFill>
              </a:rPr>
              <a:t> </a:t>
            </a:r>
            <a:r>
              <a:rPr lang="en-US" sz="2000" b="1" dirty="0" err="1">
                <a:solidFill>
                  <a:srgbClr val="FF0000"/>
                </a:solidFill>
              </a:rPr>
              <a:t>chỉ</a:t>
            </a:r>
            <a:r>
              <a:rPr lang="en-US" sz="2000" b="1" dirty="0">
                <a:solidFill>
                  <a:srgbClr val="FF0000"/>
                </a:solidFill>
              </a:rPr>
              <a:t> </a:t>
            </a:r>
            <a:r>
              <a:rPr lang="en-US" sz="2000" b="1" dirty="0" err="1">
                <a:solidFill>
                  <a:srgbClr val="FF0000"/>
                </a:solidFill>
              </a:rPr>
              <a:t>tiêu</a:t>
            </a:r>
            <a:r>
              <a:rPr lang="en-US" sz="2000" b="1" dirty="0">
                <a:solidFill>
                  <a:srgbClr val="FF0000"/>
                </a:solidFill>
              </a:rPr>
              <a:t> </a:t>
            </a:r>
            <a:r>
              <a:rPr lang="en-US" sz="2000" b="1" dirty="0" err="1">
                <a:solidFill>
                  <a:srgbClr val="FF0000"/>
                </a:solidFill>
              </a:rPr>
              <a:t>tổng</a:t>
            </a:r>
            <a:r>
              <a:rPr lang="en-US" sz="2000" b="1" dirty="0">
                <a:solidFill>
                  <a:srgbClr val="FF0000"/>
                </a:solidFill>
              </a:rPr>
              <a:t> </a:t>
            </a:r>
            <a:r>
              <a:rPr lang="en-US" sz="2000" b="1" dirty="0" err="1">
                <a:solidFill>
                  <a:srgbClr val="FF0000"/>
                </a:solidFill>
              </a:rPr>
              <a:t>hợp</a:t>
            </a:r>
            <a:endParaRPr lang="en-US" sz="2000" b="1" dirty="0">
              <a:solidFill>
                <a:srgbClr val="FF0000"/>
              </a:solidFill>
            </a:endParaRPr>
          </a:p>
        </p:txBody>
      </p:sp>
    </p:spTree>
    <p:extLst>
      <p:ext uri="{BB962C8B-B14F-4D97-AF65-F5344CB8AC3E}">
        <p14:creationId xmlns:p14="http://schemas.microsoft.com/office/powerpoint/2010/main" val="12528181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228600" y="1371600"/>
            <a:ext cx="8610599" cy="4953000"/>
          </a:xfrm>
          <a:prstGeom prst="rect">
            <a:avLst/>
          </a:prstGeom>
          <a:noFill/>
        </p:spPr>
        <p:txBody>
          <a:bodyPr vert="horz" lIns="91440" tIns="45720" rIns="91440" bIns="45720" rtlCol="0">
            <a:noAutofit/>
          </a:bodyPr>
          <a:lstStyle>
            <a:lvl1pPr marL="0" indent="0" algn="r" defTabSz="914400" rtl="0" eaLnBrk="1" latinLnBrk="0" hangingPunct="1">
              <a:spcBef>
                <a:spcPct val="20000"/>
              </a:spcBef>
              <a:buFont typeface="Arial" pitchFamily="34" charset="0"/>
              <a:buNone/>
              <a:defRPr sz="2400" kern="1200">
                <a:solidFill>
                  <a:schemeClr val="tx2">
                    <a:lumMod val="60000"/>
                    <a:lumOff val="40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Calibri"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5pPr>
            <a:lvl6pPr marL="2286000" indent="0" algn="ctr" defTabSz="914400" rtl="0" eaLnBrk="1" latinLnBrk="0" hangingPunct="1">
              <a:spcBef>
                <a:spcPct val="20000"/>
              </a:spcBef>
              <a:buClr>
                <a:schemeClr val="tx1"/>
              </a:buClr>
              <a:buFont typeface="Calibri" pitchFamily="34" charset="0"/>
              <a:buNone/>
              <a:defRPr sz="18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Calibri" pitchFamily="34" charset="0"/>
              <a:buNone/>
              <a:defRPr sz="1800" kern="1200">
                <a:solidFill>
                  <a:schemeClr val="tx1">
                    <a:tint val="75000"/>
                  </a:schemeClr>
                </a:solidFill>
                <a:latin typeface="+mn-lt"/>
                <a:ea typeface="+mn-ea"/>
                <a:cs typeface="+mn-cs"/>
              </a:defRPr>
            </a:lvl7pPr>
            <a:lvl8pPr marL="3200400" indent="0" algn="ctr" defTabSz="914400" rtl="0" eaLnBrk="1" latinLnBrk="0" hangingPunct="1">
              <a:spcBef>
                <a:spcPct val="20000"/>
              </a:spcBef>
              <a:buClr>
                <a:schemeClr val="tx1"/>
              </a:buClr>
              <a:buFont typeface="Calibri" pitchFamily="34" charset="0"/>
              <a:buNone/>
              <a:defRPr sz="1800" kern="1200">
                <a:solidFill>
                  <a:schemeClr val="tx1">
                    <a:tint val="75000"/>
                  </a:schemeClr>
                </a:solidFill>
                <a:latin typeface="+mn-lt"/>
                <a:ea typeface="+mn-ea"/>
                <a:cs typeface="+mn-cs"/>
              </a:defRPr>
            </a:lvl8pPr>
            <a:lvl9pPr marL="3657600" indent="0" algn="ctr" defTabSz="914400" rtl="0" eaLnBrk="1" latinLnBrk="0" hangingPunct="1">
              <a:spcBef>
                <a:spcPct val="20000"/>
              </a:spcBef>
              <a:buClr>
                <a:schemeClr val="tx1"/>
              </a:buClr>
              <a:buFont typeface="Calibri" pitchFamily="34" charset="0"/>
              <a:buNone/>
              <a:defRPr sz="1800" kern="1200">
                <a:solidFill>
                  <a:schemeClr val="tx1">
                    <a:tint val="75000"/>
                  </a:schemeClr>
                </a:solidFill>
                <a:latin typeface="+mn-lt"/>
                <a:ea typeface="+mn-ea"/>
                <a:cs typeface="+mn-cs"/>
              </a:defRPr>
            </a:lvl9pPr>
          </a:lstStyle>
          <a:p>
            <a:pPr algn="l">
              <a:lnSpc>
                <a:spcPct val="120000"/>
              </a:lnSpc>
              <a:spcBef>
                <a:spcPts val="600"/>
              </a:spcBef>
            </a:pPr>
            <a:r>
              <a:rPr lang="en-US" sz="2000" b="1" dirty="0" err="1">
                <a:solidFill>
                  <a:srgbClr val="0070C0"/>
                </a:solidFill>
              </a:rPr>
              <a:t>Chỉ</a:t>
            </a:r>
            <a:r>
              <a:rPr lang="en-US" sz="2000" b="1" dirty="0">
                <a:solidFill>
                  <a:srgbClr val="0070C0"/>
                </a:solidFill>
              </a:rPr>
              <a:t> </a:t>
            </a:r>
            <a:r>
              <a:rPr lang="en-US" sz="2000" b="1" dirty="0" err="1">
                <a:solidFill>
                  <a:srgbClr val="0070C0"/>
                </a:solidFill>
              </a:rPr>
              <a:t>số</a:t>
            </a:r>
            <a:r>
              <a:rPr lang="en-US" sz="2000" b="1" dirty="0">
                <a:solidFill>
                  <a:srgbClr val="0070C0"/>
                </a:solidFill>
              </a:rPr>
              <a:t> </a:t>
            </a:r>
            <a:r>
              <a:rPr lang="en-US" sz="2000" b="1" dirty="0" err="1">
                <a:solidFill>
                  <a:srgbClr val="0070C0"/>
                </a:solidFill>
              </a:rPr>
              <a:t>tình</a:t>
            </a:r>
            <a:r>
              <a:rPr lang="en-US" sz="2000" b="1" dirty="0">
                <a:solidFill>
                  <a:srgbClr val="0070C0"/>
                </a:solidFill>
              </a:rPr>
              <a:t> </a:t>
            </a:r>
            <a:r>
              <a:rPr lang="en-US" sz="2000" b="1" dirty="0" err="1">
                <a:solidFill>
                  <a:srgbClr val="0070C0"/>
                </a:solidFill>
              </a:rPr>
              <a:t>trạng</a:t>
            </a:r>
            <a:r>
              <a:rPr lang="en-US" sz="2000" b="1" dirty="0">
                <a:solidFill>
                  <a:srgbClr val="0070C0"/>
                </a:solidFill>
              </a:rPr>
              <a:t> </a:t>
            </a:r>
            <a:r>
              <a:rPr lang="en-US" sz="2000" b="1" dirty="0" err="1">
                <a:solidFill>
                  <a:srgbClr val="0070C0"/>
                </a:solidFill>
              </a:rPr>
              <a:t>mặt</a:t>
            </a:r>
            <a:r>
              <a:rPr lang="en-US" sz="2000" b="1" dirty="0">
                <a:solidFill>
                  <a:srgbClr val="0070C0"/>
                </a:solidFill>
              </a:rPr>
              <a:t> </a:t>
            </a:r>
            <a:r>
              <a:rPr lang="en-US" sz="2000" b="1" dirty="0" err="1">
                <a:solidFill>
                  <a:srgbClr val="0070C0"/>
                </a:solidFill>
              </a:rPr>
              <a:t>đường</a:t>
            </a:r>
            <a:endParaRPr lang="en-US" sz="2000" b="1" dirty="0">
              <a:solidFill>
                <a:srgbClr val="0070C0"/>
              </a:solidFill>
            </a:endParaRPr>
          </a:p>
          <a:p>
            <a:pPr algn="l">
              <a:lnSpc>
                <a:spcPct val="120000"/>
              </a:lnSpc>
              <a:spcBef>
                <a:spcPts val="600"/>
              </a:spcBef>
            </a:pPr>
            <a:r>
              <a:rPr lang="en-US" sz="1600" b="1" dirty="0" err="1">
                <a:solidFill>
                  <a:schemeClr val="bg2">
                    <a:lumMod val="10000"/>
                  </a:schemeClr>
                </a:solidFill>
                <a:latin typeface="Arial" pitchFamily="34" charset="0"/>
                <a:cs typeface="Arial" pitchFamily="34" charset="0"/>
              </a:rPr>
              <a:t>Chỉ</a:t>
            </a:r>
            <a:r>
              <a:rPr lang="en-US" sz="1600" b="1" dirty="0">
                <a:solidFill>
                  <a:schemeClr val="bg2">
                    <a:lumMod val="10000"/>
                  </a:schemeClr>
                </a:solidFill>
                <a:latin typeface="Arial" pitchFamily="34" charset="0"/>
                <a:cs typeface="Arial" pitchFamily="34" charset="0"/>
              </a:rPr>
              <a:t> </a:t>
            </a:r>
            <a:r>
              <a:rPr lang="en-US" sz="1600" b="1" dirty="0" err="1">
                <a:solidFill>
                  <a:schemeClr val="bg2">
                    <a:lumMod val="10000"/>
                  </a:schemeClr>
                </a:solidFill>
                <a:latin typeface="Arial" pitchFamily="34" charset="0"/>
                <a:cs typeface="Arial" pitchFamily="34" charset="0"/>
              </a:rPr>
              <a:t>số</a:t>
            </a:r>
            <a:r>
              <a:rPr lang="en-US" sz="1600" b="1" dirty="0">
                <a:solidFill>
                  <a:schemeClr val="bg2">
                    <a:lumMod val="10000"/>
                  </a:schemeClr>
                </a:solidFill>
                <a:latin typeface="Arial" pitchFamily="34" charset="0"/>
                <a:cs typeface="Arial" pitchFamily="34" charset="0"/>
              </a:rPr>
              <a:t> </a:t>
            </a:r>
            <a:r>
              <a:rPr lang="en-US" sz="1600" b="1" dirty="0" err="1">
                <a:solidFill>
                  <a:schemeClr val="bg2">
                    <a:lumMod val="10000"/>
                  </a:schemeClr>
                </a:solidFill>
                <a:latin typeface="Arial" pitchFamily="34" charset="0"/>
                <a:cs typeface="Arial" pitchFamily="34" charset="0"/>
              </a:rPr>
              <a:t>tình</a:t>
            </a:r>
            <a:r>
              <a:rPr lang="en-US" sz="1600" b="1" dirty="0">
                <a:solidFill>
                  <a:schemeClr val="bg2">
                    <a:lumMod val="10000"/>
                  </a:schemeClr>
                </a:solidFill>
                <a:latin typeface="Arial" pitchFamily="34" charset="0"/>
                <a:cs typeface="Arial" pitchFamily="34" charset="0"/>
              </a:rPr>
              <a:t> </a:t>
            </a:r>
            <a:r>
              <a:rPr lang="en-US" sz="1600" b="1" dirty="0" err="1">
                <a:solidFill>
                  <a:schemeClr val="bg2">
                    <a:lumMod val="10000"/>
                  </a:schemeClr>
                </a:solidFill>
                <a:latin typeface="Arial" pitchFamily="34" charset="0"/>
                <a:cs typeface="Arial" pitchFamily="34" charset="0"/>
              </a:rPr>
              <a:t>trạng</a:t>
            </a:r>
            <a:r>
              <a:rPr lang="en-US" sz="1600" b="1" dirty="0">
                <a:solidFill>
                  <a:schemeClr val="bg2">
                    <a:lumMod val="10000"/>
                  </a:schemeClr>
                </a:solidFill>
                <a:latin typeface="Arial" pitchFamily="34" charset="0"/>
                <a:cs typeface="Arial" pitchFamily="34" charset="0"/>
              </a:rPr>
              <a:t> </a:t>
            </a:r>
            <a:r>
              <a:rPr lang="en-US" sz="1600" b="1" dirty="0" err="1">
                <a:solidFill>
                  <a:schemeClr val="bg2">
                    <a:lumMod val="10000"/>
                  </a:schemeClr>
                </a:solidFill>
                <a:latin typeface="Arial" pitchFamily="34" charset="0"/>
                <a:cs typeface="Arial" pitchFamily="34" charset="0"/>
              </a:rPr>
              <a:t>mặt</a:t>
            </a:r>
            <a:r>
              <a:rPr lang="en-US" sz="1600" b="1" dirty="0">
                <a:solidFill>
                  <a:schemeClr val="bg2">
                    <a:lumMod val="10000"/>
                  </a:schemeClr>
                </a:solidFill>
                <a:latin typeface="Arial" pitchFamily="34" charset="0"/>
                <a:cs typeface="Arial" pitchFamily="34" charset="0"/>
              </a:rPr>
              <a:t> </a:t>
            </a:r>
            <a:r>
              <a:rPr lang="en-US" sz="1600" b="1" dirty="0" err="1">
                <a:solidFill>
                  <a:schemeClr val="bg2">
                    <a:lumMod val="10000"/>
                  </a:schemeClr>
                </a:solidFill>
                <a:latin typeface="Arial" pitchFamily="34" charset="0"/>
                <a:cs typeface="Arial" pitchFamily="34" charset="0"/>
              </a:rPr>
              <a:t>đường</a:t>
            </a:r>
            <a:r>
              <a:rPr lang="en-US" sz="1600" b="1" dirty="0">
                <a:solidFill>
                  <a:schemeClr val="bg2">
                    <a:lumMod val="10000"/>
                  </a:schemeClr>
                </a:solidFill>
                <a:latin typeface="Arial" pitchFamily="34" charset="0"/>
                <a:cs typeface="Arial" pitchFamily="34" charset="0"/>
              </a:rPr>
              <a:t> </a:t>
            </a:r>
            <a:r>
              <a:rPr lang="en-US" sz="1600" dirty="0">
                <a:solidFill>
                  <a:schemeClr val="bg2">
                    <a:lumMod val="10000"/>
                  </a:schemeClr>
                </a:solidFill>
                <a:latin typeface="Arial" pitchFamily="34" charset="0"/>
                <a:cs typeface="Arial" pitchFamily="34" charset="0"/>
              </a:rPr>
              <a:t>(PCI) </a:t>
            </a:r>
            <a:r>
              <a:rPr lang="en-US" sz="1600" dirty="0" err="1">
                <a:solidFill>
                  <a:schemeClr val="bg2">
                    <a:lumMod val="10000"/>
                  </a:schemeClr>
                </a:solidFill>
                <a:latin typeface="Arial" pitchFamily="34" charset="0"/>
                <a:cs typeface="Arial" pitchFamily="34" charset="0"/>
              </a:rPr>
              <a:t>là</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chỉ</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số</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trong</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khoảng</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từ</a:t>
            </a:r>
            <a:r>
              <a:rPr lang="en-US" sz="1600" dirty="0">
                <a:solidFill>
                  <a:schemeClr val="bg2">
                    <a:lumMod val="10000"/>
                  </a:schemeClr>
                </a:solidFill>
                <a:latin typeface="Arial" pitchFamily="34" charset="0"/>
                <a:cs typeface="Arial" pitchFamily="34" charset="0"/>
              </a:rPr>
              <a:t> 0 </a:t>
            </a:r>
            <a:r>
              <a:rPr lang="en-US" sz="1600" dirty="0" err="1">
                <a:solidFill>
                  <a:schemeClr val="bg2">
                    <a:lumMod val="10000"/>
                  </a:schemeClr>
                </a:solidFill>
                <a:latin typeface="Arial" pitchFamily="34" charset="0"/>
                <a:cs typeface="Arial" pitchFamily="34" charset="0"/>
              </a:rPr>
              <a:t>đến</a:t>
            </a:r>
            <a:r>
              <a:rPr lang="en-US" sz="1600" dirty="0">
                <a:solidFill>
                  <a:schemeClr val="bg2">
                    <a:lumMod val="10000"/>
                  </a:schemeClr>
                </a:solidFill>
                <a:latin typeface="Arial" pitchFamily="34" charset="0"/>
                <a:cs typeface="Arial" pitchFamily="34" charset="0"/>
              </a:rPr>
              <a:t> 100 </a:t>
            </a:r>
            <a:r>
              <a:rPr lang="en-US" sz="1600" dirty="0" err="1">
                <a:solidFill>
                  <a:schemeClr val="bg2">
                    <a:lumMod val="10000"/>
                  </a:schemeClr>
                </a:solidFill>
                <a:latin typeface="Arial" pitchFamily="34" charset="0"/>
                <a:cs typeface="Arial" pitchFamily="34" charset="0"/>
              </a:rPr>
              <a:t>được</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sử</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dụng</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để</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đánh</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giá</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tình</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trạng</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của</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mặt</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đường</a:t>
            </a:r>
            <a:r>
              <a:rPr lang="en-US" sz="1600" dirty="0">
                <a:solidFill>
                  <a:schemeClr val="bg2">
                    <a:lumMod val="10000"/>
                  </a:schemeClr>
                </a:solidFill>
                <a:latin typeface="Arial" pitchFamily="34" charset="0"/>
                <a:cs typeface="Arial" pitchFamily="34" charset="0"/>
              </a:rPr>
              <a:t> </a:t>
            </a:r>
          </a:p>
          <a:p>
            <a:pPr algn="l">
              <a:lnSpc>
                <a:spcPct val="120000"/>
              </a:lnSpc>
              <a:spcBef>
                <a:spcPts val="600"/>
              </a:spcBef>
            </a:pPr>
            <a:r>
              <a:rPr lang="en-US" sz="1600" b="1" dirty="0">
                <a:solidFill>
                  <a:schemeClr val="bg2">
                    <a:lumMod val="10000"/>
                  </a:schemeClr>
                </a:solidFill>
                <a:latin typeface="Arial" pitchFamily="34" charset="0"/>
                <a:cs typeface="Arial" pitchFamily="34" charset="0"/>
              </a:rPr>
              <a:t>Qui </a:t>
            </a:r>
            <a:r>
              <a:rPr lang="en-US" sz="1600" b="1" dirty="0" err="1">
                <a:solidFill>
                  <a:schemeClr val="bg2">
                    <a:lumMod val="10000"/>
                  </a:schemeClr>
                </a:solidFill>
                <a:latin typeface="Arial" pitchFamily="34" charset="0"/>
                <a:cs typeface="Arial" pitchFamily="34" charset="0"/>
              </a:rPr>
              <a:t>trình</a:t>
            </a:r>
            <a:r>
              <a:rPr lang="en-US" sz="1600" b="1" dirty="0">
                <a:solidFill>
                  <a:schemeClr val="bg2">
                    <a:lumMod val="10000"/>
                  </a:schemeClr>
                </a:solidFill>
                <a:latin typeface="Arial" pitchFamily="34" charset="0"/>
                <a:cs typeface="Arial" pitchFamily="34" charset="0"/>
              </a:rPr>
              <a:t> </a:t>
            </a:r>
            <a:r>
              <a:rPr lang="en-US" sz="1600" b="1" dirty="0" err="1">
                <a:solidFill>
                  <a:schemeClr val="bg2">
                    <a:lumMod val="10000"/>
                  </a:schemeClr>
                </a:solidFill>
                <a:latin typeface="Arial" pitchFamily="34" charset="0"/>
                <a:cs typeface="Arial" pitchFamily="34" charset="0"/>
              </a:rPr>
              <a:t>xác</a:t>
            </a:r>
            <a:r>
              <a:rPr lang="en-US" sz="1600" b="1" dirty="0">
                <a:solidFill>
                  <a:schemeClr val="bg2">
                    <a:lumMod val="10000"/>
                  </a:schemeClr>
                </a:solidFill>
                <a:latin typeface="Arial" pitchFamily="34" charset="0"/>
                <a:cs typeface="Arial" pitchFamily="34" charset="0"/>
              </a:rPr>
              <a:t> </a:t>
            </a:r>
            <a:r>
              <a:rPr lang="en-US" sz="1600" b="1" dirty="0" err="1">
                <a:solidFill>
                  <a:schemeClr val="bg2">
                    <a:lumMod val="10000"/>
                  </a:schemeClr>
                </a:solidFill>
                <a:latin typeface="Arial" pitchFamily="34" charset="0"/>
                <a:cs typeface="Arial" pitchFamily="34" charset="0"/>
              </a:rPr>
              <a:t>định</a:t>
            </a:r>
            <a:r>
              <a:rPr lang="en-US" sz="1600" b="1" dirty="0">
                <a:solidFill>
                  <a:schemeClr val="bg2">
                    <a:lumMod val="10000"/>
                  </a:schemeClr>
                </a:solidFill>
                <a:latin typeface="Arial" pitchFamily="34" charset="0"/>
                <a:cs typeface="Arial" pitchFamily="34" charset="0"/>
              </a:rPr>
              <a:t> PCI </a:t>
            </a:r>
          </a:p>
          <a:p>
            <a:pPr marL="285750" indent="-285750" algn="l">
              <a:lnSpc>
                <a:spcPct val="120000"/>
              </a:lnSpc>
              <a:spcBef>
                <a:spcPts val="600"/>
              </a:spcBef>
              <a:buFont typeface="Arial" pitchFamily="34" charset="0"/>
              <a:buChar char="•"/>
            </a:pPr>
            <a:r>
              <a:rPr lang="en-US" sz="1600" dirty="0">
                <a:solidFill>
                  <a:schemeClr val="bg2">
                    <a:lumMod val="10000"/>
                  </a:schemeClr>
                </a:solidFill>
                <a:latin typeface="Arial" pitchFamily="34" charset="0"/>
                <a:cs typeface="Arial" pitchFamily="34" charset="0"/>
              </a:rPr>
              <a:t>Chia </a:t>
            </a:r>
            <a:r>
              <a:rPr lang="en-US" sz="1600" dirty="0" err="1">
                <a:solidFill>
                  <a:schemeClr val="bg2">
                    <a:lumMod val="10000"/>
                  </a:schemeClr>
                </a:solidFill>
                <a:latin typeface="Arial" pitchFamily="34" charset="0"/>
                <a:cs typeface="Arial" pitchFamily="34" charset="0"/>
              </a:rPr>
              <a:t>mặt</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đường</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thành</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các</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đoạn</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mẫu</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đơn</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vị</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diện</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tích</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khoảng</a:t>
            </a:r>
            <a:r>
              <a:rPr lang="en-US" sz="1600" dirty="0">
                <a:solidFill>
                  <a:schemeClr val="bg2">
                    <a:lumMod val="10000"/>
                  </a:schemeClr>
                </a:solidFill>
                <a:latin typeface="Arial" pitchFamily="34" charset="0"/>
                <a:cs typeface="Arial" pitchFamily="34" charset="0"/>
              </a:rPr>
              <a:t> 5000 feet</a:t>
            </a:r>
            <a:r>
              <a:rPr lang="en-US" sz="1600" baseline="30000" dirty="0">
                <a:solidFill>
                  <a:schemeClr val="bg2">
                    <a:lumMod val="10000"/>
                  </a:schemeClr>
                </a:solidFill>
                <a:latin typeface="Arial" pitchFamily="34" charset="0"/>
                <a:cs typeface="Arial" pitchFamily="34" charset="0"/>
              </a:rPr>
              <a:t>2</a:t>
            </a:r>
            <a:r>
              <a:rPr lang="en-US" sz="1600" dirty="0">
                <a:solidFill>
                  <a:schemeClr val="bg2">
                    <a:lumMod val="10000"/>
                  </a:schemeClr>
                </a:solidFill>
                <a:latin typeface="Arial" pitchFamily="34" charset="0"/>
                <a:cs typeface="Arial" pitchFamily="34" charset="0"/>
              </a:rPr>
              <a:t>).</a:t>
            </a:r>
          </a:p>
          <a:p>
            <a:pPr marL="285750" indent="-285750" algn="l">
              <a:lnSpc>
                <a:spcPct val="120000"/>
              </a:lnSpc>
              <a:spcBef>
                <a:spcPts val="600"/>
              </a:spcBef>
              <a:buFont typeface="Arial" pitchFamily="34" charset="0"/>
              <a:buChar char="•"/>
            </a:pPr>
            <a:r>
              <a:rPr lang="en-US" sz="1600" dirty="0" err="1">
                <a:solidFill>
                  <a:schemeClr val="bg2">
                    <a:lumMod val="10000"/>
                  </a:schemeClr>
                </a:solidFill>
                <a:latin typeface="Arial" pitchFamily="34" charset="0"/>
                <a:cs typeface="Arial" pitchFamily="34" charset="0"/>
              </a:rPr>
              <a:t>Trên</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cơ</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sở</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số</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lượng</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mẫu</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trên</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toàn</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đoạn</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tuyến</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lưaj</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chọn</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đoạn</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để</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thao</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dõi</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là</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các</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đoạn</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đại</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diên</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Ví</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dụ</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nếu</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có</a:t>
            </a:r>
            <a:r>
              <a:rPr lang="en-US" sz="1600" dirty="0">
                <a:solidFill>
                  <a:schemeClr val="bg2">
                    <a:lumMod val="10000"/>
                  </a:schemeClr>
                </a:solidFill>
                <a:latin typeface="Arial" pitchFamily="34" charset="0"/>
                <a:cs typeface="Arial" pitchFamily="34" charset="0"/>
              </a:rPr>
              <a:t> 40 </a:t>
            </a:r>
            <a:r>
              <a:rPr lang="en-US" sz="1600" dirty="0" err="1">
                <a:solidFill>
                  <a:schemeClr val="bg2">
                    <a:lumMod val="10000"/>
                  </a:schemeClr>
                </a:solidFill>
                <a:latin typeface="Arial" pitchFamily="34" charset="0"/>
                <a:cs typeface="Arial" pitchFamily="34" charset="0"/>
              </a:rPr>
              <a:t>mẫu</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thì</a:t>
            </a:r>
            <a:r>
              <a:rPr lang="en-US" sz="1600" dirty="0">
                <a:solidFill>
                  <a:schemeClr val="bg2">
                    <a:lumMod val="10000"/>
                  </a:schemeClr>
                </a:solidFill>
                <a:latin typeface="Arial" pitchFamily="34" charset="0"/>
                <a:cs typeface="Arial" pitchFamily="34" charset="0"/>
              </a:rPr>
              <a:t> 10% </a:t>
            </a:r>
            <a:r>
              <a:rPr lang="en-US" sz="1600" dirty="0" err="1">
                <a:solidFill>
                  <a:schemeClr val="bg2">
                    <a:lumMod val="10000"/>
                  </a:schemeClr>
                </a:solidFill>
                <a:latin typeface="Arial" pitchFamily="34" charset="0"/>
                <a:cs typeface="Arial" pitchFamily="34" charset="0"/>
              </a:rPr>
              <a:t>số</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mẫu</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được</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thí</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nghiệm</a:t>
            </a:r>
            <a:r>
              <a:rPr lang="en-US" sz="1600" dirty="0">
                <a:solidFill>
                  <a:schemeClr val="bg2">
                    <a:lumMod val="10000"/>
                  </a:schemeClr>
                </a:solidFill>
                <a:latin typeface="Arial" pitchFamily="34" charset="0"/>
                <a:cs typeface="Arial" pitchFamily="34" charset="0"/>
              </a:rPr>
              <a:t>.</a:t>
            </a:r>
          </a:p>
          <a:p>
            <a:pPr marL="285750" indent="-285750" algn="l">
              <a:lnSpc>
                <a:spcPct val="120000"/>
              </a:lnSpc>
              <a:spcBef>
                <a:spcPts val="600"/>
              </a:spcBef>
              <a:buFont typeface="Arial" pitchFamily="34" charset="0"/>
              <a:buChar char="•"/>
            </a:pPr>
            <a:r>
              <a:rPr lang="en-US" sz="1600" dirty="0" err="1">
                <a:solidFill>
                  <a:schemeClr val="bg2">
                    <a:lumMod val="10000"/>
                  </a:schemeClr>
                </a:solidFill>
                <a:latin typeface="Arial" pitchFamily="34" charset="0"/>
                <a:cs typeface="Arial" pitchFamily="34" charset="0"/>
              </a:rPr>
              <a:t>Loại</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phạm</a:t>
            </a:r>
            <a:r>
              <a:rPr lang="en-US" sz="1600" dirty="0">
                <a:solidFill>
                  <a:schemeClr val="bg2">
                    <a:lumMod val="10000"/>
                  </a:schemeClr>
                </a:solidFill>
                <a:latin typeface="Arial" pitchFamily="34" charset="0"/>
                <a:cs typeface="Arial" pitchFamily="34" charset="0"/>
              </a:rPr>
              <a:t> vi </a:t>
            </a:r>
            <a:r>
              <a:rPr lang="en-US" sz="1600" dirty="0" err="1">
                <a:solidFill>
                  <a:schemeClr val="bg2">
                    <a:lumMod val="10000"/>
                  </a:schemeClr>
                </a:solidFill>
                <a:latin typeface="Arial" pitchFamily="34" charset="0"/>
                <a:cs typeface="Arial" pitchFamily="34" charset="0"/>
              </a:rPr>
              <a:t>và</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mức</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độ</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nghiêm</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trọng</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của</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các</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hư</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hỏng</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mặt</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đường</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trong</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mỗi</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đoạn</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tuyến</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được</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theo</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dõi</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và</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ghi</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lại</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theo</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dõi</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bằng</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mắt</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và</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ghi</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bằng</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tay</a:t>
            </a:r>
            <a:r>
              <a:rPr lang="en-US" sz="1600" dirty="0">
                <a:solidFill>
                  <a:schemeClr val="bg2">
                    <a:lumMod val="10000"/>
                  </a:schemeClr>
                </a:solidFill>
                <a:latin typeface="Arial" pitchFamily="34" charset="0"/>
                <a:cs typeface="Arial" pitchFamily="34" charset="0"/>
              </a:rPr>
              <a:t>).</a:t>
            </a:r>
          </a:p>
          <a:p>
            <a:pPr marL="285750" indent="-285750" algn="l">
              <a:lnSpc>
                <a:spcPct val="120000"/>
              </a:lnSpc>
              <a:spcBef>
                <a:spcPts val="600"/>
              </a:spcBef>
              <a:buFont typeface="Arial" pitchFamily="34" charset="0"/>
              <a:buChar char="•"/>
            </a:pPr>
            <a:r>
              <a:rPr lang="en-US" sz="1600" dirty="0" err="1">
                <a:solidFill>
                  <a:schemeClr val="bg2">
                    <a:lumMod val="10000"/>
                  </a:schemeClr>
                </a:solidFill>
                <a:latin typeface="Arial" pitchFamily="34" charset="0"/>
                <a:cs typeface="Arial" pitchFamily="34" charset="0"/>
              </a:rPr>
              <a:t>Số</a:t>
            </a:r>
            <a:r>
              <a:rPr lang="en-US" sz="1600" dirty="0">
                <a:solidFill>
                  <a:schemeClr val="bg2">
                    <a:lumMod val="10000"/>
                  </a:schemeClr>
                </a:solidFill>
                <a:latin typeface="Arial" pitchFamily="34" charset="0"/>
                <a:cs typeface="Arial" pitchFamily="34" charset="0"/>
              </a:rPr>
              <a:t> PCI  </a:t>
            </a:r>
            <a:r>
              <a:rPr lang="en-US" sz="1600" dirty="0" err="1">
                <a:solidFill>
                  <a:schemeClr val="bg2">
                    <a:lumMod val="10000"/>
                  </a:schemeClr>
                </a:solidFill>
                <a:latin typeface="Arial" pitchFamily="34" charset="0"/>
                <a:cs typeface="Arial" pitchFamily="34" charset="0"/>
              </a:rPr>
              <a:t>của</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mỗi</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mẫu</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theo</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dõi</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được</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tính</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toán</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theo</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phương</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pháp</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tiêu</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chuẩn</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Tổng</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hợp</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để</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có</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được</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khối</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lượng</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và</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mật</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độ</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hư</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hỏng</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của</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mỗi</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mẫu</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theo</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dõi</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Các</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giá</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trị</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này</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được</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sử</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dụng</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để</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tính</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ra</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tổng</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số</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điểm</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khấu</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trừ</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và</a:t>
            </a:r>
            <a:r>
              <a:rPr lang="en-US" sz="1600" dirty="0">
                <a:solidFill>
                  <a:schemeClr val="bg2">
                    <a:lumMod val="10000"/>
                  </a:schemeClr>
                </a:solidFill>
                <a:latin typeface="Arial" pitchFamily="34" charset="0"/>
                <a:cs typeface="Arial" pitchFamily="34" charset="0"/>
              </a:rPr>
              <a:t> PCI </a:t>
            </a:r>
            <a:r>
              <a:rPr lang="en-US" sz="1600" dirty="0" err="1">
                <a:solidFill>
                  <a:schemeClr val="bg2">
                    <a:lumMod val="10000"/>
                  </a:schemeClr>
                </a:solidFill>
                <a:latin typeface="Arial" pitchFamily="34" charset="0"/>
                <a:cs typeface="Arial" pitchFamily="34" charset="0"/>
              </a:rPr>
              <a:t>của</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mặt</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đường</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là</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giá</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trị</a:t>
            </a:r>
            <a:r>
              <a:rPr lang="en-US" sz="1600" dirty="0">
                <a:solidFill>
                  <a:schemeClr val="bg2">
                    <a:lumMod val="10000"/>
                  </a:schemeClr>
                </a:solidFill>
                <a:latin typeface="Arial" pitchFamily="34" charset="0"/>
                <a:cs typeface="Arial" pitchFamily="34" charset="0"/>
              </a:rPr>
              <a:t> 100 </a:t>
            </a:r>
            <a:r>
              <a:rPr lang="en-US" sz="1600" dirty="0" err="1">
                <a:solidFill>
                  <a:schemeClr val="bg2">
                    <a:lumMod val="10000"/>
                  </a:schemeClr>
                </a:solidFill>
                <a:latin typeface="Arial" pitchFamily="34" charset="0"/>
                <a:cs typeface="Arial" pitchFamily="34" charset="0"/>
              </a:rPr>
              <a:t>trừ</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đi</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số</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khấu</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trừ</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tính</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toán</a:t>
            </a:r>
            <a:r>
              <a:rPr lang="en-US" sz="1600" dirty="0">
                <a:solidFill>
                  <a:schemeClr val="bg2">
                    <a:lumMod val="10000"/>
                  </a:schemeClr>
                </a:solidFill>
                <a:latin typeface="Arial" pitchFamily="34" charset="0"/>
                <a:cs typeface="Arial" pitchFamily="34" charset="0"/>
              </a:rPr>
              <a:t>.</a:t>
            </a:r>
          </a:p>
          <a:p>
            <a:pPr marL="285750" indent="-285750" algn="l">
              <a:lnSpc>
                <a:spcPct val="120000"/>
              </a:lnSpc>
              <a:spcBef>
                <a:spcPts val="600"/>
              </a:spcBef>
              <a:buFont typeface="Arial" pitchFamily="34" charset="0"/>
              <a:buChar char="•"/>
            </a:pPr>
            <a:r>
              <a:rPr lang="en-US" sz="1600" dirty="0" err="1">
                <a:solidFill>
                  <a:schemeClr val="bg2">
                    <a:lumMod val="10000"/>
                  </a:schemeClr>
                </a:solidFill>
                <a:latin typeface="Arial" pitchFamily="34" charset="0"/>
                <a:cs typeface="Arial" pitchFamily="34" charset="0"/>
              </a:rPr>
              <a:t>Số</a:t>
            </a:r>
            <a:r>
              <a:rPr lang="en-US" sz="1600" dirty="0">
                <a:solidFill>
                  <a:schemeClr val="bg2">
                    <a:lumMod val="10000"/>
                  </a:schemeClr>
                </a:solidFill>
                <a:latin typeface="Arial" pitchFamily="34" charset="0"/>
                <a:cs typeface="Arial" pitchFamily="34" charset="0"/>
              </a:rPr>
              <a:t> PCI </a:t>
            </a:r>
            <a:r>
              <a:rPr lang="en-US" sz="1600" dirty="0" err="1">
                <a:solidFill>
                  <a:schemeClr val="bg2">
                    <a:lumMod val="10000"/>
                  </a:schemeClr>
                </a:solidFill>
                <a:latin typeface="Arial" pitchFamily="34" charset="0"/>
                <a:cs typeface="Arial" pitchFamily="34" charset="0"/>
              </a:rPr>
              <a:t>của</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toàn</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bộ</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đoạn</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được</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được</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xác</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định</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dựa</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trên</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giá</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trị</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của</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các</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mẫu</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theo</a:t>
            </a:r>
            <a:r>
              <a:rPr lang="en-US" sz="1600" dirty="0">
                <a:solidFill>
                  <a:schemeClr val="bg2">
                    <a:lumMod val="10000"/>
                  </a:schemeClr>
                </a:solidFill>
                <a:latin typeface="Arial" pitchFamily="34" charset="0"/>
                <a:cs typeface="Arial" pitchFamily="34" charset="0"/>
              </a:rPr>
              <a:t> </a:t>
            </a:r>
            <a:r>
              <a:rPr lang="en-US" sz="1600" dirty="0" err="1">
                <a:solidFill>
                  <a:schemeClr val="bg2">
                    <a:lumMod val="10000"/>
                  </a:schemeClr>
                </a:solidFill>
                <a:latin typeface="Arial" pitchFamily="34" charset="0"/>
                <a:cs typeface="Arial" pitchFamily="34" charset="0"/>
              </a:rPr>
              <a:t>dõi</a:t>
            </a:r>
            <a:endParaRPr lang="en-US" sz="1800" b="1" dirty="0">
              <a:solidFill>
                <a:schemeClr val="bg2">
                  <a:lumMod val="10000"/>
                </a:schemeClr>
              </a:solidFill>
            </a:endParaRPr>
          </a:p>
        </p:txBody>
      </p:sp>
      <p:sp>
        <p:nvSpPr>
          <p:cNvPr id="5" name="Rectangle 4"/>
          <p:cNvSpPr/>
          <p:nvPr/>
        </p:nvSpPr>
        <p:spPr>
          <a:xfrm>
            <a:off x="228600" y="438666"/>
            <a:ext cx="7696200" cy="400110"/>
          </a:xfrm>
          <a:prstGeom prst="rect">
            <a:avLst/>
          </a:prstGeom>
        </p:spPr>
        <p:txBody>
          <a:bodyPr wrap="square">
            <a:spAutoFit/>
          </a:bodyPr>
          <a:lstStyle/>
          <a:p>
            <a:pPr>
              <a:spcBef>
                <a:spcPct val="50000"/>
              </a:spcBef>
            </a:pPr>
            <a:r>
              <a:rPr lang="en-US" sz="2000" b="1" dirty="0" err="1">
                <a:solidFill>
                  <a:srgbClr val="FF0000"/>
                </a:solidFill>
              </a:rPr>
              <a:t>Đặc</a:t>
            </a:r>
            <a:r>
              <a:rPr lang="en-US" sz="2000" b="1" dirty="0">
                <a:solidFill>
                  <a:srgbClr val="FF0000"/>
                </a:solidFill>
              </a:rPr>
              <a:t> </a:t>
            </a:r>
            <a:r>
              <a:rPr lang="en-US" sz="2000" b="1" dirty="0" err="1">
                <a:solidFill>
                  <a:srgbClr val="FF0000"/>
                </a:solidFill>
              </a:rPr>
              <a:t>trưng</a:t>
            </a:r>
            <a:r>
              <a:rPr lang="en-US" sz="2000" b="1" dirty="0">
                <a:solidFill>
                  <a:srgbClr val="FF0000"/>
                </a:solidFill>
              </a:rPr>
              <a:t> </a:t>
            </a:r>
            <a:r>
              <a:rPr lang="en-US" sz="2000" b="1" dirty="0" err="1">
                <a:solidFill>
                  <a:srgbClr val="FF0000"/>
                </a:solidFill>
              </a:rPr>
              <a:t>khai</a:t>
            </a:r>
            <a:r>
              <a:rPr lang="en-US" sz="2000" b="1" dirty="0">
                <a:solidFill>
                  <a:srgbClr val="FF0000"/>
                </a:solidFill>
              </a:rPr>
              <a:t> </a:t>
            </a:r>
            <a:r>
              <a:rPr lang="en-US" sz="2000" b="1" dirty="0" err="1">
                <a:solidFill>
                  <a:srgbClr val="FF0000"/>
                </a:solidFill>
              </a:rPr>
              <a:t>thác</a:t>
            </a:r>
            <a:r>
              <a:rPr lang="en-US" sz="2000" b="1" dirty="0">
                <a:solidFill>
                  <a:srgbClr val="FF0000"/>
                </a:solidFill>
              </a:rPr>
              <a:t> </a:t>
            </a:r>
            <a:r>
              <a:rPr lang="en-US" sz="2000" b="1" dirty="0" err="1">
                <a:solidFill>
                  <a:srgbClr val="FF0000"/>
                </a:solidFill>
              </a:rPr>
              <a:t>mặt</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 </a:t>
            </a:r>
            <a:r>
              <a:rPr lang="en-US" sz="2000" b="1" dirty="0" err="1">
                <a:solidFill>
                  <a:srgbClr val="FF0000"/>
                </a:solidFill>
              </a:rPr>
              <a:t>các</a:t>
            </a:r>
            <a:r>
              <a:rPr lang="en-US" sz="2000" b="1" dirty="0">
                <a:solidFill>
                  <a:srgbClr val="FF0000"/>
                </a:solidFill>
              </a:rPr>
              <a:t> </a:t>
            </a:r>
            <a:r>
              <a:rPr lang="en-US" sz="2000" b="1" dirty="0" err="1">
                <a:solidFill>
                  <a:srgbClr val="FF0000"/>
                </a:solidFill>
              </a:rPr>
              <a:t>chỉ</a:t>
            </a:r>
            <a:r>
              <a:rPr lang="en-US" sz="2000" b="1" dirty="0">
                <a:solidFill>
                  <a:srgbClr val="FF0000"/>
                </a:solidFill>
              </a:rPr>
              <a:t> </a:t>
            </a:r>
            <a:r>
              <a:rPr lang="en-US" sz="2000" b="1" dirty="0" err="1">
                <a:solidFill>
                  <a:srgbClr val="FF0000"/>
                </a:solidFill>
              </a:rPr>
              <a:t>tiêu</a:t>
            </a:r>
            <a:r>
              <a:rPr lang="en-US" sz="2000" b="1" dirty="0">
                <a:solidFill>
                  <a:srgbClr val="FF0000"/>
                </a:solidFill>
              </a:rPr>
              <a:t> </a:t>
            </a:r>
            <a:r>
              <a:rPr lang="en-US" sz="2000" b="1" dirty="0" err="1">
                <a:solidFill>
                  <a:srgbClr val="FF0000"/>
                </a:solidFill>
              </a:rPr>
              <a:t>tổng</a:t>
            </a:r>
            <a:r>
              <a:rPr lang="en-US" sz="2000" b="1" dirty="0">
                <a:solidFill>
                  <a:srgbClr val="FF0000"/>
                </a:solidFill>
              </a:rPr>
              <a:t> </a:t>
            </a:r>
            <a:r>
              <a:rPr lang="en-US" sz="2000" b="1" dirty="0" err="1">
                <a:solidFill>
                  <a:srgbClr val="FF0000"/>
                </a:solidFill>
              </a:rPr>
              <a:t>hợp</a:t>
            </a:r>
            <a:endParaRPr lang="en-US" sz="2000" b="1" dirty="0">
              <a:solidFill>
                <a:srgbClr val="FF0000"/>
              </a:solidFill>
            </a:endParaRPr>
          </a:p>
        </p:txBody>
      </p:sp>
    </p:spTree>
    <p:extLst>
      <p:ext uri="{BB962C8B-B14F-4D97-AF65-F5344CB8AC3E}">
        <p14:creationId xmlns:p14="http://schemas.microsoft.com/office/powerpoint/2010/main" val="9649455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248192" y="1214008"/>
            <a:ext cx="3851077" cy="457200"/>
          </a:xfrm>
          <a:prstGeom prst="rect">
            <a:avLst/>
          </a:prstGeom>
          <a:noFill/>
        </p:spPr>
        <p:txBody>
          <a:bodyPr vert="horz" lIns="91440" tIns="45720" rIns="91440" bIns="45720" rtlCol="0">
            <a:noAutofit/>
          </a:bodyPr>
          <a:lstStyle>
            <a:lvl1pPr marL="0" indent="0" algn="r" defTabSz="914400" rtl="0" eaLnBrk="1" latinLnBrk="0" hangingPunct="1">
              <a:spcBef>
                <a:spcPct val="20000"/>
              </a:spcBef>
              <a:buFont typeface="Arial" pitchFamily="34" charset="0"/>
              <a:buNone/>
              <a:defRPr sz="2400" kern="1200">
                <a:solidFill>
                  <a:schemeClr val="tx2">
                    <a:lumMod val="60000"/>
                    <a:lumOff val="40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Calibri"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5pPr>
            <a:lvl6pPr marL="2286000" indent="0" algn="ctr" defTabSz="914400" rtl="0" eaLnBrk="1" latinLnBrk="0" hangingPunct="1">
              <a:spcBef>
                <a:spcPct val="20000"/>
              </a:spcBef>
              <a:buClr>
                <a:schemeClr val="tx1"/>
              </a:buClr>
              <a:buFont typeface="Calibri" pitchFamily="34" charset="0"/>
              <a:buNone/>
              <a:defRPr sz="18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Calibri" pitchFamily="34" charset="0"/>
              <a:buNone/>
              <a:defRPr sz="1800" kern="1200">
                <a:solidFill>
                  <a:schemeClr val="tx1">
                    <a:tint val="75000"/>
                  </a:schemeClr>
                </a:solidFill>
                <a:latin typeface="+mn-lt"/>
                <a:ea typeface="+mn-ea"/>
                <a:cs typeface="+mn-cs"/>
              </a:defRPr>
            </a:lvl7pPr>
            <a:lvl8pPr marL="3200400" indent="0" algn="ctr" defTabSz="914400" rtl="0" eaLnBrk="1" latinLnBrk="0" hangingPunct="1">
              <a:spcBef>
                <a:spcPct val="20000"/>
              </a:spcBef>
              <a:buClr>
                <a:schemeClr val="tx1"/>
              </a:buClr>
              <a:buFont typeface="Calibri" pitchFamily="34" charset="0"/>
              <a:buNone/>
              <a:defRPr sz="1800" kern="1200">
                <a:solidFill>
                  <a:schemeClr val="tx1">
                    <a:tint val="75000"/>
                  </a:schemeClr>
                </a:solidFill>
                <a:latin typeface="+mn-lt"/>
                <a:ea typeface="+mn-ea"/>
                <a:cs typeface="+mn-cs"/>
              </a:defRPr>
            </a:lvl8pPr>
            <a:lvl9pPr marL="3657600" indent="0" algn="ctr" defTabSz="914400" rtl="0" eaLnBrk="1" latinLnBrk="0" hangingPunct="1">
              <a:spcBef>
                <a:spcPct val="20000"/>
              </a:spcBef>
              <a:buClr>
                <a:schemeClr val="tx1"/>
              </a:buClr>
              <a:buFont typeface="Calibri" pitchFamily="34" charset="0"/>
              <a:buNone/>
              <a:defRPr sz="1800" kern="1200">
                <a:solidFill>
                  <a:schemeClr val="tx1">
                    <a:tint val="75000"/>
                  </a:schemeClr>
                </a:solidFill>
                <a:latin typeface="+mn-lt"/>
                <a:ea typeface="+mn-ea"/>
                <a:cs typeface="+mn-cs"/>
              </a:defRPr>
            </a:lvl9pPr>
          </a:lstStyle>
          <a:p>
            <a:pPr algn="l">
              <a:lnSpc>
                <a:spcPct val="120000"/>
              </a:lnSpc>
              <a:spcBef>
                <a:spcPts val="600"/>
              </a:spcBef>
            </a:pPr>
            <a:r>
              <a:rPr lang="en-US" sz="1800" b="1" dirty="0">
                <a:solidFill>
                  <a:srgbClr val="0070C0"/>
                </a:solidFill>
              </a:rPr>
              <a:t>PCI – ASTM D 6433 - 2007</a:t>
            </a:r>
          </a:p>
          <a:p>
            <a:pPr marL="285750" indent="-285750" algn="l">
              <a:lnSpc>
                <a:spcPct val="120000"/>
              </a:lnSpc>
              <a:spcBef>
                <a:spcPts val="600"/>
              </a:spcBef>
              <a:buFont typeface="Arial" pitchFamily="34" charset="0"/>
              <a:buChar char="•"/>
            </a:pPr>
            <a:endParaRPr lang="en-US" sz="1800" b="1" dirty="0">
              <a:solidFill>
                <a:schemeClr val="bg2">
                  <a:lumMod val="10000"/>
                </a:schemeClr>
              </a:solidFill>
            </a:endParaRPr>
          </a:p>
        </p:txBody>
      </p:sp>
      <p:sp>
        <p:nvSpPr>
          <p:cNvPr id="2" name="Rectangle 1"/>
          <p:cNvSpPr/>
          <p:nvPr/>
        </p:nvSpPr>
        <p:spPr>
          <a:xfrm>
            <a:off x="187523" y="1635704"/>
            <a:ext cx="5546711" cy="338554"/>
          </a:xfrm>
          <a:prstGeom prst="rect">
            <a:avLst/>
          </a:prstGeom>
        </p:spPr>
        <p:txBody>
          <a:bodyPr wrap="none">
            <a:spAutoFit/>
          </a:bodyPr>
          <a:lstStyle/>
          <a:p>
            <a:r>
              <a:rPr lang="en-US" sz="1600" b="1" i="1" dirty="0" err="1">
                <a:solidFill>
                  <a:schemeClr val="bg2">
                    <a:lumMod val="10000"/>
                  </a:schemeClr>
                </a:solidFill>
                <a:cs typeface="Arial" pitchFamily="34" charset="0"/>
              </a:rPr>
              <a:t>Khảo</a:t>
            </a:r>
            <a:r>
              <a:rPr lang="en-US" sz="1600" b="1" i="1" dirty="0">
                <a:solidFill>
                  <a:schemeClr val="bg2">
                    <a:lumMod val="10000"/>
                  </a:schemeClr>
                </a:solidFill>
                <a:cs typeface="Arial" pitchFamily="34" charset="0"/>
              </a:rPr>
              <a:t> </a:t>
            </a:r>
            <a:r>
              <a:rPr lang="en-US" sz="1600" b="1" i="1" dirty="0" err="1">
                <a:solidFill>
                  <a:schemeClr val="bg2">
                    <a:lumMod val="10000"/>
                  </a:schemeClr>
                </a:solidFill>
                <a:cs typeface="Arial" pitchFamily="34" charset="0"/>
              </a:rPr>
              <a:t>sát</a:t>
            </a:r>
            <a:r>
              <a:rPr lang="en-US" sz="1600" b="1" i="1" dirty="0">
                <a:solidFill>
                  <a:schemeClr val="bg2">
                    <a:lumMod val="10000"/>
                  </a:schemeClr>
                </a:solidFill>
                <a:cs typeface="Arial" pitchFamily="34" charset="0"/>
              </a:rPr>
              <a:t> </a:t>
            </a:r>
            <a:r>
              <a:rPr lang="en-US" sz="1600" b="1" i="1" dirty="0" err="1">
                <a:solidFill>
                  <a:schemeClr val="bg2">
                    <a:lumMod val="10000"/>
                  </a:schemeClr>
                </a:solidFill>
                <a:cs typeface="Arial" pitchFamily="34" charset="0"/>
              </a:rPr>
              <a:t>tình</a:t>
            </a:r>
            <a:r>
              <a:rPr lang="en-US" sz="1600" b="1" i="1" dirty="0">
                <a:solidFill>
                  <a:schemeClr val="bg2">
                    <a:lumMod val="10000"/>
                  </a:schemeClr>
                </a:solidFill>
                <a:cs typeface="Arial" pitchFamily="34" charset="0"/>
              </a:rPr>
              <a:t> </a:t>
            </a:r>
            <a:r>
              <a:rPr lang="en-US" sz="1600" b="1" i="1" dirty="0" err="1">
                <a:solidFill>
                  <a:schemeClr val="bg2">
                    <a:lumMod val="10000"/>
                  </a:schemeClr>
                </a:solidFill>
                <a:cs typeface="Arial" pitchFamily="34" charset="0"/>
              </a:rPr>
              <a:t>trạng</a:t>
            </a:r>
            <a:r>
              <a:rPr lang="en-US" sz="1600" b="1" i="1" dirty="0">
                <a:solidFill>
                  <a:schemeClr val="bg2">
                    <a:lumMod val="10000"/>
                  </a:schemeClr>
                </a:solidFill>
                <a:cs typeface="Arial" pitchFamily="34" charset="0"/>
              </a:rPr>
              <a:t> </a:t>
            </a:r>
            <a:r>
              <a:rPr lang="en-US" sz="1600" b="1" i="1" dirty="0" err="1">
                <a:solidFill>
                  <a:schemeClr val="bg2">
                    <a:lumMod val="10000"/>
                  </a:schemeClr>
                </a:solidFill>
                <a:cs typeface="Arial" pitchFamily="34" charset="0"/>
              </a:rPr>
              <a:t>mặt</a:t>
            </a:r>
            <a:r>
              <a:rPr lang="en-US" sz="1600" b="1" i="1" dirty="0">
                <a:solidFill>
                  <a:schemeClr val="bg2">
                    <a:lumMod val="10000"/>
                  </a:schemeClr>
                </a:solidFill>
                <a:cs typeface="Arial" pitchFamily="34" charset="0"/>
              </a:rPr>
              <a:t> </a:t>
            </a:r>
            <a:r>
              <a:rPr lang="en-US" sz="1600" b="1" i="1" dirty="0" err="1">
                <a:solidFill>
                  <a:schemeClr val="bg2">
                    <a:lumMod val="10000"/>
                  </a:schemeClr>
                </a:solidFill>
                <a:cs typeface="Arial" pitchFamily="34" charset="0"/>
              </a:rPr>
              <a:t>đường</a:t>
            </a:r>
            <a:r>
              <a:rPr lang="en-US" sz="1600" b="1" i="1" dirty="0">
                <a:solidFill>
                  <a:schemeClr val="bg2">
                    <a:lumMod val="10000"/>
                  </a:schemeClr>
                </a:solidFill>
                <a:cs typeface="Arial" pitchFamily="34" charset="0"/>
              </a:rPr>
              <a:t>, </a:t>
            </a:r>
            <a:r>
              <a:rPr lang="en-US" sz="1600" b="1" i="1" dirty="0" err="1">
                <a:solidFill>
                  <a:schemeClr val="bg2">
                    <a:lumMod val="10000"/>
                  </a:schemeClr>
                </a:solidFill>
                <a:cs typeface="Arial" pitchFamily="34" charset="0"/>
              </a:rPr>
              <a:t>xác</a:t>
            </a:r>
            <a:r>
              <a:rPr lang="en-US" sz="1600" b="1" i="1" dirty="0">
                <a:solidFill>
                  <a:schemeClr val="bg2">
                    <a:lumMod val="10000"/>
                  </a:schemeClr>
                </a:solidFill>
                <a:cs typeface="Arial" pitchFamily="34" charset="0"/>
              </a:rPr>
              <a:t> </a:t>
            </a:r>
            <a:r>
              <a:rPr lang="en-US" sz="1600" b="1" i="1" dirty="0" err="1">
                <a:solidFill>
                  <a:schemeClr val="bg2">
                    <a:lumMod val="10000"/>
                  </a:schemeClr>
                </a:solidFill>
                <a:cs typeface="Arial" pitchFamily="34" charset="0"/>
              </a:rPr>
              <a:t>định</a:t>
            </a:r>
            <a:r>
              <a:rPr lang="en-US" sz="1600" b="1" i="1" dirty="0">
                <a:solidFill>
                  <a:schemeClr val="bg2">
                    <a:lumMod val="10000"/>
                  </a:schemeClr>
                </a:solidFill>
                <a:cs typeface="Arial" pitchFamily="34" charset="0"/>
              </a:rPr>
              <a:t> </a:t>
            </a:r>
            <a:r>
              <a:rPr lang="en-US" sz="1600" b="1" i="1" dirty="0" err="1">
                <a:solidFill>
                  <a:schemeClr val="bg2">
                    <a:lumMod val="10000"/>
                  </a:schemeClr>
                </a:solidFill>
                <a:cs typeface="Arial" pitchFamily="34" charset="0"/>
              </a:rPr>
              <a:t>điểm</a:t>
            </a:r>
            <a:r>
              <a:rPr lang="en-US" sz="1600" b="1" i="1" dirty="0">
                <a:solidFill>
                  <a:schemeClr val="bg2">
                    <a:lumMod val="10000"/>
                  </a:schemeClr>
                </a:solidFill>
                <a:cs typeface="Arial" pitchFamily="34" charset="0"/>
              </a:rPr>
              <a:t> </a:t>
            </a:r>
            <a:r>
              <a:rPr lang="en-US" sz="1600" b="1" i="1" dirty="0" err="1">
                <a:solidFill>
                  <a:schemeClr val="bg2">
                    <a:lumMod val="10000"/>
                  </a:schemeClr>
                </a:solidFill>
                <a:cs typeface="Arial" pitchFamily="34" charset="0"/>
              </a:rPr>
              <a:t>khấu</a:t>
            </a:r>
            <a:r>
              <a:rPr lang="en-US" sz="1600" b="1" i="1" dirty="0">
                <a:solidFill>
                  <a:schemeClr val="bg2">
                    <a:lumMod val="10000"/>
                  </a:schemeClr>
                </a:solidFill>
                <a:cs typeface="Arial" pitchFamily="34" charset="0"/>
              </a:rPr>
              <a:t> </a:t>
            </a:r>
            <a:r>
              <a:rPr lang="en-US" sz="1600" b="1" i="1" dirty="0" err="1">
                <a:solidFill>
                  <a:schemeClr val="bg2">
                    <a:lumMod val="10000"/>
                  </a:schemeClr>
                </a:solidFill>
                <a:cs typeface="Arial" pitchFamily="34" charset="0"/>
              </a:rPr>
              <a:t>trừ</a:t>
            </a:r>
            <a:endParaRPr lang="en-US" sz="1600" b="1" i="1" dirty="0"/>
          </a:p>
        </p:txBody>
      </p:sp>
      <p:pic>
        <p:nvPicPr>
          <p:cNvPr id="1843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2058675"/>
            <a:ext cx="2994445" cy="2265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62599" y="2058479"/>
            <a:ext cx="2955173" cy="22570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63219" y="4423742"/>
            <a:ext cx="2587264" cy="19446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p:nvPr/>
        </p:nvSpPr>
        <p:spPr>
          <a:xfrm>
            <a:off x="228600" y="220376"/>
            <a:ext cx="7696200" cy="400110"/>
          </a:xfrm>
          <a:prstGeom prst="rect">
            <a:avLst/>
          </a:prstGeom>
        </p:spPr>
        <p:txBody>
          <a:bodyPr wrap="square">
            <a:spAutoFit/>
          </a:bodyPr>
          <a:lstStyle/>
          <a:p>
            <a:pPr>
              <a:spcBef>
                <a:spcPct val="50000"/>
              </a:spcBef>
            </a:pPr>
            <a:r>
              <a:rPr lang="en-US" sz="2000" b="1" dirty="0" err="1">
                <a:solidFill>
                  <a:srgbClr val="FF0000"/>
                </a:solidFill>
              </a:rPr>
              <a:t>Đặc</a:t>
            </a:r>
            <a:r>
              <a:rPr lang="en-US" sz="2000" b="1" dirty="0">
                <a:solidFill>
                  <a:srgbClr val="FF0000"/>
                </a:solidFill>
              </a:rPr>
              <a:t> </a:t>
            </a:r>
            <a:r>
              <a:rPr lang="en-US" sz="2000" b="1" dirty="0" err="1">
                <a:solidFill>
                  <a:srgbClr val="FF0000"/>
                </a:solidFill>
              </a:rPr>
              <a:t>trưng</a:t>
            </a:r>
            <a:r>
              <a:rPr lang="en-US" sz="2000" b="1" dirty="0">
                <a:solidFill>
                  <a:srgbClr val="FF0000"/>
                </a:solidFill>
              </a:rPr>
              <a:t> </a:t>
            </a:r>
            <a:r>
              <a:rPr lang="en-US" sz="2000" b="1" dirty="0" err="1">
                <a:solidFill>
                  <a:srgbClr val="FF0000"/>
                </a:solidFill>
              </a:rPr>
              <a:t>khai</a:t>
            </a:r>
            <a:r>
              <a:rPr lang="en-US" sz="2000" b="1" dirty="0">
                <a:solidFill>
                  <a:srgbClr val="FF0000"/>
                </a:solidFill>
              </a:rPr>
              <a:t> </a:t>
            </a:r>
            <a:r>
              <a:rPr lang="en-US" sz="2000" b="1" dirty="0" err="1">
                <a:solidFill>
                  <a:srgbClr val="FF0000"/>
                </a:solidFill>
              </a:rPr>
              <a:t>thác</a:t>
            </a:r>
            <a:r>
              <a:rPr lang="en-US" sz="2000" b="1" dirty="0">
                <a:solidFill>
                  <a:srgbClr val="FF0000"/>
                </a:solidFill>
              </a:rPr>
              <a:t> </a:t>
            </a:r>
            <a:r>
              <a:rPr lang="en-US" sz="2000" b="1" dirty="0" err="1">
                <a:solidFill>
                  <a:srgbClr val="FF0000"/>
                </a:solidFill>
              </a:rPr>
              <a:t>mặt</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 </a:t>
            </a:r>
            <a:r>
              <a:rPr lang="en-US" sz="2000" b="1" dirty="0" err="1">
                <a:solidFill>
                  <a:srgbClr val="FF0000"/>
                </a:solidFill>
              </a:rPr>
              <a:t>các</a:t>
            </a:r>
            <a:r>
              <a:rPr lang="en-US" sz="2000" b="1" dirty="0">
                <a:solidFill>
                  <a:srgbClr val="FF0000"/>
                </a:solidFill>
              </a:rPr>
              <a:t> </a:t>
            </a:r>
            <a:r>
              <a:rPr lang="en-US" sz="2000" b="1" dirty="0" err="1">
                <a:solidFill>
                  <a:srgbClr val="FF0000"/>
                </a:solidFill>
              </a:rPr>
              <a:t>chỉ</a:t>
            </a:r>
            <a:r>
              <a:rPr lang="en-US" sz="2000" b="1" dirty="0">
                <a:solidFill>
                  <a:srgbClr val="FF0000"/>
                </a:solidFill>
              </a:rPr>
              <a:t> </a:t>
            </a:r>
            <a:r>
              <a:rPr lang="en-US" sz="2000" b="1" dirty="0" err="1">
                <a:solidFill>
                  <a:srgbClr val="FF0000"/>
                </a:solidFill>
              </a:rPr>
              <a:t>tiêu</a:t>
            </a:r>
            <a:r>
              <a:rPr lang="en-US" sz="2000" b="1" dirty="0">
                <a:solidFill>
                  <a:srgbClr val="FF0000"/>
                </a:solidFill>
              </a:rPr>
              <a:t> </a:t>
            </a:r>
            <a:r>
              <a:rPr lang="en-US" sz="2000" b="1" dirty="0" err="1">
                <a:solidFill>
                  <a:srgbClr val="FF0000"/>
                </a:solidFill>
              </a:rPr>
              <a:t>tổng</a:t>
            </a:r>
            <a:r>
              <a:rPr lang="en-US" sz="2000" b="1" dirty="0">
                <a:solidFill>
                  <a:srgbClr val="FF0000"/>
                </a:solidFill>
              </a:rPr>
              <a:t> </a:t>
            </a:r>
            <a:r>
              <a:rPr lang="en-US" sz="2000" b="1" dirty="0" err="1">
                <a:solidFill>
                  <a:srgbClr val="FF0000"/>
                </a:solidFill>
              </a:rPr>
              <a:t>hợp</a:t>
            </a:r>
            <a:endParaRPr lang="en-US" sz="2000" b="1" dirty="0">
              <a:solidFill>
                <a:srgbClr val="FF0000"/>
              </a:solidFill>
            </a:endParaRPr>
          </a:p>
        </p:txBody>
      </p:sp>
    </p:spTree>
    <p:extLst>
      <p:ext uri="{BB962C8B-B14F-4D97-AF65-F5344CB8AC3E}">
        <p14:creationId xmlns:p14="http://schemas.microsoft.com/office/powerpoint/2010/main" val="2316016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854" y="1973987"/>
            <a:ext cx="7819345" cy="4350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2"/>
          <p:cNvSpPr txBox="1">
            <a:spLocks noChangeArrowheads="1"/>
          </p:cNvSpPr>
          <p:nvPr/>
        </p:nvSpPr>
        <p:spPr>
          <a:xfrm>
            <a:off x="248192" y="1214008"/>
            <a:ext cx="3851077" cy="457200"/>
          </a:xfrm>
          <a:prstGeom prst="rect">
            <a:avLst/>
          </a:prstGeom>
          <a:noFill/>
        </p:spPr>
        <p:txBody>
          <a:bodyPr vert="horz" lIns="91440" tIns="45720" rIns="91440" bIns="45720" rtlCol="0">
            <a:noAutofit/>
          </a:bodyPr>
          <a:lstStyle>
            <a:lvl1pPr marL="0" indent="0" algn="r" defTabSz="914400" rtl="0" eaLnBrk="1" latinLnBrk="0" hangingPunct="1">
              <a:spcBef>
                <a:spcPct val="20000"/>
              </a:spcBef>
              <a:buFont typeface="Arial" pitchFamily="34" charset="0"/>
              <a:buNone/>
              <a:defRPr sz="2400" kern="1200">
                <a:solidFill>
                  <a:schemeClr val="tx2">
                    <a:lumMod val="60000"/>
                    <a:lumOff val="40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Calibri"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5pPr>
            <a:lvl6pPr marL="2286000" indent="0" algn="ctr" defTabSz="914400" rtl="0" eaLnBrk="1" latinLnBrk="0" hangingPunct="1">
              <a:spcBef>
                <a:spcPct val="20000"/>
              </a:spcBef>
              <a:buClr>
                <a:schemeClr val="tx1"/>
              </a:buClr>
              <a:buFont typeface="Calibri" pitchFamily="34" charset="0"/>
              <a:buNone/>
              <a:defRPr sz="18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Calibri" pitchFamily="34" charset="0"/>
              <a:buNone/>
              <a:defRPr sz="1800" kern="1200">
                <a:solidFill>
                  <a:schemeClr val="tx1">
                    <a:tint val="75000"/>
                  </a:schemeClr>
                </a:solidFill>
                <a:latin typeface="+mn-lt"/>
                <a:ea typeface="+mn-ea"/>
                <a:cs typeface="+mn-cs"/>
              </a:defRPr>
            </a:lvl7pPr>
            <a:lvl8pPr marL="3200400" indent="0" algn="ctr" defTabSz="914400" rtl="0" eaLnBrk="1" latinLnBrk="0" hangingPunct="1">
              <a:spcBef>
                <a:spcPct val="20000"/>
              </a:spcBef>
              <a:buClr>
                <a:schemeClr val="tx1"/>
              </a:buClr>
              <a:buFont typeface="Calibri" pitchFamily="34" charset="0"/>
              <a:buNone/>
              <a:defRPr sz="1800" kern="1200">
                <a:solidFill>
                  <a:schemeClr val="tx1">
                    <a:tint val="75000"/>
                  </a:schemeClr>
                </a:solidFill>
                <a:latin typeface="+mn-lt"/>
                <a:ea typeface="+mn-ea"/>
                <a:cs typeface="+mn-cs"/>
              </a:defRPr>
            </a:lvl8pPr>
            <a:lvl9pPr marL="3657600" indent="0" algn="ctr" defTabSz="914400" rtl="0" eaLnBrk="1" latinLnBrk="0" hangingPunct="1">
              <a:spcBef>
                <a:spcPct val="20000"/>
              </a:spcBef>
              <a:buClr>
                <a:schemeClr val="tx1"/>
              </a:buClr>
              <a:buFont typeface="Calibri" pitchFamily="34" charset="0"/>
              <a:buNone/>
              <a:defRPr sz="1800" kern="1200">
                <a:solidFill>
                  <a:schemeClr val="tx1">
                    <a:tint val="75000"/>
                  </a:schemeClr>
                </a:solidFill>
                <a:latin typeface="+mn-lt"/>
                <a:ea typeface="+mn-ea"/>
                <a:cs typeface="+mn-cs"/>
              </a:defRPr>
            </a:lvl9pPr>
          </a:lstStyle>
          <a:p>
            <a:pPr algn="l">
              <a:lnSpc>
                <a:spcPct val="120000"/>
              </a:lnSpc>
              <a:spcBef>
                <a:spcPts val="600"/>
              </a:spcBef>
            </a:pPr>
            <a:r>
              <a:rPr lang="en-US" sz="1800" b="1" dirty="0">
                <a:solidFill>
                  <a:srgbClr val="0070C0"/>
                </a:solidFill>
              </a:rPr>
              <a:t>PCI – ASTM D 6433 - 2007</a:t>
            </a:r>
          </a:p>
          <a:p>
            <a:pPr marL="285750" indent="-285750" algn="l">
              <a:lnSpc>
                <a:spcPct val="120000"/>
              </a:lnSpc>
              <a:spcBef>
                <a:spcPts val="600"/>
              </a:spcBef>
              <a:buFont typeface="Arial" pitchFamily="34" charset="0"/>
              <a:buChar char="•"/>
            </a:pPr>
            <a:endParaRPr lang="en-US" sz="1800" b="1" dirty="0">
              <a:solidFill>
                <a:schemeClr val="bg2">
                  <a:lumMod val="10000"/>
                </a:schemeClr>
              </a:solidFill>
            </a:endParaRPr>
          </a:p>
        </p:txBody>
      </p:sp>
      <p:sp>
        <p:nvSpPr>
          <p:cNvPr id="8" name="Rectangle 7"/>
          <p:cNvSpPr/>
          <p:nvPr/>
        </p:nvSpPr>
        <p:spPr>
          <a:xfrm>
            <a:off x="228600" y="220376"/>
            <a:ext cx="7696200" cy="400110"/>
          </a:xfrm>
          <a:prstGeom prst="rect">
            <a:avLst/>
          </a:prstGeom>
        </p:spPr>
        <p:txBody>
          <a:bodyPr wrap="square">
            <a:spAutoFit/>
          </a:bodyPr>
          <a:lstStyle/>
          <a:p>
            <a:pPr>
              <a:spcBef>
                <a:spcPct val="50000"/>
              </a:spcBef>
            </a:pPr>
            <a:r>
              <a:rPr lang="en-US" sz="2000" b="1" dirty="0" err="1">
                <a:solidFill>
                  <a:srgbClr val="FF0000"/>
                </a:solidFill>
              </a:rPr>
              <a:t>Đặc</a:t>
            </a:r>
            <a:r>
              <a:rPr lang="en-US" sz="2000" b="1" dirty="0">
                <a:solidFill>
                  <a:srgbClr val="FF0000"/>
                </a:solidFill>
              </a:rPr>
              <a:t> </a:t>
            </a:r>
            <a:r>
              <a:rPr lang="en-US" sz="2000" b="1" dirty="0" err="1">
                <a:solidFill>
                  <a:srgbClr val="FF0000"/>
                </a:solidFill>
              </a:rPr>
              <a:t>trưng</a:t>
            </a:r>
            <a:r>
              <a:rPr lang="en-US" sz="2000" b="1" dirty="0">
                <a:solidFill>
                  <a:srgbClr val="FF0000"/>
                </a:solidFill>
              </a:rPr>
              <a:t> </a:t>
            </a:r>
            <a:r>
              <a:rPr lang="en-US" sz="2000" b="1" dirty="0" err="1">
                <a:solidFill>
                  <a:srgbClr val="FF0000"/>
                </a:solidFill>
              </a:rPr>
              <a:t>khai</a:t>
            </a:r>
            <a:r>
              <a:rPr lang="en-US" sz="2000" b="1" dirty="0">
                <a:solidFill>
                  <a:srgbClr val="FF0000"/>
                </a:solidFill>
              </a:rPr>
              <a:t> </a:t>
            </a:r>
            <a:r>
              <a:rPr lang="en-US" sz="2000" b="1" dirty="0" err="1">
                <a:solidFill>
                  <a:srgbClr val="FF0000"/>
                </a:solidFill>
              </a:rPr>
              <a:t>thác</a:t>
            </a:r>
            <a:r>
              <a:rPr lang="en-US" sz="2000" b="1" dirty="0">
                <a:solidFill>
                  <a:srgbClr val="FF0000"/>
                </a:solidFill>
              </a:rPr>
              <a:t> </a:t>
            </a:r>
            <a:r>
              <a:rPr lang="en-US" sz="2000" b="1" dirty="0" err="1">
                <a:solidFill>
                  <a:srgbClr val="FF0000"/>
                </a:solidFill>
              </a:rPr>
              <a:t>mặt</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 </a:t>
            </a:r>
            <a:r>
              <a:rPr lang="en-US" sz="2000" b="1" dirty="0" err="1">
                <a:solidFill>
                  <a:srgbClr val="FF0000"/>
                </a:solidFill>
              </a:rPr>
              <a:t>các</a:t>
            </a:r>
            <a:r>
              <a:rPr lang="en-US" sz="2000" b="1" dirty="0">
                <a:solidFill>
                  <a:srgbClr val="FF0000"/>
                </a:solidFill>
              </a:rPr>
              <a:t> </a:t>
            </a:r>
            <a:r>
              <a:rPr lang="en-US" sz="2000" b="1" dirty="0" err="1">
                <a:solidFill>
                  <a:srgbClr val="FF0000"/>
                </a:solidFill>
              </a:rPr>
              <a:t>chỉ</a:t>
            </a:r>
            <a:r>
              <a:rPr lang="en-US" sz="2000" b="1" dirty="0">
                <a:solidFill>
                  <a:srgbClr val="FF0000"/>
                </a:solidFill>
              </a:rPr>
              <a:t> </a:t>
            </a:r>
            <a:r>
              <a:rPr lang="en-US" sz="2000" b="1" dirty="0" err="1">
                <a:solidFill>
                  <a:srgbClr val="FF0000"/>
                </a:solidFill>
              </a:rPr>
              <a:t>tiêu</a:t>
            </a:r>
            <a:r>
              <a:rPr lang="en-US" sz="2000" b="1" dirty="0">
                <a:solidFill>
                  <a:srgbClr val="FF0000"/>
                </a:solidFill>
              </a:rPr>
              <a:t> </a:t>
            </a:r>
            <a:r>
              <a:rPr lang="en-US" sz="2000" b="1" dirty="0" err="1">
                <a:solidFill>
                  <a:srgbClr val="FF0000"/>
                </a:solidFill>
              </a:rPr>
              <a:t>tổng</a:t>
            </a:r>
            <a:r>
              <a:rPr lang="en-US" sz="2000" b="1" dirty="0">
                <a:solidFill>
                  <a:srgbClr val="FF0000"/>
                </a:solidFill>
              </a:rPr>
              <a:t> </a:t>
            </a:r>
            <a:r>
              <a:rPr lang="en-US" sz="2000" b="1" dirty="0" err="1">
                <a:solidFill>
                  <a:srgbClr val="FF0000"/>
                </a:solidFill>
              </a:rPr>
              <a:t>hợp</a:t>
            </a:r>
            <a:endParaRPr lang="en-US" sz="2000" b="1" dirty="0">
              <a:solidFill>
                <a:srgbClr val="FF0000"/>
              </a:solidFill>
            </a:endParaRPr>
          </a:p>
        </p:txBody>
      </p:sp>
      <p:sp>
        <p:nvSpPr>
          <p:cNvPr id="10" name="Rectangle 9"/>
          <p:cNvSpPr/>
          <p:nvPr/>
        </p:nvSpPr>
        <p:spPr>
          <a:xfrm>
            <a:off x="187523" y="1635704"/>
            <a:ext cx="5546711" cy="338554"/>
          </a:xfrm>
          <a:prstGeom prst="rect">
            <a:avLst/>
          </a:prstGeom>
        </p:spPr>
        <p:txBody>
          <a:bodyPr wrap="none">
            <a:spAutoFit/>
          </a:bodyPr>
          <a:lstStyle/>
          <a:p>
            <a:r>
              <a:rPr lang="en-US" sz="1600" b="1" i="1" dirty="0" err="1">
                <a:solidFill>
                  <a:schemeClr val="bg2">
                    <a:lumMod val="10000"/>
                  </a:schemeClr>
                </a:solidFill>
                <a:cs typeface="Arial" pitchFamily="34" charset="0"/>
              </a:rPr>
              <a:t>Khảo</a:t>
            </a:r>
            <a:r>
              <a:rPr lang="en-US" sz="1600" b="1" i="1" dirty="0">
                <a:solidFill>
                  <a:schemeClr val="bg2">
                    <a:lumMod val="10000"/>
                  </a:schemeClr>
                </a:solidFill>
                <a:cs typeface="Arial" pitchFamily="34" charset="0"/>
              </a:rPr>
              <a:t> </a:t>
            </a:r>
            <a:r>
              <a:rPr lang="en-US" sz="1600" b="1" i="1" dirty="0" err="1">
                <a:solidFill>
                  <a:schemeClr val="bg2">
                    <a:lumMod val="10000"/>
                  </a:schemeClr>
                </a:solidFill>
                <a:cs typeface="Arial" pitchFamily="34" charset="0"/>
              </a:rPr>
              <a:t>sát</a:t>
            </a:r>
            <a:r>
              <a:rPr lang="en-US" sz="1600" b="1" i="1" dirty="0">
                <a:solidFill>
                  <a:schemeClr val="bg2">
                    <a:lumMod val="10000"/>
                  </a:schemeClr>
                </a:solidFill>
                <a:cs typeface="Arial" pitchFamily="34" charset="0"/>
              </a:rPr>
              <a:t> </a:t>
            </a:r>
            <a:r>
              <a:rPr lang="en-US" sz="1600" b="1" i="1" dirty="0" err="1">
                <a:solidFill>
                  <a:schemeClr val="bg2">
                    <a:lumMod val="10000"/>
                  </a:schemeClr>
                </a:solidFill>
                <a:cs typeface="Arial" pitchFamily="34" charset="0"/>
              </a:rPr>
              <a:t>tình</a:t>
            </a:r>
            <a:r>
              <a:rPr lang="en-US" sz="1600" b="1" i="1" dirty="0">
                <a:solidFill>
                  <a:schemeClr val="bg2">
                    <a:lumMod val="10000"/>
                  </a:schemeClr>
                </a:solidFill>
                <a:cs typeface="Arial" pitchFamily="34" charset="0"/>
              </a:rPr>
              <a:t> </a:t>
            </a:r>
            <a:r>
              <a:rPr lang="en-US" sz="1600" b="1" i="1" dirty="0" err="1">
                <a:solidFill>
                  <a:schemeClr val="bg2">
                    <a:lumMod val="10000"/>
                  </a:schemeClr>
                </a:solidFill>
                <a:cs typeface="Arial" pitchFamily="34" charset="0"/>
              </a:rPr>
              <a:t>trạng</a:t>
            </a:r>
            <a:r>
              <a:rPr lang="en-US" sz="1600" b="1" i="1" dirty="0">
                <a:solidFill>
                  <a:schemeClr val="bg2">
                    <a:lumMod val="10000"/>
                  </a:schemeClr>
                </a:solidFill>
                <a:cs typeface="Arial" pitchFamily="34" charset="0"/>
              </a:rPr>
              <a:t> </a:t>
            </a:r>
            <a:r>
              <a:rPr lang="en-US" sz="1600" b="1" i="1" dirty="0" err="1">
                <a:solidFill>
                  <a:schemeClr val="bg2">
                    <a:lumMod val="10000"/>
                  </a:schemeClr>
                </a:solidFill>
                <a:cs typeface="Arial" pitchFamily="34" charset="0"/>
              </a:rPr>
              <a:t>mặt</a:t>
            </a:r>
            <a:r>
              <a:rPr lang="en-US" sz="1600" b="1" i="1" dirty="0">
                <a:solidFill>
                  <a:schemeClr val="bg2">
                    <a:lumMod val="10000"/>
                  </a:schemeClr>
                </a:solidFill>
                <a:cs typeface="Arial" pitchFamily="34" charset="0"/>
              </a:rPr>
              <a:t> </a:t>
            </a:r>
            <a:r>
              <a:rPr lang="en-US" sz="1600" b="1" i="1" dirty="0" err="1">
                <a:solidFill>
                  <a:schemeClr val="bg2">
                    <a:lumMod val="10000"/>
                  </a:schemeClr>
                </a:solidFill>
                <a:cs typeface="Arial" pitchFamily="34" charset="0"/>
              </a:rPr>
              <a:t>đường</a:t>
            </a:r>
            <a:r>
              <a:rPr lang="en-US" sz="1600" b="1" i="1" dirty="0">
                <a:solidFill>
                  <a:schemeClr val="bg2">
                    <a:lumMod val="10000"/>
                  </a:schemeClr>
                </a:solidFill>
                <a:cs typeface="Arial" pitchFamily="34" charset="0"/>
              </a:rPr>
              <a:t>, </a:t>
            </a:r>
            <a:r>
              <a:rPr lang="en-US" sz="1600" b="1" i="1" dirty="0" err="1">
                <a:solidFill>
                  <a:schemeClr val="bg2">
                    <a:lumMod val="10000"/>
                  </a:schemeClr>
                </a:solidFill>
                <a:cs typeface="Arial" pitchFamily="34" charset="0"/>
              </a:rPr>
              <a:t>xác</a:t>
            </a:r>
            <a:r>
              <a:rPr lang="en-US" sz="1600" b="1" i="1" dirty="0">
                <a:solidFill>
                  <a:schemeClr val="bg2">
                    <a:lumMod val="10000"/>
                  </a:schemeClr>
                </a:solidFill>
                <a:cs typeface="Arial" pitchFamily="34" charset="0"/>
              </a:rPr>
              <a:t> </a:t>
            </a:r>
            <a:r>
              <a:rPr lang="en-US" sz="1600" b="1" i="1" dirty="0" err="1">
                <a:solidFill>
                  <a:schemeClr val="bg2">
                    <a:lumMod val="10000"/>
                  </a:schemeClr>
                </a:solidFill>
                <a:cs typeface="Arial" pitchFamily="34" charset="0"/>
              </a:rPr>
              <a:t>định</a:t>
            </a:r>
            <a:r>
              <a:rPr lang="en-US" sz="1600" b="1" i="1" dirty="0">
                <a:solidFill>
                  <a:schemeClr val="bg2">
                    <a:lumMod val="10000"/>
                  </a:schemeClr>
                </a:solidFill>
                <a:cs typeface="Arial" pitchFamily="34" charset="0"/>
              </a:rPr>
              <a:t> </a:t>
            </a:r>
            <a:r>
              <a:rPr lang="en-US" sz="1600" b="1" i="1" dirty="0" err="1">
                <a:solidFill>
                  <a:schemeClr val="bg2">
                    <a:lumMod val="10000"/>
                  </a:schemeClr>
                </a:solidFill>
                <a:cs typeface="Arial" pitchFamily="34" charset="0"/>
              </a:rPr>
              <a:t>điểm</a:t>
            </a:r>
            <a:r>
              <a:rPr lang="en-US" sz="1600" b="1" i="1" dirty="0">
                <a:solidFill>
                  <a:schemeClr val="bg2">
                    <a:lumMod val="10000"/>
                  </a:schemeClr>
                </a:solidFill>
                <a:cs typeface="Arial" pitchFamily="34" charset="0"/>
              </a:rPr>
              <a:t> </a:t>
            </a:r>
            <a:r>
              <a:rPr lang="en-US" sz="1600" b="1" i="1" dirty="0" err="1">
                <a:solidFill>
                  <a:schemeClr val="bg2">
                    <a:lumMod val="10000"/>
                  </a:schemeClr>
                </a:solidFill>
                <a:cs typeface="Arial" pitchFamily="34" charset="0"/>
              </a:rPr>
              <a:t>khấu</a:t>
            </a:r>
            <a:r>
              <a:rPr lang="en-US" sz="1600" b="1" i="1" dirty="0">
                <a:solidFill>
                  <a:schemeClr val="bg2">
                    <a:lumMod val="10000"/>
                  </a:schemeClr>
                </a:solidFill>
                <a:cs typeface="Arial" pitchFamily="34" charset="0"/>
              </a:rPr>
              <a:t> </a:t>
            </a:r>
            <a:r>
              <a:rPr lang="en-US" sz="1600" b="1" i="1" dirty="0" err="1">
                <a:solidFill>
                  <a:schemeClr val="bg2">
                    <a:lumMod val="10000"/>
                  </a:schemeClr>
                </a:solidFill>
                <a:cs typeface="Arial" pitchFamily="34" charset="0"/>
              </a:rPr>
              <a:t>trừ</a:t>
            </a:r>
            <a:endParaRPr lang="en-US" sz="1600" b="1" i="1" dirty="0"/>
          </a:p>
        </p:txBody>
      </p:sp>
    </p:spTree>
    <p:extLst>
      <p:ext uri="{BB962C8B-B14F-4D97-AF65-F5344CB8AC3E}">
        <p14:creationId xmlns:p14="http://schemas.microsoft.com/office/powerpoint/2010/main" val="36135024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1974258"/>
            <a:ext cx="5881748" cy="4271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2"/>
          <p:cNvSpPr txBox="1">
            <a:spLocks noChangeArrowheads="1"/>
          </p:cNvSpPr>
          <p:nvPr/>
        </p:nvSpPr>
        <p:spPr>
          <a:xfrm>
            <a:off x="248192" y="1214008"/>
            <a:ext cx="3851077" cy="457200"/>
          </a:xfrm>
          <a:prstGeom prst="rect">
            <a:avLst/>
          </a:prstGeom>
          <a:noFill/>
        </p:spPr>
        <p:txBody>
          <a:bodyPr vert="horz" lIns="91440" tIns="45720" rIns="91440" bIns="45720" rtlCol="0">
            <a:noAutofit/>
          </a:bodyPr>
          <a:lstStyle>
            <a:lvl1pPr marL="0" indent="0" algn="r" defTabSz="914400" rtl="0" eaLnBrk="1" latinLnBrk="0" hangingPunct="1">
              <a:spcBef>
                <a:spcPct val="20000"/>
              </a:spcBef>
              <a:buFont typeface="Arial" pitchFamily="34" charset="0"/>
              <a:buNone/>
              <a:defRPr sz="2400" kern="1200">
                <a:solidFill>
                  <a:schemeClr val="tx2">
                    <a:lumMod val="60000"/>
                    <a:lumOff val="40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Calibri"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5pPr>
            <a:lvl6pPr marL="2286000" indent="0" algn="ctr" defTabSz="914400" rtl="0" eaLnBrk="1" latinLnBrk="0" hangingPunct="1">
              <a:spcBef>
                <a:spcPct val="20000"/>
              </a:spcBef>
              <a:buClr>
                <a:schemeClr val="tx1"/>
              </a:buClr>
              <a:buFont typeface="Calibri" pitchFamily="34" charset="0"/>
              <a:buNone/>
              <a:defRPr sz="18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Calibri" pitchFamily="34" charset="0"/>
              <a:buNone/>
              <a:defRPr sz="1800" kern="1200">
                <a:solidFill>
                  <a:schemeClr val="tx1">
                    <a:tint val="75000"/>
                  </a:schemeClr>
                </a:solidFill>
                <a:latin typeface="+mn-lt"/>
                <a:ea typeface="+mn-ea"/>
                <a:cs typeface="+mn-cs"/>
              </a:defRPr>
            </a:lvl7pPr>
            <a:lvl8pPr marL="3200400" indent="0" algn="ctr" defTabSz="914400" rtl="0" eaLnBrk="1" latinLnBrk="0" hangingPunct="1">
              <a:spcBef>
                <a:spcPct val="20000"/>
              </a:spcBef>
              <a:buClr>
                <a:schemeClr val="tx1"/>
              </a:buClr>
              <a:buFont typeface="Calibri" pitchFamily="34" charset="0"/>
              <a:buNone/>
              <a:defRPr sz="1800" kern="1200">
                <a:solidFill>
                  <a:schemeClr val="tx1">
                    <a:tint val="75000"/>
                  </a:schemeClr>
                </a:solidFill>
                <a:latin typeface="+mn-lt"/>
                <a:ea typeface="+mn-ea"/>
                <a:cs typeface="+mn-cs"/>
              </a:defRPr>
            </a:lvl8pPr>
            <a:lvl9pPr marL="3657600" indent="0" algn="ctr" defTabSz="914400" rtl="0" eaLnBrk="1" latinLnBrk="0" hangingPunct="1">
              <a:spcBef>
                <a:spcPct val="20000"/>
              </a:spcBef>
              <a:buClr>
                <a:schemeClr val="tx1"/>
              </a:buClr>
              <a:buFont typeface="Calibri" pitchFamily="34" charset="0"/>
              <a:buNone/>
              <a:defRPr sz="1800" kern="1200">
                <a:solidFill>
                  <a:schemeClr val="tx1">
                    <a:tint val="75000"/>
                  </a:schemeClr>
                </a:solidFill>
                <a:latin typeface="+mn-lt"/>
                <a:ea typeface="+mn-ea"/>
                <a:cs typeface="+mn-cs"/>
              </a:defRPr>
            </a:lvl9pPr>
          </a:lstStyle>
          <a:p>
            <a:pPr algn="l">
              <a:lnSpc>
                <a:spcPct val="120000"/>
              </a:lnSpc>
              <a:spcBef>
                <a:spcPts val="600"/>
              </a:spcBef>
            </a:pPr>
            <a:r>
              <a:rPr lang="en-US" sz="1800" b="1" dirty="0">
                <a:solidFill>
                  <a:srgbClr val="0070C0"/>
                </a:solidFill>
              </a:rPr>
              <a:t>PCI – ASTM D 6433 - 2007</a:t>
            </a:r>
          </a:p>
          <a:p>
            <a:pPr marL="285750" indent="-285750" algn="l">
              <a:lnSpc>
                <a:spcPct val="120000"/>
              </a:lnSpc>
              <a:spcBef>
                <a:spcPts val="600"/>
              </a:spcBef>
              <a:buFont typeface="Arial" pitchFamily="34" charset="0"/>
              <a:buChar char="•"/>
            </a:pPr>
            <a:endParaRPr lang="en-US" sz="1800" b="1" dirty="0">
              <a:solidFill>
                <a:schemeClr val="bg2">
                  <a:lumMod val="10000"/>
                </a:schemeClr>
              </a:solidFill>
            </a:endParaRPr>
          </a:p>
        </p:txBody>
      </p:sp>
      <p:sp>
        <p:nvSpPr>
          <p:cNvPr id="8" name="Rectangle 7"/>
          <p:cNvSpPr/>
          <p:nvPr/>
        </p:nvSpPr>
        <p:spPr>
          <a:xfrm>
            <a:off x="228600" y="220376"/>
            <a:ext cx="7696200" cy="400110"/>
          </a:xfrm>
          <a:prstGeom prst="rect">
            <a:avLst/>
          </a:prstGeom>
        </p:spPr>
        <p:txBody>
          <a:bodyPr wrap="square">
            <a:spAutoFit/>
          </a:bodyPr>
          <a:lstStyle/>
          <a:p>
            <a:pPr>
              <a:spcBef>
                <a:spcPct val="50000"/>
              </a:spcBef>
            </a:pPr>
            <a:r>
              <a:rPr lang="en-US" sz="2000" b="1" dirty="0" err="1">
                <a:solidFill>
                  <a:srgbClr val="FF0000"/>
                </a:solidFill>
              </a:rPr>
              <a:t>Đặc</a:t>
            </a:r>
            <a:r>
              <a:rPr lang="en-US" sz="2000" b="1" dirty="0">
                <a:solidFill>
                  <a:srgbClr val="FF0000"/>
                </a:solidFill>
              </a:rPr>
              <a:t> </a:t>
            </a:r>
            <a:r>
              <a:rPr lang="en-US" sz="2000" b="1" dirty="0" err="1">
                <a:solidFill>
                  <a:srgbClr val="FF0000"/>
                </a:solidFill>
              </a:rPr>
              <a:t>trưng</a:t>
            </a:r>
            <a:r>
              <a:rPr lang="en-US" sz="2000" b="1" dirty="0">
                <a:solidFill>
                  <a:srgbClr val="FF0000"/>
                </a:solidFill>
              </a:rPr>
              <a:t> </a:t>
            </a:r>
            <a:r>
              <a:rPr lang="en-US" sz="2000" b="1" dirty="0" err="1">
                <a:solidFill>
                  <a:srgbClr val="FF0000"/>
                </a:solidFill>
              </a:rPr>
              <a:t>khai</a:t>
            </a:r>
            <a:r>
              <a:rPr lang="en-US" sz="2000" b="1" dirty="0">
                <a:solidFill>
                  <a:srgbClr val="FF0000"/>
                </a:solidFill>
              </a:rPr>
              <a:t> </a:t>
            </a:r>
            <a:r>
              <a:rPr lang="en-US" sz="2000" b="1" dirty="0" err="1">
                <a:solidFill>
                  <a:srgbClr val="FF0000"/>
                </a:solidFill>
              </a:rPr>
              <a:t>thác</a:t>
            </a:r>
            <a:r>
              <a:rPr lang="en-US" sz="2000" b="1" dirty="0">
                <a:solidFill>
                  <a:srgbClr val="FF0000"/>
                </a:solidFill>
              </a:rPr>
              <a:t> </a:t>
            </a:r>
            <a:r>
              <a:rPr lang="en-US" sz="2000" b="1" dirty="0" err="1">
                <a:solidFill>
                  <a:srgbClr val="FF0000"/>
                </a:solidFill>
              </a:rPr>
              <a:t>mặt</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 </a:t>
            </a:r>
            <a:r>
              <a:rPr lang="en-US" sz="2000" b="1" dirty="0" err="1">
                <a:solidFill>
                  <a:srgbClr val="FF0000"/>
                </a:solidFill>
              </a:rPr>
              <a:t>các</a:t>
            </a:r>
            <a:r>
              <a:rPr lang="en-US" sz="2000" b="1" dirty="0">
                <a:solidFill>
                  <a:srgbClr val="FF0000"/>
                </a:solidFill>
              </a:rPr>
              <a:t> </a:t>
            </a:r>
            <a:r>
              <a:rPr lang="en-US" sz="2000" b="1" dirty="0" err="1">
                <a:solidFill>
                  <a:srgbClr val="FF0000"/>
                </a:solidFill>
              </a:rPr>
              <a:t>chỉ</a:t>
            </a:r>
            <a:r>
              <a:rPr lang="en-US" sz="2000" b="1" dirty="0">
                <a:solidFill>
                  <a:srgbClr val="FF0000"/>
                </a:solidFill>
              </a:rPr>
              <a:t> </a:t>
            </a:r>
            <a:r>
              <a:rPr lang="en-US" sz="2000" b="1" dirty="0" err="1">
                <a:solidFill>
                  <a:srgbClr val="FF0000"/>
                </a:solidFill>
              </a:rPr>
              <a:t>tiêu</a:t>
            </a:r>
            <a:r>
              <a:rPr lang="en-US" sz="2000" b="1" dirty="0">
                <a:solidFill>
                  <a:srgbClr val="FF0000"/>
                </a:solidFill>
              </a:rPr>
              <a:t> </a:t>
            </a:r>
            <a:r>
              <a:rPr lang="en-US" sz="2000" b="1" dirty="0" err="1">
                <a:solidFill>
                  <a:srgbClr val="FF0000"/>
                </a:solidFill>
              </a:rPr>
              <a:t>tổng</a:t>
            </a:r>
            <a:r>
              <a:rPr lang="en-US" sz="2000" b="1" dirty="0">
                <a:solidFill>
                  <a:srgbClr val="FF0000"/>
                </a:solidFill>
              </a:rPr>
              <a:t> </a:t>
            </a:r>
            <a:r>
              <a:rPr lang="en-US" sz="2000" b="1" dirty="0" err="1">
                <a:solidFill>
                  <a:srgbClr val="FF0000"/>
                </a:solidFill>
              </a:rPr>
              <a:t>hợp</a:t>
            </a:r>
            <a:endParaRPr lang="en-US" sz="2000" b="1" dirty="0">
              <a:solidFill>
                <a:srgbClr val="FF0000"/>
              </a:solidFill>
            </a:endParaRPr>
          </a:p>
        </p:txBody>
      </p:sp>
      <p:sp>
        <p:nvSpPr>
          <p:cNvPr id="10" name="Rectangle 9"/>
          <p:cNvSpPr/>
          <p:nvPr/>
        </p:nvSpPr>
        <p:spPr>
          <a:xfrm>
            <a:off x="187523" y="1635704"/>
            <a:ext cx="5546711" cy="338554"/>
          </a:xfrm>
          <a:prstGeom prst="rect">
            <a:avLst/>
          </a:prstGeom>
        </p:spPr>
        <p:txBody>
          <a:bodyPr wrap="none">
            <a:spAutoFit/>
          </a:bodyPr>
          <a:lstStyle/>
          <a:p>
            <a:r>
              <a:rPr lang="en-US" sz="1600" b="1" i="1" dirty="0" err="1">
                <a:solidFill>
                  <a:schemeClr val="bg2">
                    <a:lumMod val="10000"/>
                  </a:schemeClr>
                </a:solidFill>
                <a:cs typeface="Arial" pitchFamily="34" charset="0"/>
              </a:rPr>
              <a:t>Khảo</a:t>
            </a:r>
            <a:r>
              <a:rPr lang="en-US" sz="1600" b="1" i="1" dirty="0">
                <a:solidFill>
                  <a:schemeClr val="bg2">
                    <a:lumMod val="10000"/>
                  </a:schemeClr>
                </a:solidFill>
                <a:cs typeface="Arial" pitchFamily="34" charset="0"/>
              </a:rPr>
              <a:t> </a:t>
            </a:r>
            <a:r>
              <a:rPr lang="en-US" sz="1600" b="1" i="1" dirty="0" err="1">
                <a:solidFill>
                  <a:schemeClr val="bg2">
                    <a:lumMod val="10000"/>
                  </a:schemeClr>
                </a:solidFill>
                <a:cs typeface="Arial" pitchFamily="34" charset="0"/>
              </a:rPr>
              <a:t>sát</a:t>
            </a:r>
            <a:r>
              <a:rPr lang="en-US" sz="1600" b="1" i="1" dirty="0">
                <a:solidFill>
                  <a:schemeClr val="bg2">
                    <a:lumMod val="10000"/>
                  </a:schemeClr>
                </a:solidFill>
                <a:cs typeface="Arial" pitchFamily="34" charset="0"/>
              </a:rPr>
              <a:t> </a:t>
            </a:r>
            <a:r>
              <a:rPr lang="en-US" sz="1600" b="1" i="1" dirty="0" err="1">
                <a:solidFill>
                  <a:schemeClr val="bg2">
                    <a:lumMod val="10000"/>
                  </a:schemeClr>
                </a:solidFill>
                <a:cs typeface="Arial" pitchFamily="34" charset="0"/>
              </a:rPr>
              <a:t>tình</a:t>
            </a:r>
            <a:r>
              <a:rPr lang="en-US" sz="1600" b="1" i="1" dirty="0">
                <a:solidFill>
                  <a:schemeClr val="bg2">
                    <a:lumMod val="10000"/>
                  </a:schemeClr>
                </a:solidFill>
                <a:cs typeface="Arial" pitchFamily="34" charset="0"/>
              </a:rPr>
              <a:t> </a:t>
            </a:r>
            <a:r>
              <a:rPr lang="en-US" sz="1600" b="1" i="1" dirty="0" err="1">
                <a:solidFill>
                  <a:schemeClr val="bg2">
                    <a:lumMod val="10000"/>
                  </a:schemeClr>
                </a:solidFill>
                <a:cs typeface="Arial" pitchFamily="34" charset="0"/>
              </a:rPr>
              <a:t>trạng</a:t>
            </a:r>
            <a:r>
              <a:rPr lang="en-US" sz="1600" b="1" i="1" dirty="0">
                <a:solidFill>
                  <a:schemeClr val="bg2">
                    <a:lumMod val="10000"/>
                  </a:schemeClr>
                </a:solidFill>
                <a:cs typeface="Arial" pitchFamily="34" charset="0"/>
              </a:rPr>
              <a:t> </a:t>
            </a:r>
            <a:r>
              <a:rPr lang="en-US" sz="1600" b="1" i="1" dirty="0" err="1">
                <a:solidFill>
                  <a:schemeClr val="bg2">
                    <a:lumMod val="10000"/>
                  </a:schemeClr>
                </a:solidFill>
                <a:cs typeface="Arial" pitchFamily="34" charset="0"/>
              </a:rPr>
              <a:t>mặt</a:t>
            </a:r>
            <a:r>
              <a:rPr lang="en-US" sz="1600" b="1" i="1" dirty="0">
                <a:solidFill>
                  <a:schemeClr val="bg2">
                    <a:lumMod val="10000"/>
                  </a:schemeClr>
                </a:solidFill>
                <a:cs typeface="Arial" pitchFamily="34" charset="0"/>
              </a:rPr>
              <a:t> </a:t>
            </a:r>
            <a:r>
              <a:rPr lang="en-US" sz="1600" b="1" i="1" dirty="0" err="1">
                <a:solidFill>
                  <a:schemeClr val="bg2">
                    <a:lumMod val="10000"/>
                  </a:schemeClr>
                </a:solidFill>
                <a:cs typeface="Arial" pitchFamily="34" charset="0"/>
              </a:rPr>
              <a:t>đường</a:t>
            </a:r>
            <a:r>
              <a:rPr lang="en-US" sz="1600" b="1" i="1" dirty="0">
                <a:solidFill>
                  <a:schemeClr val="bg2">
                    <a:lumMod val="10000"/>
                  </a:schemeClr>
                </a:solidFill>
                <a:cs typeface="Arial" pitchFamily="34" charset="0"/>
              </a:rPr>
              <a:t>, </a:t>
            </a:r>
            <a:r>
              <a:rPr lang="en-US" sz="1600" b="1" i="1" dirty="0" err="1">
                <a:solidFill>
                  <a:schemeClr val="bg2">
                    <a:lumMod val="10000"/>
                  </a:schemeClr>
                </a:solidFill>
                <a:cs typeface="Arial" pitchFamily="34" charset="0"/>
              </a:rPr>
              <a:t>xác</a:t>
            </a:r>
            <a:r>
              <a:rPr lang="en-US" sz="1600" b="1" i="1" dirty="0">
                <a:solidFill>
                  <a:schemeClr val="bg2">
                    <a:lumMod val="10000"/>
                  </a:schemeClr>
                </a:solidFill>
                <a:cs typeface="Arial" pitchFamily="34" charset="0"/>
              </a:rPr>
              <a:t> </a:t>
            </a:r>
            <a:r>
              <a:rPr lang="en-US" sz="1600" b="1" i="1" dirty="0" err="1">
                <a:solidFill>
                  <a:schemeClr val="bg2">
                    <a:lumMod val="10000"/>
                  </a:schemeClr>
                </a:solidFill>
                <a:cs typeface="Arial" pitchFamily="34" charset="0"/>
              </a:rPr>
              <a:t>định</a:t>
            </a:r>
            <a:r>
              <a:rPr lang="en-US" sz="1600" b="1" i="1" dirty="0">
                <a:solidFill>
                  <a:schemeClr val="bg2">
                    <a:lumMod val="10000"/>
                  </a:schemeClr>
                </a:solidFill>
                <a:cs typeface="Arial" pitchFamily="34" charset="0"/>
              </a:rPr>
              <a:t> </a:t>
            </a:r>
            <a:r>
              <a:rPr lang="en-US" sz="1600" b="1" i="1" dirty="0" err="1">
                <a:solidFill>
                  <a:schemeClr val="bg2">
                    <a:lumMod val="10000"/>
                  </a:schemeClr>
                </a:solidFill>
                <a:cs typeface="Arial" pitchFamily="34" charset="0"/>
              </a:rPr>
              <a:t>điểm</a:t>
            </a:r>
            <a:r>
              <a:rPr lang="en-US" sz="1600" b="1" i="1" dirty="0">
                <a:solidFill>
                  <a:schemeClr val="bg2">
                    <a:lumMod val="10000"/>
                  </a:schemeClr>
                </a:solidFill>
                <a:cs typeface="Arial" pitchFamily="34" charset="0"/>
              </a:rPr>
              <a:t> </a:t>
            </a:r>
            <a:r>
              <a:rPr lang="en-US" sz="1600" b="1" i="1" dirty="0" err="1">
                <a:solidFill>
                  <a:schemeClr val="bg2">
                    <a:lumMod val="10000"/>
                  </a:schemeClr>
                </a:solidFill>
                <a:cs typeface="Arial" pitchFamily="34" charset="0"/>
              </a:rPr>
              <a:t>khấu</a:t>
            </a:r>
            <a:r>
              <a:rPr lang="en-US" sz="1600" b="1" i="1" dirty="0">
                <a:solidFill>
                  <a:schemeClr val="bg2">
                    <a:lumMod val="10000"/>
                  </a:schemeClr>
                </a:solidFill>
                <a:cs typeface="Arial" pitchFamily="34" charset="0"/>
              </a:rPr>
              <a:t> </a:t>
            </a:r>
            <a:r>
              <a:rPr lang="en-US" sz="1600" b="1" i="1" dirty="0" err="1">
                <a:solidFill>
                  <a:schemeClr val="bg2">
                    <a:lumMod val="10000"/>
                  </a:schemeClr>
                </a:solidFill>
                <a:cs typeface="Arial" pitchFamily="34" charset="0"/>
              </a:rPr>
              <a:t>trừ</a:t>
            </a:r>
            <a:endParaRPr lang="en-US" sz="1600" b="1" i="1" dirty="0"/>
          </a:p>
        </p:txBody>
      </p:sp>
    </p:spTree>
    <p:extLst>
      <p:ext uri="{BB962C8B-B14F-4D97-AF65-F5344CB8AC3E}">
        <p14:creationId xmlns:p14="http://schemas.microsoft.com/office/powerpoint/2010/main" val="3939095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974258"/>
            <a:ext cx="5784829" cy="4093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2"/>
          <p:cNvSpPr txBox="1">
            <a:spLocks noChangeArrowheads="1"/>
          </p:cNvSpPr>
          <p:nvPr/>
        </p:nvSpPr>
        <p:spPr>
          <a:xfrm>
            <a:off x="248192" y="1214008"/>
            <a:ext cx="3851077" cy="457200"/>
          </a:xfrm>
          <a:prstGeom prst="rect">
            <a:avLst/>
          </a:prstGeom>
          <a:noFill/>
        </p:spPr>
        <p:txBody>
          <a:bodyPr vert="horz" lIns="91440" tIns="45720" rIns="91440" bIns="45720" rtlCol="0">
            <a:noAutofit/>
          </a:bodyPr>
          <a:lstStyle>
            <a:lvl1pPr marL="0" indent="0" algn="r" defTabSz="914400" rtl="0" eaLnBrk="1" latinLnBrk="0" hangingPunct="1">
              <a:spcBef>
                <a:spcPct val="20000"/>
              </a:spcBef>
              <a:buFont typeface="Arial" pitchFamily="34" charset="0"/>
              <a:buNone/>
              <a:defRPr sz="2400" kern="1200">
                <a:solidFill>
                  <a:schemeClr val="tx2">
                    <a:lumMod val="60000"/>
                    <a:lumOff val="40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Calibri"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5pPr>
            <a:lvl6pPr marL="2286000" indent="0" algn="ctr" defTabSz="914400" rtl="0" eaLnBrk="1" latinLnBrk="0" hangingPunct="1">
              <a:spcBef>
                <a:spcPct val="20000"/>
              </a:spcBef>
              <a:buClr>
                <a:schemeClr val="tx1"/>
              </a:buClr>
              <a:buFont typeface="Calibri" pitchFamily="34" charset="0"/>
              <a:buNone/>
              <a:defRPr sz="18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Calibri" pitchFamily="34" charset="0"/>
              <a:buNone/>
              <a:defRPr sz="1800" kern="1200">
                <a:solidFill>
                  <a:schemeClr val="tx1">
                    <a:tint val="75000"/>
                  </a:schemeClr>
                </a:solidFill>
                <a:latin typeface="+mn-lt"/>
                <a:ea typeface="+mn-ea"/>
                <a:cs typeface="+mn-cs"/>
              </a:defRPr>
            </a:lvl7pPr>
            <a:lvl8pPr marL="3200400" indent="0" algn="ctr" defTabSz="914400" rtl="0" eaLnBrk="1" latinLnBrk="0" hangingPunct="1">
              <a:spcBef>
                <a:spcPct val="20000"/>
              </a:spcBef>
              <a:buClr>
                <a:schemeClr val="tx1"/>
              </a:buClr>
              <a:buFont typeface="Calibri" pitchFamily="34" charset="0"/>
              <a:buNone/>
              <a:defRPr sz="1800" kern="1200">
                <a:solidFill>
                  <a:schemeClr val="tx1">
                    <a:tint val="75000"/>
                  </a:schemeClr>
                </a:solidFill>
                <a:latin typeface="+mn-lt"/>
                <a:ea typeface="+mn-ea"/>
                <a:cs typeface="+mn-cs"/>
              </a:defRPr>
            </a:lvl8pPr>
            <a:lvl9pPr marL="3657600" indent="0" algn="ctr" defTabSz="914400" rtl="0" eaLnBrk="1" latinLnBrk="0" hangingPunct="1">
              <a:spcBef>
                <a:spcPct val="20000"/>
              </a:spcBef>
              <a:buClr>
                <a:schemeClr val="tx1"/>
              </a:buClr>
              <a:buFont typeface="Calibri" pitchFamily="34" charset="0"/>
              <a:buNone/>
              <a:defRPr sz="1800" kern="1200">
                <a:solidFill>
                  <a:schemeClr val="tx1">
                    <a:tint val="75000"/>
                  </a:schemeClr>
                </a:solidFill>
                <a:latin typeface="+mn-lt"/>
                <a:ea typeface="+mn-ea"/>
                <a:cs typeface="+mn-cs"/>
              </a:defRPr>
            </a:lvl9pPr>
          </a:lstStyle>
          <a:p>
            <a:pPr algn="l">
              <a:lnSpc>
                <a:spcPct val="120000"/>
              </a:lnSpc>
              <a:spcBef>
                <a:spcPts val="600"/>
              </a:spcBef>
            </a:pPr>
            <a:r>
              <a:rPr lang="en-US" sz="1800" b="1" dirty="0">
                <a:solidFill>
                  <a:srgbClr val="0070C0"/>
                </a:solidFill>
              </a:rPr>
              <a:t>PCI – ASTM D 6433 - 2007</a:t>
            </a:r>
          </a:p>
          <a:p>
            <a:pPr marL="285750" indent="-285750" algn="l">
              <a:lnSpc>
                <a:spcPct val="120000"/>
              </a:lnSpc>
              <a:spcBef>
                <a:spcPts val="600"/>
              </a:spcBef>
              <a:buFont typeface="Arial" pitchFamily="34" charset="0"/>
              <a:buChar char="•"/>
            </a:pPr>
            <a:endParaRPr lang="en-US" sz="1800" b="1" dirty="0">
              <a:solidFill>
                <a:schemeClr val="bg2">
                  <a:lumMod val="10000"/>
                </a:schemeClr>
              </a:solidFill>
            </a:endParaRPr>
          </a:p>
        </p:txBody>
      </p:sp>
      <p:sp>
        <p:nvSpPr>
          <p:cNvPr id="8" name="Rectangle 7"/>
          <p:cNvSpPr/>
          <p:nvPr/>
        </p:nvSpPr>
        <p:spPr>
          <a:xfrm>
            <a:off x="228600" y="220376"/>
            <a:ext cx="7696200" cy="400110"/>
          </a:xfrm>
          <a:prstGeom prst="rect">
            <a:avLst/>
          </a:prstGeom>
        </p:spPr>
        <p:txBody>
          <a:bodyPr wrap="square">
            <a:spAutoFit/>
          </a:bodyPr>
          <a:lstStyle/>
          <a:p>
            <a:pPr>
              <a:spcBef>
                <a:spcPct val="50000"/>
              </a:spcBef>
            </a:pPr>
            <a:r>
              <a:rPr lang="en-US" sz="2000" b="1" dirty="0" err="1">
                <a:solidFill>
                  <a:srgbClr val="FF0000"/>
                </a:solidFill>
              </a:rPr>
              <a:t>Đặc</a:t>
            </a:r>
            <a:r>
              <a:rPr lang="en-US" sz="2000" b="1" dirty="0">
                <a:solidFill>
                  <a:srgbClr val="FF0000"/>
                </a:solidFill>
              </a:rPr>
              <a:t> </a:t>
            </a:r>
            <a:r>
              <a:rPr lang="en-US" sz="2000" b="1" dirty="0" err="1">
                <a:solidFill>
                  <a:srgbClr val="FF0000"/>
                </a:solidFill>
              </a:rPr>
              <a:t>trưng</a:t>
            </a:r>
            <a:r>
              <a:rPr lang="en-US" sz="2000" b="1" dirty="0">
                <a:solidFill>
                  <a:srgbClr val="FF0000"/>
                </a:solidFill>
              </a:rPr>
              <a:t> </a:t>
            </a:r>
            <a:r>
              <a:rPr lang="en-US" sz="2000" b="1" dirty="0" err="1">
                <a:solidFill>
                  <a:srgbClr val="FF0000"/>
                </a:solidFill>
              </a:rPr>
              <a:t>khai</a:t>
            </a:r>
            <a:r>
              <a:rPr lang="en-US" sz="2000" b="1" dirty="0">
                <a:solidFill>
                  <a:srgbClr val="FF0000"/>
                </a:solidFill>
              </a:rPr>
              <a:t> </a:t>
            </a:r>
            <a:r>
              <a:rPr lang="en-US" sz="2000" b="1" dirty="0" err="1">
                <a:solidFill>
                  <a:srgbClr val="FF0000"/>
                </a:solidFill>
              </a:rPr>
              <a:t>thác</a:t>
            </a:r>
            <a:r>
              <a:rPr lang="en-US" sz="2000" b="1" dirty="0">
                <a:solidFill>
                  <a:srgbClr val="FF0000"/>
                </a:solidFill>
              </a:rPr>
              <a:t> </a:t>
            </a:r>
            <a:r>
              <a:rPr lang="en-US" sz="2000" b="1" dirty="0" err="1">
                <a:solidFill>
                  <a:srgbClr val="FF0000"/>
                </a:solidFill>
              </a:rPr>
              <a:t>mặt</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 </a:t>
            </a:r>
            <a:r>
              <a:rPr lang="en-US" sz="2000" b="1" dirty="0" err="1">
                <a:solidFill>
                  <a:srgbClr val="FF0000"/>
                </a:solidFill>
              </a:rPr>
              <a:t>các</a:t>
            </a:r>
            <a:r>
              <a:rPr lang="en-US" sz="2000" b="1" dirty="0">
                <a:solidFill>
                  <a:srgbClr val="FF0000"/>
                </a:solidFill>
              </a:rPr>
              <a:t> </a:t>
            </a:r>
            <a:r>
              <a:rPr lang="en-US" sz="2000" b="1" dirty="0" err="1">
                <a:solidFill>
                  <a:srgbClr val="FF0000"/>
                </a:solidFill>
              </a:rPr>
              <a:t>chỉ</a:t>
            </a:r>
            <a:r>
              <a:rPr lang="en-US" sz="2000" b="1" dirty="0">
                <a:solidFill>
                  <a:srgbClr val="FF0000"/>
                </a:solidFill>
              </a:rPr>
              <a:t> </a:t>
            </a:r>
            <a:r>
              <a:rPr lang="en-US" sz="2000" b="1" dirty="0" err="1">
                <a:solidFill>
                  <a:srgbClr val="FF0000"/>
                </a:solidFill>
              </a:rPr>
              <a:t>tiêu</a:t>
            </a:r>
            <a:r>
              <a:rPr lang="en-US" sz="2000" b="1" dirty="0">
                <a:solidFill>
                  <a:srgbClr val="FF0000"/>
                </a:solidFill>
              </a:rPr>
              <a:t> </a:t>
            </a:r>
            <a:r>
              <a:rPr lang="en-US" sz="2000" b="1" dirty="0" err="1">
                <a:solidFill>
                  <a:srgbClr val="FF0000"/>
                </a:solidFill>
              </a:rPr>
              <a:t>tổng</a:t>
            </a:r>
            <a:r>
              <a:rPr lang="en-US" sz="2000" b="1" dirty="0">
                <a:solidFill>
                  <a:srgbClr val="FF0000"/>
                </a:solidFill>
              </a:rPr>
              <a:t> </a:t>
            </a:r>
            <a:r>
              <a:rPr lang="en-US" sz="2000" b="1" dirty="0" err="1">
                <a:solidFill>
                  <a:srgbClr val="FF0000"/>
                </a:solidFill>
              </a:rPr>
              <a:t>hợp</a:t>
            </a:r>
            <a:endParaRPr lang="en-US" sz="2000" b="1" dirty="0">
              <a:solidFill>
                <a:srgbClr val="FF0000"/>
              </a:solidFill>
            </a:endParaRPr>
          </a:p>
        </p:txBody>
      </p:sp>
      <p:sp>
        <p:nvSpPr>
          <p:cNvPr id="10" name="Rectangle 9"/>
          <p:cNvSpPr/>
          <p:nvPr/>
        </p:nvSpPr>
        <p:spPr>
          <a:xfrm>
            <a:off x="187523" y="1635704"/>
            <a:ext cx="5546711" cy="338554"/>
          </a:xfrm>
          <a:prstGeom prst="rect">
            <a:avLst/>
          </a:prstGeom>
        </p:spPr>
        <p:txBody>
          <a:bodyPr wrap="none">
            <a:spAutoFit/>
          </a:bodyPr>
          <a:lstStyle/>
          <a:p>
            <a:r>
              <a:rPr lang="en-US" sz="1600" b="1" i="1" dirty="0" err="1">
                <a:solidFill>
                  <a:schemeClr val="bg2">
                    <a:lumMod val="10000"/>
                  </a:schemeClr>
                </a:solidFill>
                <a:cs typeface="Arial" pitchFamily="34" charset="0"/>
              </a:rPr>
              <a:t>Khảo</a:t>
            </a:r>
            <a:r>
              <a:rPr lang="en-US" sz="1600" b="1" i="1" dirty="0">
                <a:solidFill>
                  <a:schemeClr val="bg2">
                    <a:lumMod val="10000"/>
                  </a:schemeClr>
                </a:solidFill>
                <a:cs typeface="Arial" pitchFamily="34" charset="0"/>
              </a:rPr>
              <a:t> </a:t>
            </a:r>
            <a:r>
              <a:rPr lang="en-US" sz="1600" b="1" i="1" dirty="0" err="1">
                <a:solidFill>
                  <a:schemeClr val="bg2">
                    <a:lumMod val="10000"/>
                  </a:schemeClr>
                </a:solidFill>
                <a:cs typeface="Arial" pitchFamily="34" charset="0"/>
              </a:rPr>
              <a:t>sát</a:t>
            </a:r>
            <a:r>
              <a:rPr lang="en-US" sz="1600" b="1" i="1" dirty="0">
                <a:solidFill>
                  <a:schemeClr val="bg2">
                    <a:lumMod val="10000"/>
                  </a:schemeClr>
                </a:solidFill>
                <a:cs typeface="Arial" pitchFamily="34" charset="0"/>
              </a:rPr>
              <a:t> </a:t>
            </a:r>
            <a:r>
              <a:rPr lang="en-US" sz="1600" b="1" i="1" dirty="0" err="1">
                <a:solidFill>
                  <a:schemeClr val="bg2">
                    <a:lumMod val="10000"/>
                  </a:schemeClr>
                </a:solidFill>
                <a:cs typeface="Arial" pitchFamily="34" charset="0"/>
              </a:rPr>
              <a:t>tình</a:t>
            </a:r>
            <a:r>
              <a:rPr lang="en-US" sz="1600" b="1" i="1" dirty="0">
                <a:solidFill>
                  <a:schemeClr val="bg2">
                    <a:lumMod val="10000"/>
                  </a:schemeClr>
                </a:solidFill>
                <a:cs typeface="Arial" pitchFamily="34" charset="0"/>
              </a:rPr>
              <a:t> </a:t>
            </a:r>
            <a:r>
              <a:rPr lang="en-US" sz="1600" b="1" i="1" dirty="0" err="1">
                <a:solidFill>
                  <a:schemeClr val="bg2">
                    <a:lumMod val="10000"/>
                  </a:schemeClr>
                </a:solidFill>
                <a:cs typeface="Arial" pitchFamily="34" charset="0"/>
              </a:rPr>
              <a:t>trạng</a:t>
            </a:r>
            <a:r>
              <a:rPr lang="en-US" sz="1600" b="1" i="1" dirty="0">
                <a:solidFill>
                  <a:schemeClr val="bg2">
                    <a:lumMod val="10000"/>
                  </a:schemeClr>
                </a:solidFill>
                <a:cs typeface="Arial" pitchFamily="34" charset="0"/>
              </a:rPr>
              <a:t> </a:t>
            </a:r>
            <a:r>
              <a:rPr lang="en-US" sz="1600" b="1" i="1" dirty="0" err="1">
                <a:solidFill>
                  <a:schemeClr val="bg2">
                    <a:lumMod val="10000"/>
                  </a:schemeClr>
                </a:solidFill>
                <a:cs typeface="Arial" pitchFamily="34" charset="0"/>
              </a:rPr>
              <a:t>mặt</a:t>
            </a:r>
            <a:r>
              <a:rPr lang="en-US" sz="1600" b="1" i="1" dirty="0">
                <a:solidFill>
                  <a:schemeClr val="bg2">
                    <a:lumMod val="10000"/>
                  </a:schemeClr>
                </a:solidFill>
                <a:cs typeface="Arial" pitchFamily="34" charset="0"/>
              </a:rPr>
              <a:t> </a:t>
            </a:r>
            <a:r>
              <a:rPr lang="en-US" sz="1600" b="1" i="1" dirty="0" err="1">
                <a:solidFill>
                  <a:schemeClr val="bg2">
                    <a:lumMod val="10000"/>
                  </a:schemeClr>
                </a:solidFill>
                <a:cs typeface="Arial" pitchFamily="34" charset="0"/>
              </a:rPr>
              <a:t>đường</a:t>
            </a:r>
            <a:r>
              <a:rPr lang="en-US" sz="1600" b="1" i="1" dirty="0">
                <a:solidFill>
                  <a:schemeClr val="bg2">
                    <a:lumMod val="10000"/>
                  </a:schemeClr>
                </a:solidFill>
                <a:cs typeface="Arial" pitchFamily="34" charset="0"/>
              </a:rPr>
              <a:t>, </a:t>
            </a:r>
            <a:r>
              <a:rPr lang="en-US" sz="1600" b="1" i="1" dirty="0" err="1">
                <a:solidFill>
                  <a:schemeClr val="bg2">
                    <a:lumMod val="10000"/>
                  </a:schemeClr>
                </a:solidFill>
                <a:cs typeface="Arial" pitchFamily="34" charset="0"/>
              </a:rPr>
              <a:t>xác</a:t>
            </a:r>
            <a:r>
              <a:rPr lang="en-US" sz="1600" b="1" i="1" dirty="0">
                <a:solidFill>
                  <a:schemeClr val="bg2">
                    <a:lumMod val="10000"/>
                  </a:schemeClr>
                </a:solidFill>
                <a:cs typeface="Arial" pitchFamily="34" charset="0"/>
              </a:rPr>
              <a:t> </a:t>
            </a:r>
            <a:r>
              <a:rPr lang="en-US" sz="1600" b="1" i="1" dirty="0" err="1">
                <a:solidFill>
                  <a:schemeClr val="bg2">
                    <a:lumMod val="10000"/>
                  </a:schemeClr>
                </a:solidFill>
                <a:cs typeface="Arial" pitchFamily="34" charset="0"/>
              </a:rPr>
              <a:t>định</a:t>
            </a:r>
            <a:r>
              <a:rPr lang="en-US" sz="1600" b="1" i="1" dirty="0">
                <a:solidFill>
                  <a:schemeClr val="bg2">
                    <a:lumMod val="10000"/>
                  </a:schemeClr>
                </a:solidFill>
                <a:cs typeface="Arial" pitchFamily="34" charset="0"/>
              </a:rPr>
              <a:t> </a:t>
            </a:r>
            <a:r>
              <a:rPr lang="en-US" sz="1600" b="1" i="1" dirty="0" err="1">
                <a:solidFill>
                  <a:schemeClr val="bg2">
                    <a:lumMod val="10000"/>
                  </a:schemeClr>
                </a:solidFill>
                <a:cs typeface="Arial" pitchFamily="34" charset="0"/>
              </a:rPr>
              <a:t>điểm</a:t>
            </a:r>
            <a:r>
              <a:rPr lang="en-US" sz="1600" b="1" i="1" dirty="0">
                <a:solidFill>
                  <a:schemeClr val="bg2">
                    <a:lumMod val="10000"/>
                  </a:schemeClr>
                </a:solidFill>
                <a:cs typeface="Arial" pitchFamily="34" charset="0"/>
              </a:rPr>
              <a:t> </a:t>
            </a:r>
            <a:r>
              <a:rPr lang="en-US" sz="1600" b="1" i="1" dirty="0" err="1">
                <a:solidFill>
                  <a:schemeClr val="bg2">
                    <a:lumMod val="10000"/>
                  </a:schemeClr>
                </a:solidFill>
                <a:cs typeface="Arial" pitchFamily="34" charset="0"/>
              </a:rPr>
              <a:t>khấu</a:t>
            </a:r>
            <a:r>
              <a:rPr lang="en-US" sz="1600" b="1" i="1" dirty="0">
                <a:solidFill>
                  <a:schemeClr val="bg2">
                    <a:lumMod val="10000"/>
                  </a:schemeClr>
                </a:solidFill>
                <a:cs typeface="Arial" pitchFamily="34" charset="0"/>
              </a:rPr>
              <a:t> </a:t>
            </a:r>
            <a:r>
              <a:rPr lang="en-US" sz="1600" b="1" i="1" dirty="0" err="1">
                <a:solidFill>
                  <a:schemeClr val="bg2">
                    <a:lumMod val="10000"/>
                  </a:schemeClr>
                </a:solidFill>
                <a:cs typeface="Arial" pitchFamily="34" charset="0"/>
              </a:rPr>
              <a:t>trừ</a:t>
            </a:r>
            <a:endParaRPr lang="en-US" sz="1600" b="1" i="1" dirty="0"/>
          </a:p>
        </p:txBody>
      </p:sp>
    </p:spTree>
    <p:extLst>
      <p:ext uri="{BB962C8B-B14F-4D97-AF65-F5344CB8AC3E}">
        <p14:creationId xmlns:p14="http://schemas.microsoft.com/office/powerpoint/2010/main" val="31694066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7200" y="1367580"/>
            <a:ext cx="4191000" cy="4863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224822" y="1631264"/>
            <a:ext cx="3068469" cy="369332"/>
          </a:xfrm>
          <a:prstGeom prst="rect">
            <a:avLst/>
          </a:prstGeom>
        </p:spPr>
        <p:txBody>
          <a:bodyPr wrap="none">
            <a:spAutoFit/>
          </a:bodyPr>
          <a:lstStyle/>
          <a:p>
            <a:r>
              <a:rPr lang="en-US" b="1" i="1" dirty="0" err="1">
                <a:solidFill>
                  <a:schemeClr val="bg2">
                    <a:lumMod val="10000"/>
                  </a:schemeClr>
                </a:solidFill>
                <a:cs typeface="Arial" pitchFamily="34" charset="0"/>
              </a:rPr>
              <a:t>Giá</a:t>
            </a:r>
            <a:r>
              <a:rPr lang="en-US" b="1" i="1" dirty="0">
                <a:solidFill>
                  <a:schemeClr val="bg2">
                    <a:lumMod val="10000"/>
                  </a:schemeClr>
                </a:solidFill>
                <a:cs typeface="Arial" pitchFamily="34" charset="0"/>
              </a:rPr>
              <a:t> </a:t>
            </a:r>
            <a:r>
              <a:rPr lang="en-US" b="1" i="1" dirty="0" err="1">
                <a:solidFill>
                  <a:schemeClr val="bg2">
                    <a:lumMod val="10000"/>
                  </a:schemeClr>
                </a:solidFill>
                <a:cs typeface="Arial" pitchFamily="34" charset="0"/>
              </a:rPr>
              <a:t>trị</a:t>
            </a:r>
            <a:r>
              <a:rPr lang="en-US" b="1" i="1" dirty="0">
                <a:solidFill>
                  <a:schemeClr val="bg2">
                    <a:lumMod val="10000"/>
                  </a:schemeClr>
                </a:solidFill>
                <a:cs typeface="Arial" pitchFamily="34" charset="0"/>
              </a:rPr>
              <a:t> </a:t>
            </a:r>
            <a:r>
              <a:rPr lang="en-US" b="1" i="1" dirty="0" err="1">
                <a:solidFill>
                  <a:schemeClr val="bg2">
                    <a:lumMod val="10000"/>
                  </a:schemeClr>
                </a:solidFill>
                <a:cs typeface="Arial" pitchFamily="34" charset="0"/>
              </a:rPr>
              <a:t>khấu</a:t>
            </a:r>
            <a:r>
              <a:rPr lang="en-US" b="1" i="1" dirty="0">
                <a:solidFill>
                  <a:schemeClr val="bg2">
                    <a:lumMod val="10000"/>
                  </a:schemeClr>
                </a:solidFill>
                <a:cs typeface="Arial" pitchFamily="34" charset="0"/>
              </a:rPr>
              <a:t> </a:t>
            </a:r>
            <a:r>
              <a:rPr lang="en-US" b="1" i="1" dirty="0" err="1">
                <a:solidFill>
                  <a:schemeClr val="bg2">
                    <a:lumMod val="10000"/>
                  </a:schemeClr>
                </a:solidFill>
                <a:cs typeface="Arial" pitchFamily="34" charset="0"/>
              </a:rPr>
              <a:t>trừ</a:t>
            </a:r>
            <a:r>
              <a:rPr lang="en-US" b="1" i="1" dirty="0">
                <a:solidFill>
                  <a:schemeClr val="bg2">
                    <a:lumMod val="10000"/>
                  </a:schemeClr>
                </a:solidFill>
                <a:cs typeface="Arial" pitchFamily="34" charset="0"/>
              </a:rPr>
              <a:t> </a:t>
            </a:r>
            <a:r>
              <a:rPr lang="en-US" b="1" i="1" dirty="0" err="1">
                <a:solidFill>
                  <a:schemeClr val="bg2">
                    <a:lumMod val="10000"/>
                  </a:schemeClr>
                </a:solidFill>
                <a:cs typeface="Arial" pitchFamily="34" charset="0"/>
              </a:rPr>
              <a:t>hiệu</a:t>
            </a:r>
            <a:r>
              <a:rPr lang="en-US" b="1" i="1" dirty="0">
                <a:solidFill>
                  <a:schemeClr val="bg2">
                    <a:lumMod val="10000"/>
                  </a:schemeClr>
                </a:solidFill>
                <a:cs typeface="Arial" pitchFamily="34" charset="0"/>
              </a:rPr>
              <a:t> </a:t>
            </a:r>
            <a:r>
              <a:rPr lang="en-US" b="1" i="1" dirty="0" err="1">
                <a:solidFill>
                  <a:schemeClr val="bg2">
                    <a:lumMod val="10000"/>
                  </a:schemeClr>
                </a:solidFill>
                <a:cs typeface="Arial" pitchFamily="34" charset="0"/>
              </a:rPr>
              <a:t>chỉnh</a:t>
            </a:r>
            <a:endParaRPr lang="en-US" dirty="0"/>
          </a:p>
        </p:txBody>
      </p:sp>
      <p:sp>
        <p:nvSpPr>
          <p:cNvPr id="6" name="Rectangle 2"/>
          <p:cNvSpPr txBox="1">
            <a:spLocks noChangeArrowheads="1"/>
          </p:cNvSpPr>
          <p:nvPr/>
        </p:nvSpPr>
        <p:spPr>
          <a:xfrm>
            <a:off x="248192" y="1214008"/>
            <a:ext cx="3851077" cy="457200"/>
          </a:xfrm>
          <a:prstGeom prst="rect">
            <a:avLst/>
          </a:prstGeom>
          <a:noFill/>
        </p:spPr>
        <p:txBody>
          <a:bodyPr vert="horz" lIns="91440" tIns="45720" rIns="91440" bIns="45720" rtlCol="0">
            <a:noAutofit/>
          </a:bodyPr>
          <a:lstStyle>
            <a:lvl1pPr marL="0" indent="0" algn="r" defTabSz="914400" rtl="0" eaLnBrk="1" latinLnBrk="0" hangingPunct="1">
              <a:spcBef>
                <a:spcPct val="20000"/>
              </a:spcBef>
              <a:buFont typeface="Arial" pitchFamily="34" charset="0"/>
              <a:buNone/>
              <a:defRPr sz="2400" kern="1200">
                <a:solidFill>
                  <a:schemeClr val="tx2">
                    <a:lumMod val="60000"/>
                    <a:lumOff val="40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Calibri"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5pPr>
            <a:lvl6pPr marL="2286000" indent="0" algn="ctr" defTabSz="914400" rtl="0" eaLnBrk="1" latinLnBrk="0" hangingPunct="1">
              <a:spcBef>
                <a:spcPct val="20000"/>
              </a:spcBef>
              <a:buClr>
                <a:schemeClr val="tx1"/>
              </a:buClr>
              <a:buFont typeface="Calibri" pitchFamily="34" charset="0"/>
              <a:buNone/>
              <a:defRPr sz="18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Calibri" pitchFamily="34" charset="0"/>
              <a:buNone/>
              <a:defRPr sz="1800" kern="1200">
                <a:solidFill>
                  <a:schemeClr val="tx1">
                    <a:tint val="75000"/>
                  </a:schemeClr>
                </a:solidFill>
                <a:latin typeface="+mn-lt"/>
                <a:ea typeface="+mn-ea"/>
                <a:cs typeface="+mn-cs"/>
              </a:defRPr>
            </a:lvl7pPr>
            <a:lvl8pPr marL="3200400" indent="0" algn="ctr" defTabSz="914400" rtl="0" eaLnBrk="1" latinLnBrk="0" hangingPunct="1">
              <a:spcBef>
                <a:spcPct val="20000"/>
              </a:spcBef>
              <a:buClr>
                <a:schemeClr val="tx1"/>
              </a:buClr>
              <a:buFont typeface="Calibri" pitchFamily="34" charset="0"/>
              <a:buNone/>
              <a:defRPr sz="1800" kern="1200">
                <a:solidFill>
                  <a:schemeClr val="tx1">
                    <a:tint val="75000"/>
                  </a:schemeClr>
                </a:solidFill>
                <a:latin typeface="+mn-lt"/>
                <a:ea typeface="+mn-ea"/>
                <a:cs typeface="+mn-cs"/>
              </a:defRPr>
            </a:lvl8pPr>
            <a:lvl9pPr marL="3657600" indent="0" algn="ctr" defTabSz="914400" rtl="0" eaLnBrk="1" latinLnBrk="0" hangingPunct="1">
              <a:spcBef>
                <a:spcPct val="20000"/>
              </a:spcBef>
              <a:buClr>
                <a:schemeClr val="tx1"/>
              </a:buClr>
              <a:buFont typeface="Calibri" pitchFamily="34" charset="0"/>
              <a:buNone/>
              <a:defRPr sz="1800" kern="1200">
                <a:solidFill>
                  <a:schemeClr val="tx1">
                    <a:tint val="75000"/>
                  </a:schemeClr>
                </a:solidFill>
                <a:latin typeface="+mn-lt"/>
                <a:ea typeface="+mn-ea"/>
                <a:cs typeface="+mn-cs"/>
              </a:defRPr>
            </a:lvl9pPr>
          </a:lstStyle>
          <a:p>
            <a:pPr algn="l">
              <a:lnSpc>
                <a:spcPct val="120000"/>
              </a:lnSpc>
              <a:spcBef>
                <a:spcPts val="600"/>
              </a:spcBef>
            </a:pPr>
            <a:r>
              <a:rPr lang="en-US" sz="1800" b="1" dirty="0">
                <a:solidFill>
                  <a:srgbClr val="0070C0"/>
                </a:solidFill>
              </a:rPr>
              <a:t>PCI – ASTM D 6433 - 2007</a:t>
            </a:r>
          </a:p>
          <a:p>
            <a:pPr marL="285750" indent="-285750" algn="l">
              <a:lnSpc>
                <a:spcPct val="120000"/>
              </a:lnSpc>
              <a:spcBef>
                <a:spcPts val="600"/>
              </a:spcBef>
              <a:buFont typeface="Arial" pitchFamily="34" charset="0"/>
              <a:buChar char="•"/>
            </a:pPr>
            <a:endParaRPr lang="en-US" sz="1800" b="1" dirty="0">
              <a:solidFill>
                <a:schemeClr val="bg2">
                  <a:lumMod val="10000"/>
                </a:schemeClr>
              </a:solidFill>
            </a:endParaRPr>
          </a:p>
        </p:txBody>
      </p:sp>
      <p:sp>
        <p:nvSpPr>
          <p:cNvPr id="7" name="Rectangle 6"/>
          <p:cNvSpPr/>
          <p:nvPr/>
        </p:nvSpPr>
        <p:spPr>
          <a:xfrm>
            <a:off x="228600" y="220376"/>
            <a:ext cx="7696200" cy="400110"/>
          </a:xfrm>
          <a:prstGeom prst="rect">
            <a:avLst/>
          </a:prstGeom>
        </p:spPr>
        <p:txBody>
          <a:bodyPr wrap="square">
            <a:spAutoFit/>
          </a:bodyPr>
          <a:lstStyle/>
          <a:p>
            <a:pPr>
              <a:spcBef>
                <a:spcPct val="50000"/>
              </a:spcBef>
            </a:pPr>
            <a:r>
              <a:rPr lang="en-US" sz="2000" b="1" dirty="0" err="1">
                <a:solidFill>
                  <a:srgbClr val="FF0000"/>
                </a:solidFill>
              </a:rPr>
              <a:t>Đặc</a:t>
            </a:r>
            <a:r>
              <a:rPr lang="en-US" sz="2000" b="1" dirty="0">
                <a:solidFill>
                  <a:srgbClr val="FF0000"/>
                </a:solidFill>
              </a:rPr>
              <a:t> </a:t>
            </a:r>
            <a:r>
              <a:rPr lang="en-US" sz="2000" b="1" dirty="0" err="1">
                <a:solidFill>
                  <a:srgbClr val="FF0000"/>
                </a:solidFill>
              </a:rPr>
              <a:t>trưng</a:t>
            </a:r>
            <a:r>
              <a:rPr lang="en-US" sz="2000" b="1" dirty="0">
                <a:solidFill>
                  <a:srgbClr val="FF0000"/>
                </a:solidFill>
              </a:rPr>
              <a:t> </a:t>
            </a:r>
            <a:r>
              <a:rPr lang="en-US" sz="2000" b="1" dirty="0" err="1">
                <a:solidFill>
                  <a:srgbClr val="FF0000"/>
                </a:solidFill>
              </a:rPr>
              <a:t>khai</a:t>
            </a:r>
            <a:r>
              <a:rPr lang="en-US" sz="2000" b="1" dirty="0">
                <a:solidFill>
                  <a:srgbClr val="FF0000"/>
                </a:solidFill>
              </a:rPr>
              <a:t> </a:t>
            </a:r>
            <a:r>
              <a:rPr lang="en-US" sz="2000" b="1" dirty="0" err="1">
                <a:solidFill>
                  <a:srgbClr val="FF0000"/>
                </a:solidFill>
              </a:rPr>
              <a:t>thác</a:t>
            </a:r>
            <a:r>
              <a:rPr lang="en-US" sz="2000" b="1" dirty="0">
                <a:solidFill>
                  <a:srgbClr val="FF0000"/>
                </a:solidFill>
              </a:rPr>
              <a:t> </a:t>
            </a:r>
            <a:r>
              <a:rPr lang="en-US" sz="2000" b="1" dirty="0" err="1">
                <a:solidFill>
                  <a:srgbClr val="FF0000"/>
                </a:solidFill>
              </a:rPr>
              <a:t>mặt</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 </a:t>
            </a:r>
            <a:r>
              <a:rPr lang="en-US" sz="2000" b="1" dirty="0" err="1">
                <a:solidFill>
                  <a:srgbClr val="FF0000"/>
                </a:solidFill>
              </a:rPr>
              <a:t>các</a:t>
            </a:r>
            <a:r>
              <a:rPr lang="en-US" sz="2000" b="1" dirty="0">
                <a:solidFill>
                  <a:srgbClr val="FF0000"/>
                </a:solidFill>
              </a:rPr>
              <a:t> </a:t>
            </a:r>
            <a:r>
              <a:rPr lang="en-US" sz="2000" b="1" dirty="0" err="1">
                <a:solidFill>
                  <a:srgbClr val="FF0000"/>
                </a:solidFill>
              </a:rPr>
              <a:t>chỉ</a:t>
            </a:r>
            <a:r>
              <a:rPr lang="en-US" sz="2000" b="1" dirty="0">
                <a:solidFill>
                  <a:srgbClr val="FF0000"/>
                </a:solidFill>
              </a:rPr>
              <a:t> </a:t>
            </a:r>
            <a:r>
              <a:rPr lang="en-US" sz="2000" b="1" dirty="0" err="1">
                <a:solidFill>
                  <a:srgbClr val="FF0000"/>
                </a:solidFill>
              </a:rPr>
              <a:t>tiêu</a:t>
            </a:r>
            <a:r>
              <a:rPr lang="en-US" sz="2000" b="1" dirty="0">
                <a:solidFill>
                  <a:srgbClr val="FF0000"/>
                </a:solidFill>
              </a:rPr>
              <a:t> </a:t>
            </a:r>
            <a:r>
              <a:rPr lang="en-US" sz="2000" b="1" dirty="0" err="1">
                <a:solidFill>
                  <a:srgbClr val="FF0000"/>
                </a:solidFill>
              </a:rPr>
              <a:t>tổng</a:t>
            </a:r>
            <a:r>
              <a:rPr lang="en-US" sz="2000" b="1" dirty="0">
                <a:solidFill>
                  <a:srgbClr val="FF0000"/>
                </a:solidFill>
              </a:rPr>
              <a:t> </a:t>
            </a:r>
            <a:r>
              <a:rPr lang="en-US" sz="2000" b="1" dirty="0" err="1">
                <a:solidFill>
                  <a:srgbClr val="FF0000"/>
                </a:solidFill>
              </a:rPr>
              <a:t>hợp</a:t>
            </a:r>
            <a:endParaRPr lang="en-US" sz="2000" b="1" dirty="0">
              <a:solidFill>
                <a:srgbClr val="FF0000"/>
              </a:solidFill>
            </a:endParaRPr>
          </a:p>
        </p:txBody>
      </p:sp>
    </p:spTree>
    <p:extLst>
      <p:ext uri="{BB962C8B-B14F-4D97-AF65-F5344CB8AC3E}">
        <p14:creationId xmlns:p14="http://schemas.microsoft.com/office/powerpoint/2010/main" val="22327165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1981200"/>
            <a:ext cx="6705600" cy="4299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224822" y="1631264"/>
            <a:ext cx="3068469" cy="369332"/>
          </a:xfrm>
          <a:prstGeom prst="rect">
            <a:avLst/>
          </a:prstGeom>
        </p:spPr>
        <p:txBody>
          <a:bodyPr wrap="none">
            <a:spAutoFit/>
          </a:bodyPr>
          <a:lstStyle/>
          <a:p>
            <a:r>
              <a:rPr lang="en-US" b="1" i="1" dirty="0" err="1">
                <a:solidFill>
                  <a:schemeClr val="bg2">
                    <a:lumMod val="10000"/>
                  </a:schemeClr>
                </a:solidFill>
                <a:cs typeface="Arial" pitchFamily="34" charset="0"/>
              </a:rPr>
              <a:t>Giá</a:t>
            </a:r>
            <a:r>
              <a:rPr lang="en-US" b="1" i="1" dirty="0">
                <a:solidFill>
                  <a:schemeClr val="bg2">
                    <a:lumMod val="10000"/>
                  </a:schemeClr>
                </a:solidFill>
                <a:cs typeface="Arial" pitchFamily="34" charset="0"/>
              </a:rPr>
              <a:t> </a:t>
            </a:r>
            <a:r>
              <a:rPr lang="en-US" b="1" i="1" dirty="0" err="1">
                <a:solidFill>
                  <a:schemeClr val="bg2">
                    <a:lumMod val="10000"/>
                  </a:schemeClr>
                </a:solidFill>
                <a:cs typeface="Arial" pitchFamily="34" charset="0"/>
              </a:rPr>
              <a:t>trị</a:t>
            </a:r>
            <a:r>
              <a:rPr lang="en-US" b="1" i="1" dirty="0">
                <a:solidFill>
                  <a:schemeClr val="bg2">
                    <a:lumMod val="10000"/>
                  </a:schemeClr>
                </a:solidFill>
                <a:cs typeface="Arial" pitchFamily="34" charset="0"/>
              </a:rPr>
              <a:t> </a:t>
            </a:r>
            <a:r>
              <a:rPr lang="en-US" b="1" i="1" dirty="0" err="1">
                <a:solidFill>
                  <a:schemeClr val="bg2">
                    <a:lumMod val="10000"/>
                  </a:schemeClr>
                </a:solidFill>
                <a:cs typeface="Arial" pitchFamily="34" charset="0"/>
              </a:rPr>
              <a:t>khấu</a:t>
            </a:r>
            <a:r>
              <a:rPr lang="en-US" b="1" i="1" dirty="0">
                <a:solidFill>
                  <a:schemeClr val="bg2">
                    <a:lumMod val="10000"/>
                  </a:schemeClr>
                </a:solidFill>
                <a:cs typeface="Arial" pitchFamily="34" charset="0"/>
              </a:rPr>
              <a:t> </a:t>
            </a:r>
            <a:r>
              <a:rPr lang="en-US" b="1" i="1" dirty="0" err="1">
                <a:solidFill>
                  <a:schemeClr val="bg2">
                    <a:lumMod val="10000"/>
                  </a:schemeClr>
                </a:solidFill>
                <a:cs typeface="Arial" pitchFamily="34" charset="0"/>
              </a:rPr>
              <a:t>trừ</a:t>
            </a:r>
            <a:r>
              <a:rPr lang="en-US" b="1" i="1" dirty="0">
                <a:solidFill>
                  <a:schemeClr val="bg2">
                    <a:lumMod val="10000"/>
                  </a:schemeClr>
                </a:solidFill>
                <a:cs typeface="Arial" pitchFamily="34" charset="0"/>
              </a:rPr>
              <a:t> </a:t>
            </a:r>
            <a:r>
              <a:rPr lang="en-US" b="1" i="1" dirty="0" err="1">
                <a:solidFill>
                  <a:schemeClr val="bg2">
                    <a:lumMod val="10000"/>
                  </a:schemeClr>
                </a:solidFill>
                <a:cs typeface="Arial" pitchFamily="34" charset="0"/>
              </a:rPr>
              <a:t>hiệu</a:t>
            </a:r>
            <a:r>
              <a:rPr lang="en-US" b="1" i="1" dirty="0">
                <a:solidFill>
                  <a:schemeClr val="bg2">
                    <a:lumMod val="10000"/>
                  </a:schemeClr>
                </a:solidFill>
                <a:cs typeface="Arial" pitchFamily="34" charset="0"/>
              </a:rPr>
              <a:t> </a:t>
            </a:r>
            <a:r>
              <a:rPr lang="en-US" b="1" i="1" dirty="0" err="1">
                <a:solidFill>
                  <a:schemeClr val="bg2">
                    <a:lumMod val="10000"/>
                  </a:schemeClr>
                </a:solidFill>
                <a:cs typeface="Arial" pitchFamily="34" charset="0"/>
              </a:rPr>
              <a:t>chỉnh</a:t>
            </a:r>
            <a:endParaRPr lang="en-US" dirty="0"/>
          </a:p>
        </p:txBody>
      </p:sp>
      <p:sp>
        <p:nvSpPr>
          <p:cNvPr id="8" name="Rectangle 2"/>
          <p:cNvSpPr txBox="1">
            <a:spLocks noChangeArrowheads="1"/>
          </p:cNvSpPr>
          <p:nvPr/>
        </p:nvSpPr>
        <p:spPr>
          <a:xfrm>
            <a:off x="248192" y="1214008"/>
            <a:ext cx="3851077" cy="457200"/>
          </a:xfrm>
          <a:prstGeom prst="rect">
            <a:avLst/>
          </a:prstGeom>
          <a:noFill/>
        </p:spPr>
        <p:txBody>
          <a:bodyPr vert="horz" lIns="91440" tIns="45720" rIns="91440" bIns="45720" rtlCol="0">
            <a:noAutofit/>
          </a:bodyPr>
          <a:lstStyle>
            <a:lvl1pPr marL="0" indent="0" algn="r" defTabSz="914400" rtl="0" eaLnBrk="1" latinLnBrk="0" hangingPunct="1">
              <a:spcBef>
                <a:spcPct val="20000"/>
              </a:spcBef>
              <a:buFont typeface="Arial" pitchFamily="34" charset="0"/>
              <a:buNone/>
              <a:defRPr sz="2400" kern="1200">
                <a:solidFill>
                  <a:schemeClr val="tx2">
                    <a:lumMod val="60000"/>
                    <a:lumOff val="40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Calibri"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5pPr>
            <a:lvl6pPr marL="2286000" indent="0" algn="ctr" defTabSz="914400" rtl="0" eaLnBrk="1" latinLnBrk="0" hangingPunct="1">
              <a:spcBef>
                <a:spcPct val="20000"/>
              </a:spcBef>
              <a:buClr>
                <a:schemeClr val="tx1"/>
              </a:buClr>
              <a:buFont typeface="Calibri" pitchFamily="34" charset="0"/>
              <a:buNone/>
              <a:defRPr sz="18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Calibri" pitchFamily="34" charset="0"/>
              <a:buNone/>
              <a:defRPr sz="1800" kern="1200">
                <a:solidFill>
                  <a:schemeClr val="tx1">
                    <a:tint val="75000"/>
                  </a:schemeClr>
                </a:solidFill>
                <a:latin typeface="+mn-lt"/>
                <a:ea typeface="+mn-ea"/>
                <a:cs typeface="+mn-cs"/>
              </a:defRPr>
            </a:lvl7pPr>
            <a:lvl8pPr marL="3200400" indent="0" algn="ctr" defTabSz="914400" rtl="0" eaLnBrk="1" latinLnBrk="0" hangingPunct="1">
              <a:spcBef>
                <a:spcPct val="20000"/>
              </a:spcBef>
              <a:buClr>
                <a:schemeClr val="tx1"/>
              </a:buClr>
              <a:buFont typeface="Calibri" pitchFamily="34" charset="0"/>
              <a:buNone/>
              <a:defRPr sz="1800" kern="1200">
                <a:solidFill>
                  <a:schemeClr val="tx1">
                    <a:tint val="75000"/>
                  </a:schemeClr>
                </a:solidFill>
                <a:latin typeface="+mn-lt"/>
                <a:ea typeface="+mn-ea"/>
                <a:cs typeface="+mn-cs"/>
              </a:defRPr>
            </a:lvl8pPr>
            <a:lvl9pPr marL="3657600" indent="0" algn="ctr" defTabSz="914400" rtl="0" eaLnBrk="1" latinLnBrk="0" hangingPunct="1">
              <a:spcBef>
                <a:spcPct val="20000"/>
              </a:spcBef>
              <a:buClr>
                <a:schemeClr val="tx1"/>
              </a:buClr>
              <a:buFont typeface="Calibri" pitchFamily="34" charset="0"/>
              <a:buNone/>
              <a:defRPr sz="1800" kern="1200">
                <a:solidFill>
                  <a:schemeClr val="tx1">
                    <a:tint val="75000"/>
                  </a:schemeClr>
                </a:solidFill>
                <a:latin typeface="+mn-lt"/>
                <a:ea typeface="+mn-ea"/>
                <a:cs typeface="+mn-cs"/>
              </a:defRPr>
            </a:lvl9pPr>
          </a:lstStyle>
          <a:p>
            <a:pPr algn="l">
              <a:lnSpc>
                <a:spcPct val="120000"/>
              </a:lnSpc>
              <a:spcBef>
                <a:spcPts val="600"/>
              </a:spcBef>
            </a:pPr>
            <a:r>
              <a:rPr lang="en-US" sz="1800" b="1" dirty="0">
                <a:solidFill>
                  <a:srgbClr val="0070C0"/>
                </a:solidFill>
              </a:rPr>
              <a:t>PCI – ASTM D 6433 - 2007</a:t>
            </a:r>
          </a:p>
          <a:p>
            <a:pPr marL="285750" indent="-285750" algn="l">
              <a:lnSpc>
                <a:spcPct val="120000"/>
              </a:lnSpc>
              <a:spcBef>
                <a:spcPts val="600"/>
              </a:spcBef>
              <a:buFont typeface="Arial" pitchFamily="34" charset="0"/>
              <a:buChar char="•"/>
            </a:pPr>
            <a:endParaRPr lang="en-US" sz="1800" b="1" dirty="0">
              <a:solidFill>
                <a:schemeClr val="bg2">
                  <a:lumMod val="10000"/>
                </a:schemeClr>
              </a:solidFill>
            </a:endParaRPr>
          </a:p>
        </p:txBody>
      </p:sp>
      <p:sp>
        <p:nvSpPr>
          <p:cNvPr id="10" name="Rectangle 9"/>
          <p:cNvSpPr/>
          <p:nvPr/>
        </p:nvSpPr>
        <p:spPr>
          <a:xfrm>
            <a:off x="228600" y="220376"/>
            <a:ext cx="7696200" cy="400110"/>
          </a:xfrm>
          <a:prstGeom prst="rect">
            <a:avLst/>
          </a:prstGeom>
        </p:spPr>
        <p:txBody>
          <a:bodyPr wrap="square">
            <a:spAutoFit/>
          </a:bodyPr>
          <a:lstStyle/>
          <a:p>
            <a:pPr>
              <a:spcBef>
                <a:spcPct val="50000"/>
              </a:spcBef>
            </a:pPr>
            <a:r>
              <a:rPr lang="en-US" sz="2000" b="1" dirty="0" err="1">
                <a:solidFill>
                  <a:srgbClr val="FF0000"/>
                </a:solidFill>
              </a:rPr>
              <a:t>Đặc</a:t>
            </a:r>
            <a:r>
              <a:rPr lang="en-US" sz="2000" b="1" dirty="0">
                <a:solidFill>
                  <a:srgbClr val="FF0000"/>
                </a:solidFill>
              </a:rPr>
              <a:t> </a:t>
            </a:r>
            <a:r>
              <a:rPr lang="en-US" sz="2000" b="1" dirty="0" err="1">
                <a:solidFill>
                  <a:srgbClr val="FF0000"/>
                </a:solidFill>
              </a:rPr>
              <a:t>trưng</a:t>
            </a:r>
            <a:r>
              <a:rPr lang="en-US" sz="2000" b="1" dirty="0">
                <a:solidFill>
                  <a:srgbClr val="FF0000"/>
                </a:solidFill>
              </a:rPr>
              <a:t> </a:t>
            </a:r>
            <a:r>
              <a:rPr lang="en-US" sz="2000" b="1" dirty="0" err="1">
                <a:solidFill>
                  <a:srgbClr val="FF0000"/>
                </a:solidFill>
              </a:rPr>
              <a:t>khai</a:t>
            </a:r>
            <a:r>
              <a:rPr lang="en-US" sz="2000" b="1" dirty="0">
                <a:solidFill>
                  <a:srgbClr val="FF0000"/>
                </a:solidFill>
              </a:rPr>
              <a:t> </a:t>
            </a:r>
            <a:r>
              <a:rPr lang="en-US" sz="2000" b="1" dirty="0" err="1">
                <a:solidFill>
                  <a:srgbClr val="FF0000"/>
                </a:solidFill>
              </a:rPr>
              <a:t>thác</a:t>
            </a:r>
            <a:r>
              <a:rPr lang="en-US" sz="2000" b="1" dirty="0">
                <a:solidFill>
                  <a:srgbClr val="FF0000"/>
                </a:solidFill>
              </a:rPr>
              <a:t> </a:t>
            </a:r>
            <a:r>
              <a:rPr lang="en-US" sz="2000" b="1" dirty="0" err="1">
                <a:solidFill>
                  <a:srgbClr val="FF0000"/>
                </a:solidFill>
              </a:rPr>
              <a:t>mặt</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 </a:t>
            </a:r>
            <a:r>
              <a:rPr lang="en-US" sz="2000" b="1" dirty="0" err="1">
                <a:solidFill>
                  <a:srgbClr val="FF0000"/>
                </a:solidFill>
              </a:rPr>
              <a:t>các</a:t>
            </a:r>
            <a:r>
              <a:rPr lang="en-US" sz="2000" b="1" dirty="0">
                <a:solidFill>
                  <a:srgbClr val="FF0000"/>
                </a:solidFill>
              </a:rPr>
              <a:t> </a:t>
            </a:r>
            <a:r>
              <a:rPr lang="en-US" sz="2000" b="1" dirty="0" err="1">
                <a:solidFill>
                  <a:srgbClr val="FF0000"/>
                </a:solidFill>
              </a:rPr>
              <a:t>chỉ</a:t>
            </a:r>
            <a:r>
              <a:rPr lang="en-US" sz="2000" b="1" dirty="0">
                <a:solidFill>
                  <a:srgbClr val="FF0000"/>
                </a:solidFill>
              </a:rPr>
              <a:t> </a:t>
            </a:r>
            <a:r>
              <a:rPr lang="en-US" sz="2000" b="1" dirty="0" err="1">
                <a:solidFill>
                  <a:srgbClr val="FF0000"/>
                </a:solidFill>
              </a:rPr>
              <a:t>tiêu</a:t>
            </a:r>
            <a:r>
              <a:rPr lang="en-US" sz="2000" b="1" dirty="0">
                <a:solidFill>
                  <a:srgbClr val="FF0000"/>
                </a:solidFill>
              </a:rPr>
              <a:t> </a:t>
            </a:r>
            <a:r>
              <a:rPr lang="en-US" sz="2000" b="1" dirty="0" err="1">
                <a:solidFill>
                  <a:srgbClr val="FF0000"/>
                </a:solidFill>
              </a:rPr>
              <a:t>tổng</a:t>
            </a:r>
            <a:r>
              <a:rPr lang="en-US" sz="2000" b="1" dirty="0">
                <a:solidFill>
                  <a:srgbClr val="FF0000"/>
                </a:solidFill>
              </a:rPr>
              <a:t> </a:t>
            </a:r>
            <a:r>
              <a:rPr lang="en-US" sz="2000" b="1" dirty="0" err="1">
                <a:solidFill>
                  <a:srgbClr val="FF0000"/>
                </a:solidFill>
              </a:rPr>
              <a:t>hợp</a:t>
            </a:r>
            <a:endParaRPr lang="en-US" sz="2000" b="1" dirty="0">
              <a:solidFill>
                <a:srgbClr val="FF0000"/>
              </a:solidFill>
            </a:endParaRPr>
          </a:p>
        </p:txBody>
      </p:sp>
    </p:spTree>
    <p:extLst>
      <p:ext uri="{BB962C8B-B14F-4D97-AF65-F5344CB8AC3E}">
        <p14:creationId xmlns:p14="http://schemas.microsoft.com/office/powerpoint/2010/main" val="14510035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body" idx="1"/>
          </p:nvPr>
        </p:nvSpPr>
        <p:spPr>
          <a:xfrm>
            <a:off x="609600" y="2209800"/>
            <a:ext cx="7550150" cy="482600"/>
          </a:xfrm>
          <a:noFill/>
        </p:spPr>
        <p:txBody>
          <a:bodyPr/>
          <a:lstStyle/>
          <a:p>
            <a:pPr marL="0" indent="0">
              <a:buNone/>
            </a:pPr>
            <a:r>
              <a:rPr lang="en-US" sz="2000" dirty="0" err="1"/>
              <a:t>Chỉ</a:t>
            </a:r>
            <a:r>
              <a:rPr lang="en-US" sz="2000" dirty="0"/>
              <a:t> </a:t>
            </a:r>
            <a:r>
              <a:rPr lang="en-US" sz="2000" dirty="0" err="1"/>
              <a:t>số</a:t>
            </a:r>
            <a:r>
              <a:rPr lang="en-US" sz="2000" dirty="0"/>
              <a:t> </a:t>
            </a:r>
            <a:r>
              <a:rPr lang="en-US" sz="2000" dirty="0" err="1"/>
              <a:t>tình</a:t>
            </a:r>
            <a:r>
              <a:rPr lang="en-US" sz="2000" dirty="0"/>
              <a:t> </a:t>
            </a:r>
            <a:r>
              <a:rPr lang="en-US" sz="2000" dirty="0" err="1"/>
              <a:t>trạng</a:t>
            </a:r>
            <a:r>
              <a:rPr lang="en-US" sz="2000" dirty="0"/>
              <a:t> </a:t>
            </a:r>
            <a:r>
              <a:rPr lang="en-US" sz="2000" dirty="0" err="1"/>
              <a:t>mặt</a:t>
            </a:r>
            <a:r>
              <a:rPr lang="en-US" sz="2000" dirty="0"/>
              <a:t> </a:t>
            </a:r>
            <a:r>
              <a:rPr lang="en-US" sz="2000" dirty="0" err="1"/>
              <a:t>đường</a:t>
            </a:r>
            <a:r>
              <a:rPr lang="en-US" sz="2000" dirty="0"/>
              <a:t> PCI (Pavement Conditions Index)</a:t>
            </a:r>
          </a:p>
        </p:txBody>
      </p:sp>
      <p:sp>
        <p:nvSpPr>
          <p:cNvPr id="7171" name="Rectangle 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anchor="ctr">
            <a:spAutoFit/>
          </a:bodyPr>
          <a:lstStyle/>
          <a:p>
            <a:endParaRPr lang="en-US"/>
          </a:p>
        </p:txBody>
      </p:sp>
      <p:graphicFrame>
        <p:nvGraphicFramePr>
          <p:cNvPr id="7172" name="Object 4"/>
          <p:cNvGraphicFramePr>
            <a:graphicFrameLocks noChangeAspect="1"/>
          </p:cNvGraphicFramePr>
          <p:nvPr>
            <p:extLst>
              <p:ext uri="{D42A27DB-BD31-4B8C-83A1-F6EECF244321}">
                <p14:modId xmlns:p14="http://schemas.microsoft.com/office/powerpoint/2010/main" val="2602397385"/>
              </p:ext>
            </p:extLst>
          </p:nvPr>
        </p:nvGraphicFramePr>
        <p:xfrm>
          <a:off x="1752600" y="2667000"/>
          <a:ext cx="4724400" cy="903988"/>
        </p:xfrm>
        <a:graphic>
          <a:graphicData uri="http://schemas.openxmlformats.org/presentationml/2006/ole">
            <mc:AlternateContent xmlns:mc="http://schemas.openxmlformats.org/markup-compatibility/2006">
              <mc:Choice xmlns:v="urn:schemas-microsoft-com:vml" Requires="v">
                <p:oleObj name="Equation" r:id="rId2" imgW="2324100" imgH="444500" progId="Equation.DSMT4">
                  <p:embed/>
                </p:oleObj>
              </mc:Choice>
              <mc:Fallback>
                <p:oleObj name="Equation" r:id="rId2" imgW="2324100" imgH="444500"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2667000"/>
                        <a:ext cx="4724400" cy="903988"/>
                      </a:xfrm>
                      <a:prstGeom prst="rect">
                        <a:avLst/>
                      </a:prstGeom>
                      <a:noFill/>
                    </p:spPr>
                  </p:pic>
                </p:oleObj>
              </mc:Fallback>
            </mc:AlternateContent>
          </a:graphicData>
        </a:graphic>
      </p:graphicFrame>
      <p:sp>
        <p:nvSpPr>
          <p:cNvPr id="7174" name="Rectangle 6"/>
          <p:cNvSpPr>
            <a:spLocks noChangeArrowheads="1"/>
          </p:cNvSpPr>
          <p:nvPr/>
        </p:nvSpPr>
        <p:spPr bwMode="auto">
          <a:xfrm>
            <a:off x="900113" y="3886200"/>
            <a:ext cx="7550150" cy="2278062"/>
          </a:xfrm>
          <a:prstGeom prst="rect">
            <a:avLst/>
          </a:prstGeom>
          <a:noFill/>
          <a:ln>
            <a:noFill/>
          </a:ln>
          <a:effectLst/>
        </p:spPr>
        <p:txBody>
          <a:bodyPr/>
          <a:lstStyle/>
          <a:p>
            <a:pPr marL="342900" indent="-342900">
              <a:spcBef>
                <a:spcPct val="20000"/>
              </a:spcBef>
            </a:pPr>
            <a:r>
              <a:rPr lang="en-US" altLang="ja-JP" sz="2000" dirty="0">
                <a:ea typeface="ＭＳ Ｐゴシック" pitchFamily="34" charset="-128"/>
              </a:rPr>
              <a:t>C - </a:t>
            </a:r>
            <a:r>
              <a:rPr lang="en-US" altLang="ja-JP" sz="2000" dirty="0" err="1">
                <a:ea typeface="ＭＳ Ｐゴシック" pitchFamily="34" charset="-128"/>
              </a:rPr>
              <a:t>điểm</a:t>
            </a:r>
            <a:r>
              <a:rPr lang="en-US" altLang="ja-JP" sz="2000" dirty="0">
                <a:ea typeface="ＭＳ Ｐゴシック" pitchFamily="34" charset="-128"/>
              </a:rPr>
              <a:t> </a:t>
            </a:r>
            <a:r>
              <a:rPr lang="en-US" altLang="ja-JP" sz="2000" dirty="0" err="1">
                <a:ea typeface="ＭＳ Ｐゴシック" pitchFamily="34" charset="-128"/>
              </a:rPr>
              <a:t>số</a:t>
            </a:r>
            <a:r>
              <a:rPr lang="en-US" altLang="ja-JP" sz="2000" dirty="0">
                <a:ea typeface="ＭＳ Ｐゴシック" pitchFamily="34" charset="-128"/>
              </a:rPr>
              <a:t> </a:t>
            </a:r>
            <a:r>
              <a:rPr lang="en-US" altLang="ja-JP" sz="2000" dirty="0" err="1">
                <a:ea typeface="ＭＳ Ｐゴシック" pitchFamily="34" charset="-128"/>
              </a:rPr>
              <a:t>cho</a:t>
            </a:r>
            <a:r>
              <a:rPr lang="en-US" altLang="ja-JP" sz="2000" dirty="0">
                <a:ea typeface="ＭＳ Ｐゴシック" pitchFamily="34" charset="-128"/>
              </a:rPr>
              <a:t> </a:t>
            </a:r>
            <a:r>
              <a:rPr lang="en-US" altLang="ja-JP" sz="2000" dirty="0" err="1">
                <a:ea typeface="ＭＳ Ｐゴシック" pitchFamily="34" charset="-128"/>
              </a:rPr>
              <a:t>tối</a:t>
            </a:r>
            <a:r>
              <a:rPr lang="en-US" altLang="ja-JP" sz="2000" dirty="0">
                <a:ea typeface="ＭＳ Ｐゴシック" pitchFamily="34" charset="-128"/>
              </a:rPr>
              <a:t> </a:t>
            </a:r>
            <a:r>
              <a:rPr lang="en-US" altLang="ja-JP" sz="2000" dirty="0" err="1">
                <a:ea typeface="ＭＳ Ｐゴシック" pitchFamily="34" charset="-128"/>
              </a:rPr>
              <a:t>đa</a:t>
            </a:r>
            <a:r>
              <a:rPr lang="en-US" altLang="ja-JP" sz="2000" dirty="0">
                <a:ea typeface="ＭＳ Ｐゴシック" pitchFamily="34" charset="-128"/>
              </a:rPr>
              <a:t> </a:t>
            </a:r>
            <a:r>
              <a:rPr lang="en-US" altLang="ja-JP" sz="2000" dirty="0" err="1">
                <a:ea typeface="ＭＳ Ｐゴシック" pitchFamily="34" charset="-128"/>
              </a:rPr>
              <a:t>với</a:t>
            </a:r>
            <a:r>
              <a:rPr lang="en-US" altLang="ja-JP" sz="2000" dirty="0">
                <a:ea typeface="ＭＳ Ｐゴシック" pitchFamily="34" charset="-128"/>
              </a:rPr>
              <a:t> </a:t>
            </a:r>
            <a:r>
              <a:rPr lang="en-US" altLang="ja-JP" sz="2000" dirty="0" err="1">
                <a:ea typeface="ＭＳ Ｐゴシック" pitchFamily="34" charset="-128"/>
              </a:rPr>
              <a:t>mỗi</a:t>
            </a:r>
            <a:r>
              <a:rPr lang="en-US" altLang="ja-JP" sz="2000" dirty="0">
                <a:ea typeface="ＭＳ Ｐゴシック" pitchFamily="34" charset="-128"/>
              </a:rPr>
              <a:t> </a:t>
            </a:r>
            <a:r>
              <a:rPr lang="en-US" altLang="ja-JP" sz="2000" dirty="0" err="1">
                <a:ea typeface="ＭＳ Ｐゴシック" pitchFamily="34" charset="-128"/>
              </a:rPr>
              <a:t>đoạn</a:t>
            </a:r>
            <a:r>
              <a:rPr lang="en-US" altLang="ja-JP" sz="2000" dirty="0">
                <a:ea typeface="ＭＳ Ｐゴシック" pitchFamily="34" charset="-128"/>
              </a:rPr>
              <a:t> </a:t>
            </a:r>
            <a:r>
              <a:rPr lang="en-US" altLang="ja-JP" sz="2000" dirty="0" err="1">
                <a:ea typeface="ＭＳ Ｐゴシック" pitchFamily="34" charset="-128"/>
              </a:rPr>
              <a:t>đường</a:t>
            </a:r>
            <a:r>
              <a:rPr lang="en-US" altLang="ja-JP" sz="2000" dirty="0">
                <a:ea typeface="ＭＳ Ｐゴシック" pitchFamily="34" charset="-128"/>
              </a:rPr>
              <a:t> </a:t>
            </a:r>
          </a:p>
          <a:p>
            <a:pPr marL="342900" indent="-342900">
              <a:spcBef>
                <a:spcPct val="20000"/>
              </a:spcBef>
            </a:pPr>
            <a:r>
              <a:rPr lang="en-US" altLang="ja-JP" sz="2000" dirty="0">
                <a:ea typeface="ＭＳ Ｐゴシック" pitchFamily="34" charset="-128"/>
              </a:rPr>
              <a:t>Ti - </a:t>
            </a:r>
            <a:r>
              <a:rPr lang="en-US" altLang="ja-JP" sz="2000" dirty="0" err="1">
                <a:ea typeface="ＭＳ Ｐゴシック" pitchFamily="34" charset="-128"/>
              </a:rPr>
              <a:t>số</a:t>
            </a:r>
            <a:r>
              <a:rPr lang="en-US" altLang="ja-JP" sz="2000" dirty="0">
                <a:ea typeface="ＭＳ Ｐゴシック" pitchFamily="34" charset="-128"/>
              </a:rPr>
              <a:t> </a:t>
            </a:r>
            <a:r>
              <a:rPr lang="en-US" altLang="ja-JP" sz="2000" dirty="0" err="1">
                <a:ea typeface="ＭＳ Ｐゴシック" pitchFamily="34" charset="-128"/>
              </a:rPr>
              <a:t>loại</a:t>
            </a:r>
            <a:r>
              <a:rPr lang="en-US" altLang="ja-JP" sz="2000" dirty="0">
                <a:ea typeface="ＭＳ Ｐゴシック" pitchFamily="34" charset="-128"/>
              </a:rPr>
              <a:t> </a:t>
            </a:r>
            <a:r>
              <a:rPr lang="en-US" altLang="ja-JP" sz="2000" dirty="0" err="1">
                <a:ea typeface="ＭＳ Ｐゴシック" pitchFamily="34" charset="-128"/>
              </a:rPr>
              <a:t>hình</a:t>
            </a:r>
            <a:r>
              <a:rPr lang="en-US" altLang="ja-JP" sz="2000" dirty="0">
                <a:ea typeface="ＭＳ Ｐゴシック" pitchFamily="34" charset="-128"/>
              </a:rPr>
              <a:t> </a:t>
            </a:r>
            <a:r>
              <a:rPr lang="en-US" altLang="ja-JP" sz="2000" dirty="0" err="1">
                <a:ea typeface="ＭＳ Ｐゴシック" pitchFamily="34" charset="-128"/>
              </a:rPr>
              <a:t>hư</a:t>
            </a:r>
            <a:r>
              <a:rPr lang="en-US" altLang="ja-JP" sz="2000" dirty="0">
                <a:ea typeface="ＭＳ Ｐゴシック" pitchFamily="34" charset="-128"/>
              </a:rPr>
              <a:t> </a:t>
            </a:r>
            <a:r>
              <a:rPr lang="en-US" altLang="ja-JP" sz="2000" dirty="0" err="1">
                <a:ea typeface="ＭＳ Ｐゴシック" pitchFamily="34" charset="-128"/>
              </a:rPr>
              <a:t>hỏng</a:t>
            </a:r>
            <a:r>
              <a:rPr lang="en-US" altLang="ja-JP" sz="2000" dirty="0">
                <a:ea typeface="ＭＳ Ｐゴシック" pitchFamily="34" charset="-128"/>
              </a:rPr>
              <a:t> </a:t>
            </a:r>
          </a:p>
          <a:p>
            <a:pPr marL="342900" indent="-342900">
              <a:spcBef>
                <a:spcPct val="20000"/>
              </a:spcBef>
            </a:pPr>
            <a:r>
              <a:rPr lang="en-US" altLang="ja-JP" sz="2000" dirty="0" err="1">
                <a:ea typeface="ＭＳ Ｐゴシック" pitchFamily="34" charset="-128"/>
              </a:rPr>
              <a:t>Sj</a:t>
            </a:r>
            <a:r>
              <a:rPr lang="en-US" altLang="ja-JP" sz="2000" dirty="0">
                <a:ea typeface="ＭＳ Ｐゴシック" pitchFamily="34" charset="-128"/>
              </a:rPr>
              <a:t> - </a:t>
            </a:r>
            <a:r>
              <a:rPr lang="en-US" altLang="ja-JP" sz="2000" dirty="0" err="1">
                <a:ea typeface="ＭＳ Ｐゴシック" pitchFamily="34" charset="-128"/>
              </a:rPr>
              <a:t>mức</a:t>
            </a:r>
            <a:r>
              <a:rPr lang="en-US" altLang="ja-JP" sz="2000" dirty="0">
                <a:ea typeface="ＭＳ Ｐゴシック" pitchFamily="34" charset="-128"/>
              </a:rPr>
              <a:t> </a:t>
            </a:r>
            <a:r>
              <a:rPr lang="en-US" altLang="ja-JP" sz="2000" dirty="0" err="1">
                <a:ea typeface="ＭＳ Ｐゴシック" pitchFamily="34" charset="-128"/>
              </a:rPr>
              <a:t>độ</a:t>
            </a:r>
            <a:r>
              <a:rPr lang="en-US" altLang="ja-JP" sz="2000" dirty="0">
                <a:ea typeface="ＭＳ Ｐゴシック" pitchFamily="34" charset="-128"/>
              </a:rPr>
              <a:t> </a:t>
            </a:r>
            <a:r>
              <a:rPr lang="en-US" altLang="ja-JP" sz="2000" dirty="0" err="1">
                <a:ea typeface="ＭＳ Ｐゴシック" pitchFamily="34" charset="-128"/>
              </a:rPr>
              <a:t>nghiêm</a:t>
            </a:r>
            <a:r>
              <a:rPr lang="en-US" altLang="ja-JP" sz="2000" dirty="0">
                <a:ea typeface="ＭＳ Ｐゴシック" pitchFamily="34" charset="-128"/>
              </a:rPr>
              <a:t> </a:t>
            </a:r>
            <a:r>
              <a:rPr lang="en-US" altLang="ja-JP" sz="2000" dirty="0" err="1">
                <a:ea typeface="ＭＳ Ｐゴシック" pitchFamily="34" charset="-128"/>
              </a:rPr>
              <a:t>trọng</a:t>
            </a:r>
            <a:r>
              <a:rPr lang="en-US" altLang="ja-JP" sz="2000" dirty="0">
                <a:ea typeface="ＭＳ Ｐゴシック" pitchFamily="34" charset="-128"/>
              </a:rPr>
              <a:t> </a:t>
            </a:r>
          </a:p>
          <a:p>
            <a:pPr marL="342900" indent="-342900">
              <a:spcBef>
                <a:spcPct val="20000"/>
              </a:spcBef>
            </a:pPr>
            <a:r>
              <a:rPr lang="en-US" altLang="ja-JP" sz="2000" dirty="0">
                <a:ea typeface="ＭＳ Ｐゴシック" pitchFamily="34" charset="-128"/>
              </a:rPr>
              <a:t>a(Ti, </a:t>
            </a:r>
            <a:r>
              <a:rPr lang="en-US" altLang="ja-JP" sz="2000" dirty="0" err="1">
                <a:ea typeface="ＭＳ Ｐゴシック" pitchFamily="34" charset="-128"/>
              </a:rPr>
              <a:t>Sj</a:t>
            </a:r>
            <a:r>
              <a:rPr lang="en-US" altLang="ja-JP" sz="2000" dirty="0">
                <a:ea typeface="ＭＳ Ｐゴシック" pitchFamily="34" charset="-128"/>
              </a:rPr>
              <a:t>, </a:t>
            </a:r>
            <a:r>
              <a:rPr lang="en-US" altLang="ja-JP" sz="2000" dirty="0" err="1">
                <a:ea typeface="ＭＳ Ｐゴシック" pitchFamily="34" charset="-128"/>
              </a:rPr>
              <a:t>Dij</a:t>
            </a:r>
            <a:r>
              <a:rPr lang="en-US" altLang="ja-JP" sz="2000" dirty="0">
                <a:ea typeface="ＭＳ Ｐゴシック" pitchFamily="34" charset="-128"/>
              </a:rPr>
              <a:t>) </a:t>
            </a:r>
            <a:r>
              <a:rPr lang="en-US" altLang="ja-JP" sz="2000" dirty="0" err="1">
                <a:ea typeface="ＭＳ Ｐゴシック" pitchFamily="34" charset="-128"/>
              </a:rPr>
              <a:t>là</a:t>
            </a:r>
            <a:r>
              <a:rPr lang="en-US" altLang="ja-JP" sz="2000" dirty="0">
                <a:ea typeface="ＭＳ Ｐゴシック" pitchFamily="34" charset="-128"/>
              </a:rPr>
              <a:t> </a:t>
            </a:r>
            <a:r>
              <a:rPr lang="en-US" altLang="ja-JP" sz="2000" dirty="0" err="1">
                <a:ea typeface="ＭＳ Ｐゴシック" pitchFamily="34" charset="-128"/>
              </a:rPr>
              <a:t>số</a:t>
            </a:r>
            <a:r>
              <a:rPr lang="en-US" altLang="ja-JP" sz="2000" dirty="0">
                <a:ea typeface="ＭＳ Ｐゴシック" pitchFamily="34" charset="-128"/>
              </a:rPr>
              <a:t> </a:t>
            </a:r>
            <a:r>
              <a:rPr lang="en-US" altLang="ja-JP" sz="2000" dirty="0" err="1">
                <a:ea typeface="ＭＳ Ｐゴシック" pitchFamily="34" charset="-128"/>
              </a:rPr>
              <a:t>điểm</a:t>
            </a:r>
            <a:r>
              <a:rPr lang="en-US" altLang="ja-JP" sz="2000" dirty="0">
                <a:ea typeface="ＭＳ Ｐゴシック" pitchFamily="34" charset="-128"/>
              </a:rPr>
              <a:t> </a:t>
            </a:r>
            <a:r>
              <a:rPr lang="en-US" altLang="ja-JP" sz="2000" dirty="0" err="1">
                <a:ea typeface="ＭＳ Ｐゴシック" pitchFamily="34" charset="-128"/>
              </a:rPr>
              <a:t>phải</a:t>
            </a:r>
            <a:r>
              <a:rPr lang="en-US" altLang="ja-JP" sz="2000" dirty="0">
                <a:ea typeface="ＭＳ Ｐゴシック" pitchFamily="34" charset="-128"/>
              </a:rPr>
              <a:t> </a:t>
            </a:r>
            <a:r>
              <a:rPr lang="en-US" altLang="ja-JP" sz="2000" dirty="0" err="1">
                <a:ea typeface="ＭＳ Ｐゴシック" pitchFamily="34" charset="-128"/>
              </a:rPr>
              <a:t>khấu</a:t>
            </a:r>
            <a:r>
              <a:rPr lang="en-US" altLang="ja-JP" sz="2000" dirty="0">
                <a:ea typeface="ＭＳ Ｐゴシック" pitchFamily="34" charset="-128"/>
              </a:rPr>
              <a:t> </a:t>
            </a:r>
            <a:r>
              <a:rPr lang="en-US" altLang="ja-JP" sz="2000" dirty="0" err="1">
                <a:ea typeface="ＭＳ Ｐゴシック" pitchFamily="34" charset="-128"/>
              </a:rPr>
              <a:t>trừ</a:t>
            </a:r>
            <a:r>
              <a:rPr lang="en-US" altLang="ja-JP" sz="2000" dirty="0">
                <a:ea typeface="ＭＳ Ｐゴシック" pitchFamily="34" charset="-128"/>
              </a:rPr>
              <a:t> </a:t>
            </a:r>
          </a:p>
          <a:p>
            <a:pPr marL="342900" indent="-342900">
              <a:spcBef>
                <a:spcPct val="20000"/>
              </a:spcBef>
            </a:pPr>
            <a:r>
              <a:rPr lang="en-US" altLang="ja-JP" sz="2000" dirty="0">
                <a:ea typeface="ＭＳ Ｐゴシック" pitchFamily="34" charset="-128"/>
              </a:rPr>
              <a:t>F(t, d) </a:t>
            </a:r>
            <a:r>
              <a:rPr lang="en-US" altLang="ja-JP" sz="2000" dirty="0" err="1">
                <a:ea typeface="ＭＳ Ｐゴシック" pitchFamily="34" charset="-128"/>
              </a:rPr>
              <a:t>là</a:t>
            </a:r>
            <a:r>
              <a:rPr lang="en-US" altLang="ja-JP" sz="2000" dirty="0">
                <a:ea typeface="ＭＳ Ｐゴシック" pitchFamily="34" charset="-128"/>
              </a:rPr>
              <a:t> </a:t>
            </a:r>
            <a:r>
              <a:rPr lang="en-US" altLang="ja-JP" sz="2000" dirty="0" err="1">
                <a:ea typeface="ＭＳ Ｐゴシック" pitchFamily="34" charset="-128"/>
              </a:rPr>
              <a:t>hệ</a:t>
            </a:r>
            <a:r>
              <a:rPr lang="en-US" altLang="ja-JP" sz="2000" dirty="0">
                <a:ea typeface="ＭＳ Ｐゴシック" pitchFamily="34" charset="-128"/>
              </a:rPr>
              <a:t> </a:t>
            </a:r>
            <a:r>
              <a:rPr lang="en-US" altLang="ja-JP" sz="2000" dirty="0" err="1">
                <a:ea typeface="ＭＳ Ｐゴシック" pitchFamily="34" charset="-128"/>
              </a:rPr>
              <a:t>số</a:t>
            </a:r>
            <a:r>
              <a:rPr lang="en-US" altLang="ja-JP" sz="2000" dirty="0">
                <a:ea typeface="ＭＳ Ｐゴシック" pitchFamily="34" charset="-128"/>
              </a:rPr>
              <a:t> </a:t>
            </a:r>
            <a:r>
              <a:rPr lang="en-US" altLang="ja-JP" sz="2000" dirty="0" err="1">
                <a:ea typeface="ＭＳ Ｐゴシック" pitchFamily="34" charset="-128"/>
              </a:rPr>
              <a:t>gia</a:t>
            </a:r>
            <a:r>
              <a:rPr lang="en-US" altLang="ja-JP" sz="2000" dirty="0">
                <a:ea typeface="ＭＳ Ｐゴシック" pitchFamily="34" charset="-128"/>
              </a:rPr>
              <a:t> </a:t>
            </a:r>
            <a:r>
              <a:rPr lang="en-US" altLang="ja-JP" sz="2000" dirty="0" err="1">
                <a:ea typeface="ＭＳ Ｐゴシック" pitchFamily="34" charset="-128"/>
              </a:rPr>
              <a:t>quyền</a:t>
            </a:r>
            <a:r>
              <a:rPr lang="en-US" altLang="ja-JP" sz="2000" dirty="0">
                <a:ea typeface="ＭＳ Ｐゴシック" pitchFamily="34" charset="-128"/>
              </a:rPr>
              <a:t> </a:t>
            </a:r>
            <a:r>
              <a:rPr lang="en-US" altLang="ja-JP" sz="2000" dirty="0" err="1">
                <a:ea typeface="ＭＳ Ｐゴシック" pitchFamily="34" charset="-128"/>
              </a:rPr>
              <a:t>phải</a:t>
            </a:r>
            <a:r>
              <a:rPr lang="en-US" altLang="ja-JP" sz="2000" dirty="0">
                <a:ea typeface="ＭＳ Ｐゴシック" pitchFamily="34" charset="-128"/>
              </a:rPr>
              <a:t> </a:t>
            </a:r>
            <a:r>
              <a:rPr lang="en-US" altLang="ja-JP" sz="2000" dirty="0" err="1">
                <a:ea typeface="ＭＳ Ｐゴシック" pitchFamily="34" charset="-128"/>
              </a:rPr>
              <a:t>xét</a:t>
            </a:r>
            <a:r>
              <a:rPr lang="en-US" altLang="ja-JP" sz="2000" dirty="0">
                <a:ea typeface="ＭＳ Ｐゴシック" pitchFamily="34" charset="-128"/>
              </a:rPr>
              <a:t> </a:t>
            </a:r>
            <a:r>
              <a:rPr lang="en-US" altLang="ja-JP" sz="2000" dirty="0" err="1">
                <a:ea typeface="ＭＳ Ｐゴシック" pitchFamily="34" charset="-128"/>
              </a:rPr>
              <a:t>đến</a:t>
            </a:r>
            <a:r>
              <a:rPr lang="en-US" altLang="ja-JP" sz="2000" dirty="0">
                <a:ea typeface="ＭＳ Ｐゴシック" pitchFamily="34" charset="-128"/>
              </a:rPr>
              <a:t> </a:t>
            </a:r>
            <a:r>
              <a:rPr lang="en-US" altLang="ja-JP" sz="2000" dirty="0" err="1">
                <a:ea typeface="ＭＳ Ｐゴシック" pitchFamily="34" charset="-128"/>
              </a:rPr>
              <a:t>khi</a:t>
            </a:r>
            <a:r>
              <a:rPr lang="en-US" altLang="ja-JP" sz="2000" dirty="0">
                <a:ea typeface="ＭＳ Ｐゴシック" pitchFamily="34" charset="-128"/>
              </a:rPr>
              <a:t> </a:t>
            </a:r>
            <a:r>
              <a:rPr lang="en-US" altLang="ja-JP" sz="2000" dirty="0" err="1">
                <a:ea typeface="ＭＳ Ｐゴシック" pitchFamily="34" charset="-128"/>
              </a:rPr>
              <a:t>trên</a:t>
            </a:r>
            <a:r>
              <a:rPr lang="en-US" altLang="ja-JP" sz="2000" dirty="0">
                <a:ea typeface="ＭＳ Ｐゴシック" pitchFamily="34" charset="-128"/>
              </a:rPr>
              <a:t> </a:t>
            </a:r>
            <a:r>
              <a:rPr lang="en-US" altLang="ja-JP" sz="2000" dirty="0" err="1">
                <a:ea typeface="ＭＳ Ｐゴシック" pitchFamily="34" charset="-128"/>
              </a:rPr>
              <a:t>một</a:t>
            </a:r>
            <a:r>
              <a:rPr lang="en-US" altLang="ja-JP" sz="2000" dirty="0">
                <a:ea typeface="ＭＳ Ｐゴシック" pitchFamily="34" charset="-128"/>
              </a:rPr>
              <a:t> </a:t>
            </a:r>
            <a:r>
              <a:rPr lang="en-US" altLang="ja-JP" sz="2000" dirty="0" err="1">
                <a:ea typeface="ＭＳ Ｐゴシック" pitchFamily="34" charset="-128"/>
              </a:rPr>
              <a:t>đoạn</a:t>
            </a:r>
            <a:r>
              <a:rPr lang="en-US" altLang="ja-JP" sz="2000" dirty="0">
                <a:ea typeface="ＭＳ Ｐゴシック" pitchFamily="34" charset="-128"/>
              </a:rPr>
              <a:t> </a:t>
            </a:r>
            <a:r>
              <a:rPr lang="en-US" altLang="ja-JP" sz="2000" dirty="0" err="1">
                <a:ea typeface="ＭＳ Ｐゴシック" pitchFamily="34" charset="-128"/>
              </a:rPr>
              <a:t>đường</a:t>
            </a:r>
            <a:r>
              <a:rPr lang="en-US" altLang="ja-JP" sz="2000" dirty="0">
                <a:ea typeface="ＭＳ Ｐゴシック" pitchFamily="34" charset="-128"/>
              </a:rPr>
              <a:t> </a:t>
            </a:r>
            <a:r>
              <a:rPr lang="en-US" altLang="ja-JP" sz="2000" dirty="0" err="1">
                <a:ea typeface="ＭＳ Ｐゴシック" pitchFamily="34" charset="-128"/>
              </a:rPr>
              <a:t>có</a:t>
            </a:r>
            <a:r>
              <a:rPr lang="en-US" altLang="ja-JP" sz="2000" dirty="0">
                <a:ea typeface="ＭＳ Ｐゴシック" pitchFamily="34" charset="-128"/>
              </a:rPr>
              <a:t> </a:t>
            </a:r>
            <a:r>
              <a:rPr lang="en-US" altLang="ja-JP" sz="2000" dirty="0" err="1">
                <a:ea typeface="ＭＳ Ｐゴシック" pitchFamily="34" charset="-128"/>
              </a:rPr>
              <a:t>nhiều</a:t>
            </a:r>
            <a:r>
              <a:rPr lang="en-US" altLang="ja-JP" sz="2000" dirty="0">
                <a:ea typeface="ＭＳ Ｐゴシック" pitchFamily="34" charset="-128"/>
              </a:rPr>
              <a:t> </a:t>
            </a:r>
            <a:r>
              <a:rPr lang="en-US" altLang="ja-JP" sz="2000" dirty="0" err="1">
                <a:ea typeface="ＭＳ Ｐゴシック" pitchFamily="34" charset="-128"/>
              </a:rPr>
              <a:t>loại</a:t>
            </a:r>
            <a:r>
              <a:rPr lang="en-US" altLang="ja-JP" sz="2000" dirty="0">
                <a:ea typeface="ＭＳ Ｐゴシック" pitchFamily="34" charset="-128"/>
              </a:rPr>
              <a:t> </a:t>
            </a:r>
            <a:r>
              <a:rPr lang="en-US" altLang="ja-JP" sz="2000" dirty="0" err="1">
                <a:ea typeface="ＭＳ Ｐゴシック" pitchFamily="34" charset="-128"/>
              </a:rPr>
              <a:t>hư</a:t>
            </a:r>
            <a:r>
              <a:rPr lang="en-US" altLang="ja-JP" sz="2000" dirty="0">
                <a:ea typeface="ＭＳ Ｐゴシック" pitchFamily="34" charset="-128"/>
              </a:rPr>
              <a:t> </a:t>
            </a:r>
            <a:r>
              <a:rPr lang="en-US" altLang="ja-JP" sz="2000" dirty="0" err="1">
                <a:ea typeface="ＭＳ Ｐゴシック" pitchFamily="34" charset="-128"/>
              </a:rPr>
              <a:t>hỏng</a:t>
            </a:r>
            <a:r>
              <a:rPr lang="en-US" altLang="ja-JP" sz="2000" dirty="0">
                <a:ea typeface="ＭＳ Ｐゴシック" pitchFamily="34" charset="-128"/>
              </a:rPr>
              <a:t> </a:t>
            </a:r>
            <a:endParaRPr lang="en-US" sz="2000" dirty="0"/>
          </a:p>
        </p:txBody>
      </p:sp>
      <p:sp>
        <p:nvSpPr>
          <p:cNvPr id="8" name="Rectangle 2"/>
          <p:cNvSpPr>
            <a:spLocks noGrp="1" noChangeArrowheads="1"/>
          </p:cNvSpPr>
          <p:nvPr>
            <p:ph type="title"/>
          </p:nvPr>
        </p:nvSpPr>
        <p:spPr>
          <a:xfrm>
            <a:off x="228600" y="1371600"/>
            <a:ext cx="8789194" cy="519113"/>
          </a:xfrm>
        </p:spPr>
        <p:txBody>
          <a:bodyPr/>
          <a:lstStyle/>
          <a:p>
            <a:pPr algn="l"/>
            <a:r>
              <a:rPr lang="en-US" sz="2000" b="1" dirty="0" err="1">
                <a:solidFill>
                  <a:schemeClr val="accent2"/>
                </a:solidFill>
              </a:rPr>
              <a:t>Chỉ</a:t>
            </a:r>
            <a:r>
              <a:rPr lang="en-US" sz="2000" b="1" dirty="0">
                <a:solidFill>
                  <a:schemeClr val="accent2"/>
                </a:solidFill>
              </a:rPr>
              <a:t> </a:t>
            </a:r>
            <a:r>
              <a:rPr lang="en-US" sz="2000" b="1" dirty="0" err="1">
                <a:solidFill>
                  <a:schemeClr val="accent2"/>
                </a:solidFill>
              </a:rPr>
              <a:t>tiêu</a:t>
            </a:r>
            <a:r>
              <a:rPr lang="en-US" sz="2000" b="1" dirty="0">
                <a:solidFill>
                  <a:schemeClr val="accent2"/>
                </a:solidFill>
              </a:rPr>
              <a:t> </a:t>
            </a:r>
            <a:r>
              <a:rPr lang="en-US" sz="2000" b="1" dirty="0" err="1">
                <a:solidFill>
                  <a:schemeClr val="accent2"/>
                </a:solidFill>
              </a:rPr>
              <a:t>tình</a:t>
            </a:r>
            <a:r>
              <a:rPr lang="en-US" sz="2000" b="1" dirty="0">
                <a:solidFill>
                  <a:schemeClr val="accent2"/>
                </a:solidFill>
              </a:rPr>
              <a:t> </a:t>
            </a:r>
            <a:r>
              <a:rPr lang="en-US" sz="2000" b="1" dirty="0" err="1">
                <a:solidFill>
                  <a:schemeClr val="accent2"/>
                </a:solidFill>
              </a:rPr>
              <a:t>trạng</a:t>
            </a:r>
            <a:r>
              <a:rPr lang="en-US" sz="2000" b="1" dirty="0">
                <a:solidFill>
                  <a:schemeClr val="accent2"/>
                </a:solidFill>
              </a:rPr>
              <a:t> </a:t>
            </a:r>
            <a:r>
              <a:rPr lang="en-US" sz="2000" b="1" dirty="0" err="1">
                <a:solidFill>
                  <a:schemeClr val="accent2"/>
                </a:solidFill>
              </a:rPr>
              <a:t>mặt</a:t>
            </a:r>
            <a:r>
              <a:rPr lang="en-US" sz="2000" b="1" dirty="0">
                <a:solidFill>
                  <a:schemeClr val="accent2"/>
                </a:solidFill>
              </a:rPr>
              <a:t> </a:t>
            </a:r>
            <a:r>
              <a:rPr lang="en-US" sz="2000" b="1" dirty="0" err="1">
                <a:solidFill>
                  <a:schemeClr val="accent2"/>
                </a:solidFill>
              </a:rPr>
              <a:t>đường</a:t>
            </a:r>
            <a:r>
              <a:rPr lang="en-US" sz="2000" b="1" dirty="0">
                <a:solidFill>
                  <a:schemeClr val="accent2"/>
                </a:solidFill>
              </a:rPr>
              <a:t> – </a:t>
            </a:r>
            <a:r>
              <a:rPr lang="en-US" sz="2000" b="1" dirty="0" err="1">
                <a:solidFill>
                  <a:schemeClr val="accent2"/>
                </a:solidFill>
              </a:rPr>
              <a:t>tiêu</a:t>
            </a:r>
            <a:r>
              <a:rPr lang="en-US" sz="2000" b="1" dirty="0">
                <a:solidFill>
                  <a:schemeClr val="accent2"/>
                </a:solidFill>
              </a:rPr>
              <a:t> </a:t>
            </a:r>
            <a:r>
              <a:rPr lang="en-US" sz="2000" b="1" dirty="0" err="1">
                <a:solidFill>
                  <a:schemeClr val="accent2"/>
                </a:solidFill>
              </a:rPr>
              <a:t>chuẩn</a:t>
            </a:r>
            <a:r>
              <a:rPr lang="en-US" sz="2000" b="1" dirty="0">
                <a:solidFill>
                  <a:schemeClr val="accent2"/>
                </a:solidFill>
              </a:rPr>
              <a:t> </a:t>
            </a:r>
            <a:r>
              <a:rPr lang="en-US" sz="2000" b="1" dirty="0" err="1">
                <a:solidFill>
                  <a:schemeClr val="accent2"/>
                </a:solidFill>
              </a:rPr>
              <a:t>hiện</a:t>
            </a:r>
            <a:r>
              <a:rPr lang="en-US" sz="2000" b="1" dirty="0">
                <a:solidFill>
                  <a:schemeClr val="accent2"/>
                </a:solidFill>
              </a:rPr>
              <a:t> </a:t>
            </a:r>
            <a:r>
              <a:rPr lang="en-US" sz="2000" b="1" dirty="0" err="1">
                <a:solidFill>
                  <a:schemeClr val="accent2"/>
                </a:solidFill>
              </a:rPr>
              <a:t>hành</a:t>
            </a:r>
            <a:r>
              <a:rPr lang="en-US" sz="2000" b="1" dirty="0">
                <a:solidFill>
                  <a:schemeClr val="accent2"/>
                </a:solidFill>
              </a:rPr>
              <a:t> </a:t>
            </a:r>
            <a:r>
              <a:rPr lang="en-US" sz="2000" b="1" dirty="0" err="1">
                <a:solidFill>
                  <a:schemeClr val="accent2"/>
                </a:solidFill>
              </a:rPr>
              <a:t>của</a:t>
            </a:r>
            <a:r>
              <a:rPr lang="en-US" sz="2000" b="1" dirty="0">
                <a:solidFill>
                  <a:schemeClr val="accent2"/>
                </a:solidFill>
              </a:rPr>
              <a:t> </a:t>
            </a:r>
            <a:r>
              <a:rPr lang="en-US" sz="2000" b="1" dirty="0" err="1">
                <a:solidFill>
                  <a:schemeClr val="accent2"/>
                </a:solidFill>
              </a:rPr>
              <a:t>Trung</a:t>
            </a:r>
            <a:r>
              <a:rPr lang="en-US" sz="2000" b="1" dirty="0">
                <a:solidFill>
                  <a:schemeClr val="accent2"/>
                </a:solidFill>
              </a:rPr>
              <a:t> </a:t>
            </a:r>
            <a:r>
              <a:rPr lang="en-US" sz="2000" b="1" dirty="0" err="1">
                <a:solidFill>
                  <a:schemeClr val="accent2"/>
                </a:solidFill>
              </a:rPr>
              <a:t>Quốc</a:t>
            </a:r>
            <a:endParaRPr lang="en-US" sz="2000" b="1" dirty="0">
              <a:solidFill>
                <a:schemeClr val="accent2"/>
              </a:solidFill>
            </a:endParaRPr>
          </a:p>
        </p:txBody>
      </p:sp>
      <p:sp>
        <p:nvSpPr>
          <p:cNvPr id="9" name="Rectangle 8"/>
          <p:cNvSpPr/>
          <p:nvPr/>
        </p:nvSpPr>
        <p:spPr>
          <a:xfrm>
            <a:off x="228600" y="438666"/>
            <a:ext cx="7696200" cy="400110"/>
          </a:xfrm>
          <a:prstGeom prst="rect">
            <a:avLst/>
          </a:prstGeom>
        </p:spPr>
        <p:txBody>
          <a:bodyPr wrap="square">
            <a:spAutoFit/>
          </a:bodyPr>
          <a:lstStyle/>
          <a:p>
            <a:pPr>
              <a:spcBef>
                <a:spcPct val="50000"/>
              </a:spcBef>
            </a:pPr>
            <a:r>
              <a:rPr lang="en-US" sz="2000" b="1" dirty="0" err="1">
                <a:solidFill>
                  <a:srgbClr val="FF0000"/>
                </a:solidFill>
              </a:rPr>
              <a:t>Đặc</a:t>
            </a:r>
            <a:r>
              <a:rPr lang="en-US" sz="2000" b="1" dirty="0">
                <a:solidFill>
                  <a:srgbClr val="FF0000"/>
                </a:solidFill>
              </a:rPr>
              <a:t> </a:t>
            </a:r>
            <a:r>
              <a:rPr lang="en-US" sz="2000" b="1" dirty="0" err="1">
                <a:solidFill>
                  <a:srgbClr val="FF0000"/>
                </a:solidFill>
              </a:rPr>
              <a:t>trưng</a:t>
            </a:r>
            <a:r>
              <a:rPr lang="en-US" sz="2000" b="1" dirty="0">
                <a:solidFill>
                  <a:srgbClr val="FF0000"/>
                </a:solidFill>
              </a:rPr>
              <a:t> </a:t>
            </a:r>
            <a:r>
              <a:rPr lang="en-US" sz="2000" b="1" dirty="0" err="1">
                <a:solidFill>
                  <a:srgbClr val="FF0000"/>
                </a:solidFill>
              </a:rPr>
              <a:t>khai</a:t>
            </a:r>
            <a:r>
              <a:rPr lang="en-US" sz="2000" b="1" dirty="0">
                <a:solidFill>
                  <a:srgbClr val="FF0000"/>
                </a:solidFill>
              </a:rPr>
              <a:t> </a:t>
            </a:r>
            <a:r>
              <a:rPr lang="en-US" sz="2000" b="1" dirty="0" err="1">
                <a:solidFill>
                  <a:srgbClr val="FF0000"/>
                </a:solidFill>
              </a:rPr>
              <a:t>thác</a:t>
            </a:r>
            <a:r>
              <a:rPr lang="en-US" sz="2000" b="1" dirty="0">
                <a:solidFill>
                  <a:srgbClr val="FF0000"/>
                </a:solidFill>
              </a:rPr>
              <a:t> </a:t>
            </a:r>
            <a:r>
              <a:rPr lang="en-US" sz="2000" b="1" dirty="0" err="1">
                <a:solidFill>
                  <a:srgbClr val="FF0000"/>
                </a:solidFill>
              </a:rPr>
              <a:t>mặt</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 </a:t>
            </a:r>
            <a:r>
              <a:rPr lang="en-US" sz="2000" b="1" dirty="0" err="1">
                <a:solidFill>
                  <a:srgbClr val="FF0000"/>
                </a:solidFill>
              </a:rPr>
              <a:t>các</a:t>
            </a:r>
            <a:r>
              <a:rPr lang="en-US" sz="2000" b="1" dirty="0">
                <a:solidFill>
                  <a:srgbClr val="FF0000"/>
                </a:solidFill>
              </a:rPr>
              <a:t> </a:t>
            </a:r>
            <a:r>
              <a:rPr lang="en-US" sz="2000" b="1" dirty="0" err="1">
                <a:solidFill>
                  <a:srgbClr val="FF0000"/>
                </a:solidFill>
              </a:rPr>
              <a:t>chỉ</a:t>
            </a:r>
            <a:r>
              <a:rPr lang="en-US" sz="2000" b="1" dirty="0">
                <a:solidFill>
                  <a:srgbClr val="FF0000"/>
                </a:solidFill>
              </a:rPr>
              <a:t> </a:t>
            </a:r>
            <a:r>
              <a:rPr lang="en-US" sz="2000" b="1" dirty="0" err="1">
                <a:solidFill>
                  <a:srgbClr val="FF0000"/>
                </a:solidFill>
              </a:rPr>
              <a:t>tiêu</a:t>
            </a:r>
            <a:r>
              <a:rPr lang="en-US" sz="2000" b="1" dirty="0">
                <a:solidFill>
                  <a:srgbClr val="FF0000"/>
                </a:solidFill>
              </a:rPr>
              <a:t> </a:t>
            </a:r>
            <a:r>
              <a:rPr lang="en-US" sz="2000" b="1" dirty="0" err="1">
                <a:solidFill>
                  <a:srgbClr val="FF0000"/>
                </a:solidFill>
              </a:rPr>
              <a:t>tổng</a:t>
            </a:r>
            <a:r>
              <a:rPr lang="en-US" sz="2000" b="1" dirty="0">
                <a:solidFill>
                  <a:srgbClr val="FF0000"/>
                </a:solidFill>
              </a:rPr>
              <a:t> </a:t>
            </a:r>
            <a:r>
              <a:rPr lang="en-US" sz="2000" b="1" dirty="0" err="1">
                <a:solidFill>
                  <a:srgbClr val="FF0000"/>
                </a:solidFill>
              </a:rPr>
              <a:t>hợp</a:t>
            </a:r>
            <a:endParaRPr lang="en-US" sz="2000" b="1" dirty="0">
              <a:solidFill>
                <a:srgbClr val="FF0000"/>
              </a:solidFill>
            </a:endParaRPr>
          </a:p>
        </p:txBody>
      </p:sp>
    </p:spTree>
    <p:extLst>
      <p:ext uri="{BB962C8B-B14F-4D97-AF65-F5344CB8AC3E}">
        <p14:creationId xmlns:p14="http://schemas.microsoft.com/office/powerpoint/2010/main" val="1562649505"/>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anchor="ctr">
            <a:spAutoFit/>
          </a:bodyPr>
          <a:lstStyle/>
          <a:p>
            <a:endParaRPr lang="en-US"/>
          </a:p>
        </p:txBody>
      </p:sp>
      <p:graphicFrame>
        <p:nvGraphicFramePr>
          <p:cNvPr id="8196" name="Group 4"/>
          <p:cNvGraphicFramePr>
            <a:graphicFrameLocks noGrp="1"/>
          </p:cNvGraphicFramePr>
          <p:nvPr>
            <p:ph idx="1"/>
            <p:extLst>
              <p:ext uri="{D42A27DB-BD31-4B8C-83A1-F6EECF244321}">
                <p14:modId xmlns:p14="http://schemas.microsoft.com/office/powerpoint/2010/main" val="3281570432"/>
              </p:ext>
            </p:extLst>
          </p:nvPr>
        </p:nvGraphicFramePr>
        <p:xfrm>
          <a:off x="323056" y="1676400"/>
          <a:ext cx="8497888" cy="4617720"/>
        </p:xfrm>
        <a:graphic>
          <a:graphicData uri="http://schemas.openxmlformats.org/drawingml/2006/table">
            <a:tbl>
              <a:tblPr/>
              <a:tblGrid>
                <a:gridCol w="1728788">
                  <a:extLst>
                    <a:ext uri="{9D8B030D-6E8A-4147-A177-3AD203B41FA5}">
                      <a16:colId xmlns:a16="http://schemas.microsoft.com/office/drawing/2014/main" val="20000"/>
                    </a:ext>
                  </a:extLst>
                </a:gridCol>
                <a:gridCol w="1584325">
                  <a:extLst>
                    <a:ext uri="{9D8B030D-6E8A-4147-A177-3AD203B41FA5}">
                      <a16:colId xmlns:a16="http://schemas.microsoft.com/office/drawing/2014/main" val="20001"/>
                    </a:ext>
                  </a:extLst>
                </a:gridCol>
                <a:gridCol w="603250">
                  <a:extLst>
                    <a:ext uri="{9D8B030D-6E8A-4147-A177-3AD203B41FA5}">
                      <a16:colId xmlns:a16="http://schemas.microsoft.com/office/drawing/2014/main" val="20002"/>
                    </a:ext>
                  </a:extLst>
                </a:gridCol>
                <a:gridCol w="915987">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5988">
                  <a:extLst>
                    <a:ext uri="{9D8B030D-6E8A-4147-A177-3AD203B41FA5}">
                      <a16:colId xmlns:a16="http://schemas.microsoft.com/office/drawing/2014/main" val="20005"/>
                    </a:ext>
                  </a:extLst>
                </a:gridCol>
                <a:gridCol w="919162">
                  <a:extLst>
                    <a:ext uri="{9D8B030D-6E8A-4147-A177-3AD203B41FA5}">
                      <a16:colId xmlns:a16="http://schemas.microsoft.com/office/drawing/2014/main" val="20006"/>
                    </a:ext>
                  </a:extLst>
                </a:gridCol>
                <a:gridCol w="915988">
                  <a:extLst>
                    <a:ext uri="{9D8B030D-6E8A-4147-A177-3AD203B41FA5}">
                      <a16:colId xmlns:a16="http://schemas.microsoft.com/office/drawing/2014/main" val="20007"/>
                    </a:ext>
                  </a:extLst>
                </a:gridCol>
              </a:tblGrid>
              <a:tr h="344736">
                <a:tc rowSpan="2">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pt-BR" sz="1700" b="0" i="0" u="none" strike="noStrike" cap="none" normalizeH="0" baseline="0" dirty="0">
                          <a:ln>
                            <a:noFill/>
                          </a:ln>
                          <a:solidFill>
                            <a:schemeClr val="tx1"/>
                          </a:solidFill>
                          <a:effectLst/>
                          <a:latin typeface="+mn-lt"/>
                          <a:cs typeface="Times New Roman" pitchFamily="18" charset="0"/>
                        </a:rPr>
                        <a:t>Loại hình hư hỏng</a:t>
                      </a:r>
                      <a:endParaRPr kumimoji="1" lang="pt-BR" sz="1700" b="0" i="0" u="none" strike="noStrike" cap="none" normalizeH="0" baseline="0" dirty="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rowSpan="2">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Mức độ</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gridSpan="6">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Mật độ hư hỏng (%)</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44736">
                <a:tc vMerge="1">
                  <a:txBody>
                    <a:bodyPr/>
                    <a:lstStyle/>
                    <a:p>
                      <a:endParaRPr lang="en-US"/>
                    </a:p>
                  </a:txBody>
                  <a:tcPr/>
                </a:tc>
                <a:tc vMerge="1">
                  <a:txBody>
                    <a:bodyPr/>
                    <a:lstStyle/>
                    <a:p>
                      <a:endParaRPr lang="en-US"/>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0.1</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1</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5</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10</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50</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100</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85434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Nứt lưới nhỏ</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Nhẹ</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Vừa </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Nặng</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8</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10</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12</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12</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14</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17</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18</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22</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28</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30</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35</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45</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50</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55</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70</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dirty="0">
                          <a:ln>
                            <a:noFill/>
                          </a:ln>
                          <a:solidFill>
                            <a:schemeClr val="tx1"/>
                          </a:solidFill>
                          <a:effectLst/>
                          <a:latin typeface="+mn-lt"/>
                          <a:cs typeface="Times New Roman" pitchFamily="18" charset="0"/>
                        </a:rPr>
                        <a:t>60</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sz="1700" b="0" i="0" u="none" strike="noStrike" cap="none" normalizeH="0" baseline="0" dirty="0">
                          <a:ln>
                            <a:noFill/>
                          </a:ln>
                          <a:solidFill>
                            <a:schemeClr val="tx1"/>
                          </a:solidFill>
                          <a:effectLst/>
                          <a:latin typeface="+mn-lt"/>
                          <a:cs typeface="Times New Roman" pitchFamily="18" charset="0"/>
                        </a:rPr>
                        <a:t>75</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sz="1700" b="0" i="0" u="none" strike="noStrike" cap="none" normalizeH="0" baseline="0" dirty="0">
                          <a:ln>
                            <a:noFill/>
                          </a:ln>
                          <a:solidFill>
                            <a:schemeClr val="tx1"/>
                          </a:solidFill>
                          <a:effectLst/>
                          <a:latin typeface="+mn-lt"/>
                          <a:cs typeface="Times New Roman" pitchFamily="18" charset="0"/>
                        </a:rPr>
                        <a:t>100</a:t>
                      </a:r>
                      <a:endParaRPr kumimoji="1" lang="en-US" sz="1700" b="0" i="0" u="none" strike="noStrike" cap="none" normalizeH="0" baseline="0" dirty="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599541">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Nứt lưới lớn</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Nhẹ</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Nặng</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5</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8</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8</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12</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16</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20</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25</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35</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32</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62</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40</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68</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599541">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Vệt bánh</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Nhẹ</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Nặng</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1</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3</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5</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10</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10</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20</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20</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30</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45</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60</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60</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80</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599541">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Lún</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Nhẹ</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Nặng</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2</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4</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10</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12</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20</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27</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33</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40</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65</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75</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75</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100</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599541">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Ổ gà</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Nhẹ</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Nặng</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1</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10</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12</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17</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25</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30</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42</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52</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67</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77</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80</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100</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599541">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Nổi nhựa</a:t>
                      </a:r>
                      <a:endParaRPr kumimoji="1" lang="en-US"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pt-BR" sz="1700" b="0" i="0" u="none" strike="noStrike" cap="none" normalizeH="0" baseline="0">
                          <a:ln>
                            <a:noFill/>
                          </a:ln>
                          <a:solidFill>
                            <a:schemeClr val="tx1"/>
                          </a:solidFill>
                          <a:effectLst/>
                          <a:latin typeface="+mn-lt"/>
                          <a:cs typeface="Times New Roman" pitchFamily="18" charset="0"/>
                        </a:rPr>
                        <a:t>Không phân mức độ</a:t>
                      </a:r>
                      <a:endParaRPr kumimoji="1" lang="pt-BR" sz="17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1</a:t>
                      </a:r>
                      <a:endParaRPr kumimoji="1" lang="en-US" sz="1700" b="0" i="0" u="none" strike="noStrike" cap="none" normalizeH="0" baseline="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5</a:t>
                      </a:r>
                      <a:endParaRPr kumimoji="1" lang="en-US" sz="1700" b="0" i="0" u="none" strike="noStrike" cap="none" normalizeH="0" baseline="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10</a:t>
                      </a:r>
                      <a:endParaRPr kumimoji="1" lang="en-US" sz="1700" b="0" i="0" u="none" strike="noStrike" cap="none" normalizeH="0" baseline="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12</a:t>
                      </a:r>
                      <a:endParaRPr kumimoji="1" lang="en-US" sz="1700" b="0" i="0" u="none" strike="noStrike" cap="none" normalizeH="0" baseline="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a:ln>
                            <a:noFill/>
                          </a:ln>
                          <a:solidFill>
                            <a:schemeClr val="tx1"/>
                          </a:solidFill>
                          <a:effectLst/>
                          <a:latin typeface="+mn-lt"/>
                          <a:cs typeface="Times New Roman" pitchFamily="18" charset="0"/>
                        </a:rPr>
                        <a:t>20</a:t>
                      </a:r>
                      <a:endParaRPr kumimoji="1" lang="en-US" sz="1700" b="0" i="0" u="none" strike="noStrike" cap="none" normalizeH="0" baseline="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700" b="0" i="0" u="none" strike="noStrike" cap="none" normalizeH="0" baseline="0" dirty="0">
                          <a:ln>
                            <a:noFill/>
                          </a:ln>
                          <a:solidFill>
                            <a:schemeClr val="tx1"/>
                          </a:solidFill>
                          <a:effectLst/>
                          <a:latin typeface="+mn-lt"/>
                          <a:cs typeface="Times New Roman" pitchFamily="18" charset="0"/>
                        </a:rPr>
                        <a:t>30</a:t>
                      </a:r>
                      <a:endParaRPr kumimoji="1" lang="en-US" sz="1700" b="0" i="0" u="none" strike="noStrike" cap="none" normalizeH="0" baseline="0" dirty="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bl>
          </a:graphicData>
        </a:graphic>
      </p:graphicFrame>
      <p:sp>
        <p:nvSpPr>
          <p:cNvPr id="6" name="Rectangle 2"/>
          <p:cNvSpPr>
            <a:spLocks noGrp="1" noChangeArrowheads="1"/>
          </p:cNvSpPr>
          <p:nvPr>
            <p:ph type="title"/>
          </p:nvPr>
        </p:nvSpPr>
        <p:spPr>
          <a:xfrm>
            <a:off x="228600" y="1155700"/>
            <a:ext cx="8789194" cy="519113"/>
          </a:xfrm>
        </p:spPr>
        <p:txBody>
          <a:bodyPr/>
          <a:lstStyle/>
          <a:p>
            <a:pPr algn="l"/>
            <a:r>
              <a:rPr lang="en-US" sz="1900" b="1" dirty="0" err="1">
                <a:solidFill>
                  <a:schemeClr val="accent2"/>
                </a:solidFill>
              </a:rPr>
              <a:t>Tiêu</a:t>
            </a:r>
            <a:r>
              <a:rPr lang="en-US" sz="1900" b="1" dirty="0">
                <a:solidFill>
                  <a:schemeClr val="accent2"/>
                </a:solidFill>
              </a:rPr>
              <a:t> </a:t>
            </a:r>
            <a:r>
              <a:rPr lang="en-US" sz="1900" b="1" dirty="0" err="1">
                <a:solidFill>
                  <a:schemeClr val="accent2"/>
                </a:solidFill>
              </a:rPr>
              <a:t>chuẩn</a:t>
            </a:r>
            <a:r>
              <a:rPr lang="en-US" sz="1900" b="1" dirty="0">
                <a:solidFill>
                  <a:schemeClr val="accent2"/>
                </a:solidFill>
              </a:rPr>
              <a:t> </a:t>
            </a:r>
            <a:r>
              <a:rPr lang="en-US" sz="1900" b="1" dirty="0" err="1">
                <a:solidFill>
                  <a:schemeClr val="accent2"/>
                </a:solidFill>
              </a:rPr>
              <a:t>hiện</a:t>
            </a:r>
            <a:r>
              <a:rPr lang="en-US" sz="1900" b="1" dirty="0">
                <a:solidFill>
                  <a:schemeClr val="accent2"/>
                </a:solidFill>
              </a:rPr>
              <a:t> </a:t>
            </a:r>
            <a:r>
              <a:rPr lang="en-US" sz="1900" b="1" dirty="0" err="1">
                <a:solidFill>
                  <a:schemeClr val="accent2"/>
                </a:solidFill>
              </a:rPr>
              <a:t>hành</a:t>
            </a:r>
            <a:r>
              <a:rPr lang="en-US" sz="1900" b="1" dirty="0">
                <a:solidFill>
                  <a:schemeClr val="accent2"/>
                </a:solidFill>
              </a:rPr>
              <a:t> </a:t>
            </a:r>
            <a:r>
              <a:rPr lang="en-US" sz="1900" b="1" dirty="0" err="1">
                <a:solidFill>
                  <a:schemeClr val="accent2"/>
                </a:solidFill>
              </a:rPr>
              <a:t>của</a:t>
            </a:r>
            <a:r>
              <a:rPr lang="en-US" sz="1900" b="1" dirty="0">
                <a:solidFill>
                  <a:schemeClr val="accent2"/>
                </a:solidFill>
              </a:rPr>
              <a:t> </a:t>
            </a:r>
            <a:r>
              <a:rPr lang="en-US" sz="1900" b="1" dirty="0" err="1">
                <a:solidFill>
                  <a:schemeClr val="accent2"/>
                </a:solidFill>
              </a:rPr>
              <a:t>Trung</a:t>
            </a:r>
            <a:r>
              <a:rPr lang="en-US" sz="1900" b="1" dirty="0">
                <a:solidFill>
                  <a:schemeClr val="accent2"/>
                </a:solidFill>
              </a:rPr>
              <a:t> </a:t>
            </a:r>
            <a:r>
              <a:rPr lang="en-US" sz="1900" b="1" dirty="0" err="1">
                <a:solidFill>
                  <a:schemeClr val="accent2"/>
                </a:solidFill>
              </a:rPr>
              <a:t>Quốc</a:t>
            </a:r>
            <a:r>
              <a:rPr lang="en-US" sz="1900" b="1" dirty="0">
                <a:solidFill>
                  <a:schemeClr val="accent2"/>
                </a:solidFill>
              </a:rPr>
              <a:t> – </a:t>
            </a:r>
            <a:r>
              <a:rPr lang="en-US" sz="1900" b="1" dirty="0" err="1">
                <a:solidFill>
                  <a:schemeClr val="accent2"/>
                </a:solidFill>
              </a:rPr>
              <a:t>số</a:t>
            </a:r>
            <a:r>
              <a:rPr lang="en-US" sz="1900" b="1" dirty="0">
                <a:solidFill>
                  <a:schemeClr val="accent2"/>
                </a:solidFill>
              </a:rPr>
              <a:t> </a:t>
            </a:r>
            <a:r>
              <a:rPr lang="en-US" sz="1900" b="1" dirty="0" err="1">
                <a:solidFill>
                  <a:schemeClr val="accent2"/>
                </a:solidFill>
              </a:rPr>
              <a:t>điểm</a:t>
            </a:r>
            <a:r>
              <a:rPr lang="en-US" sz="1900" b="1" dirty="0">
                <a:solidFill>
                  <a:schemeClr val="accent2"/>
                </a:solidFill>
              </a:rPr>
              <a:t> </a:t>
            </a:r>
            <a:r>
              <a:rPr lang="en-US" sz="1900" b="1" dirty="0" err="1">
                <a:solidFill>
                  <a:schemeClr val="accent2"/>
                </a:solidFill>
              </a:rPr>
              <a:t>khấu</a:t>
            </a:r>
            <a:r>
              <a:rPr lang="en-US" sz="1900" b="1" dirty="0">
                <a:solidFill>
                  <a:schemeClr val="accent2"/>
                </a:solidFill>
              </a:rPr>
              <a:t> </a:t>
            </a:r>
            <a:r>
              <a:rPr lang="en-US" sz="1900" b="1" dirty="0" err="1">
                <a:solidFill>
                  <a:schemeClr val="accent2"/>
                </a:solidFill>
              </a:rPr>
              <a:t>trừ</a:t>
            </a:r>
            <a:endParaRPr lang="en-US" sz="1900" b="1" dirty="0">
              <a:solidFill>
                <a:schemeClr val="accent2"/>
              </a:solidFill>
            </a:endParaRPr>
          </a:p>
        </p:txBody>
      </p:sp>
      <p:sp>
        <p:nvSpPr>
          <p:cNvPr id="7" name="Rectangle 6"/>
          <p:cNvSpPr/>
          <p:nvPr/>
        </p:nvSpPr>
        <p:spPr>
          <a:xfrm>
            <a:off x="228600" y="438666"/>
            <a:ext cx="7696200" cy="400110"/>
          </a:xfrm>
          <a:prstGeom prst="rect">
            <a:avLst/>
          </a:prstGeom>
        </p:spPr>
        <p:txBody>
          <a:bodyPr wrap="square">
            <a:spAutoFit/>
          </a:bodyPr>
          <a:lstStyle/>
          <a:p>
            <a:pPr>
              <a:spcBef>
                <a:spcPct val="50000"/>
              </a:spcBef>
            </a:pPr>
            <a:r>
              <a:rPr lang="en-US" sz="2000" b="1" dirty="0" err="1">
                <a:solidFill>
                  <a:srgbClr val="FF0000"/>
                </a:solidFill>
              </a:rPr>
              <a:t>Đặc</a:t>
            </a:r>
            <a:r>
              <a:rPr lang="en-US" sz="2000" b="1" dirty="0">
                <a:solidFill>
                  <a:srgbClr val="FF0000"/>
                </a:solidFill>
              </a:rPr>
              <a:t> </a:t>
            </a:r>
            <a:r>
              <a:rPr lang="en-US" sz="2000" b="1" dirty="0" err="1">
                <a:solidFill>
                  <a:srgbClr val="FF0000"/>
                </a:solidFill>
              </a:rPr>
              <a:t>trưng</a:t>
            </a:r>
            <a:r>
              <a:rPr lang="en-US" sz="2000" b="1" dirty="0">
                <a:solidFill>
                  <a:srgbClr val="FF0000"/>
                </a:solidFill>
              </a:rPr>
              <a:t> </a:t>
            </a:r>
            <a:r>
              <a:rPr lang="en-US" sz="2000" b="1" dirty="0" err="1">
                <a:solidFill>
                  <a:srgbClr val="FF0000"/>
                </a:solidFill>
              </a:rPr>
              <a:t>khai</a:t>
            </a:r>
            <a:r>
              <a:rPr lang="en-US" sz="2000" b="1" dirty="0">
                <a:solidFill>
                  <a:srgbClr val="FF0000"/>
                </a:solidFill>
              </a:rPr>
              <a:t> </a:t>
            </a:r>
            <a:r>
              <a:rPr lang="en-US" sz="2000" b="1" dirty="0" err="1">
                <a:solidFill>
                  <a:srgbClr val="FF0000"/>
                </a:solidFill>
              </a:rPr>
              <a:t>thác</a:t>
            </a:r>
            <a:r>
              <a:rPr lang="en-US" sz="2000" b="1" dirty="0">
                <a:solidFill>
                  <a:srgbClr val="FF0000"/>
                </a:solidFill>
              </a:rPr>
              <a:t> </a:t>
            </a:r>
            <a:r>
              <a:rPr lang="en-US" sz="2000" b="1" dirty="0" err="1">
                <a:solidFill>
                  <a:srgbClr val="FF0000"/>
                </a:solidFill>
              </a:rPr>
              <a:t>mặt</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 </a:t>
            </a:r>
            <a:r>
              <a:rPr lang="en-US" sz="2000" b="1" dirty="0" err="1">
                <a:solidFill>
                  <a:srgbClr val="FF0000"/>
                </a:solidFill>
              </a:rPr>
              <a:t>các</a:t>
            </a:r>
            <a:r>
              <a:rPr lang="en-US" sz="2000" b="1" dirty="0">
                <a:solidFill>
                  <a:srgbClr val="FF0000"/>
                </a:solidFill>
              </a:rPr>
              <a:t> </a:t>
            </a:r>
            <a:r>
              <a:rPr lang="en-US" sz="2000" b="1" dirty="0" err="1">
                <a:solidFill>
                  <a:srgbClr val="FF0000"/>
                </a:solidFill>
              </a:rPr>
              <a:t>chỉ</a:t>
            </a:r>
            <a:r>
              <a:rPr lang="en-US" sz="2000" b="1" dirty="0">
                <a:solidFill>
                  <a:srgbClr val="FF0000"/>
                </a:solidFill>
              </a:rPr>
              <a:t> </a:t>
            </a:r>
            <a:r>
              <a:rPr lang="en-US" sz="2000" b="1" dirty="0" err="1">
                <a:solidFill>
                  <a:srgbClr val="FF0000"/>
                </a:solidFill>
              </a:rPr>
              <a:t>tiêu</a:t>
            </a:r>
            <a:r>
              <a:rPr lang="en-US" sz="2000" b="1" dirty="0">
                <a:solidFill>
                  <a:srgbClr val="FF0000"/>
                </a:solidFill>
              </a:rPr>
              <a:t> </a:t>
            </a:r>
            <a:r>
              <a:rPr lang="en-US" sz="2000" b="1" dirty="0" err="1">
                <a:solidFill>
                  <a:srgbClr val="FF0000"/>
                </a:solidFill>
              </a:rPr>
              <a:t>tổng</a:t>
            </a:r>
            <a:r>
              <a:rPr lang="en-US" sz="2000" b="1" dirty="0">
                <a:solidFill>
                  <a:srgbClr val="FF0000"/>
                </a:solidFill>
              </a:rPr>
              <a:t> </a:t>
            </a:r>
            <a:r>
              <a:rPr lang="en-US" sz="2000" b="1" dirty="0" err="1">
                <a:solidFill>
                  <a:srgbClr val="FF0000"/>
                </a:solidFill>
              </a:rPr>
              <a:t>hợp</a:t>
            </a:r>
            <a:endParaRPr lang="en-US" sz="2000" b="1" dirty="0">
              <a:solidFill>
                <a:srgbClr val="FF0000"/>
              </a:solidFill>
            </a:endParaRPr>
          </a:p>
        </p:txBody>
      </p:sp>
    </p:spTree>
    <p:extLst>
      <p:ext uri="{BB962C8B-B14F-4D97-AF65-F5344CB8AC3E}">
        <p14:creationId xmlns:p14="http://schemas.microsoft.com/office/powerpoint/2010/main" val="1812363586"/>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anchor="ctr">
            <a:spAutoFit/>
          </a:bodyPr>
          <a:lstStyle/>
          <a:p>
            <a:endParaRPr lang="en-US"/>
          </a:p>
        </p:txBody>
      </p:sp>
      <p:pic>
        <p:nvPicPr>
          <p:cNvPr id="9220"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96188" y="3573463"/>
            <a:ext cx="180975" cy="390525"/>
          </a:xfrm>
          <a:prstGeom prst="rect">
            <a:avLst/>
          </a:prstGeom>
          <a:noFill/>
          <a:extLst>
            <a:ext uri="{909E8E84-426E-40DD-AFC4-6F175D3DCCD1}">
              <a14:hiddenFill xmlns:a14="http://schemas.microsoft.com/office/drawing/2010/main">
                <a:solidFill>
                  <a:srgbClr val="FFFFFF"/>
                </a:solidFill>
              </a14:hiddenFill>
            </a:ext>
          </a:extLst>
        </p:spPr>
      </p:pic>
      <p:pic>
        <p:nvPicPr>
          <p:cNvPr id="9221"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96188" y="1916113"/>
            <a:ext cx="180975" cy="390525"/>
          </a:xfrm>
          <a:prstGeom prst="rect">
            <a:avLst/>
          </a:prstGeom>
          <a:noFill/>
          <a:extLst>
            <a:ext uri="{909E8E84-426E-40DD-AFC4-6F175D3DCCD1}">
              <a14:hiddenFill xmlns:a14="http://schemas.microsoft.com/office/drawing/2010/main">
                <a:solidFill>
                  <a:srgbClr val="FFFFFF"/>
                </a:solidFill>
              </a14:hiddenFill>
            </a:ext>
          </a:extLst>
        </p:spPr>
      </p:pic>
      <p:sp>
        <p:nvSpPr>
          <p:cNvPr id="9222" name="Rectangle 6"/>
          <p:cNvSpPr>
            <a:spLocks noChangeArrowheads="1"/>
          </p:cNvSpPr>
          <p:nvPr/>
        </p:nvSpPr>
        <p:spPr bwMode="auto">
          <a:xfrm>
            <a:off x="2051050" y="-206375"/>
            <a:ext cx="1169988" cy="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anchor="ctr">
            <a:spAutoFit/>
          </a:bodyPr>
          <a:lstStyle/>
          <a:p>
            <a:pPr algn="ctr"/>
            <a:r>
              <a:rPr kumimoji="1" lang="en-US" sz="1200">
                <a:latin typeface="Times New Roman" pitchFamily="18" charset="0"/>
                <a:cs typeface="Times New Roman" pitchFamily="18" charset="0"/>
              </a:rPr>
              <a:t> </a:t>
            </a:r>
            <a:endParaRPr kumimoji="1" lang="en-US" sz="2400">
              <a:latin typeface="Times New Roman" pitchFamily="18" charset="0"/>
            </a:endParaRPr>
          </a:p>
        </p:txBody>
      </p:sp>
      <p:sp>
        <p:nvSpPr>
          <p:cNvPr id="9223" name="Rectangle 7"/>
          <p:cNvSpPr>
            <a:spLocks noChangeArrowheads="1"/>
          </p:cNvSpPr>
          <p:nvPr/>
        </p:nvSpPr>
        <p:spPr bwMode="auto">
          <a:xfrm>
            <a:off x="2051050" y="-206375"/>
            <a:ext cx="1169988" cy="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anchor="ctr">
            <a:spAutoFit/>
          </a:bodyPr>
          <a:lstStyle/>
          <a:p>
            <a:endParaRPr lang="en-US"/>
          </a:p>
        </p:txBody>
      </p:sp>
      <p:sp>
        <p:nvSpPr>
          <p:cNvPr id="9224" name="Rectangle 8"/>
          <p:cNvSpPr>
            <a:spLocks noChangeArrowheads="1"/>
          </p:cNvSpPr>
          <p:nvPr/>
        </p:nvSpPr>
        <p:spPr bwMode="auto">
          <a:xfrm>
            <a:off x="2051050" y="-206375"/>
            <a:ext cx="1169988" cy="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anchor="ctr">
            <a:spAutoFit/>
          </a:bodyPr>
          <a:lstStyle/>
          <a:p>
            <a:endParaRPr lang="en-US"/>
          </a:p>
        </p:txBody>
      </p:sp>
      <p:sp>
        <p:nvSpPr>
          <p:cNvPr id="9225" name="Rectangle 9"/>
          <p:cNvSpPr>
            <a:spLocks noChangeArrowheads="1"/>
          </p:cNvSpPr>
          <p:nvPr/>
        </p:nvSpPr>
        <p:spPr bwMode="auto">
          <a:xfrm>
            <a:off x="2051050" y="-206375"/>
            <a:ext cx="1169988" cy="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anchor="ctr">
            <a:spAutoFit/>
          </a:bodyPr>
          <a:lstStyle/>
          <a:p>
            <a:endParaRPr lang="en-US"/>
          </a:p>
        </p:txBody>
      </p:sp>
      <p:sp>
        <p:nvSpPr>
          <p:cNvPr id="9226" name="Rectangle 10"/>
          <p:cNvSpPr>
            <a:spLocks noChangeArrowheads="1"/>
          </p:cNvSpPr>
          <p:nvPr/>
        </p:nvSpPr>
        <p:spPr bwMode="auto">
          <a:xfrm>
            <a:off x="2051050" y="-206375"/>
            <a:ext cx="1169988" cy="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anchor="ctr">
            <a:spAutoFit/>
          </a:bodyPr>
          <a:lstStyle/>
          <a:p>
            <a:endParaRPr lang="en-US"/>
          </a:p>
        </p:txBody>
      </p:sp>
      <p:sp>
        <p:nvSpPr>
          <p:cNvPr id="9227" name="Rectangle 11"/>
          <p:cNvSpPr>
            <a:spLocks noChangeArrowheads="1"/>
          </p:cNvSpPr>
          <p:nvPr/>
        </p:nvSpPr>
        <p:spPr bwMode="auto">
          <a:xfrm>
            <a:off x="2051050" y="-206375"/>
            <a:ext cx="1169988" cy="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anchor="ctr">
            <a:spAutoFit/>
          </a:bodyPr>
          <a:lstStyle/>
          <a:p>
            <a:endParaRPr lang="en-US"/>
          </a:p>
        </p:txBody>
      </p:sp>
      <p:sp>
        <p:nvSpPr>
          <p:cNvPr id="9228" name="Rectangle 12"/>
          <p:cNvSpPr>
            <a:spLocks noChangeArrowheads="1"/>
          </p:cNvSpPr>
          <p:nvPr/>
        </p:nvSpPr>
        <p:spPr bwMode="auto">
          <a:xfrm>
            <a:off x="2051050" y="-206375"/>
            <a:ext cx="1169988" cy="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anchor="ctr">
            <a:spAutoFit/>
          </a:bodyPr>
          <a:lstStyle/>
          <a:p>
            <a:endParaRPr lang="en-US"/>
          </a:p>
        </p:txBody>
      </p:sp>
      <p:sp>
        <p:nvSpPr>
          <p:cNvPr id="9229" name="Rectangle 13"/>
          <p:cNvSpPr>
            <a:spLocks noChangeArrowheads="1"/>
          </p:cNvSpPr>
          <p:nvPr/>
        </p:nvSpPr>
        <p:spPr bwMode="auto">
          <a:xfrm>
            <a:off x="2051050" y="-206375"/>
            <a:ext cx="1169988" cy="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anchor="ctr">
            <a:spAutoFit/>
          </a:bodyPr>
          <a:lstStyle/>
          <a:p>
            <a:endParaRPr lang="en-US"/>
          </a:p>
        </p:txBody>
      </p:sp>
      <p:sp>
        <p:nvSpPr>
          <p:cNvPr id="9230" name="Rectangle 14"/>
          <p:cNvSpPr>
            <a:spLocks noChangeArrowheads="1"/>
          </p:cNvSpPr>
          <p:nvPr/>
        </p:nvSpPr>
        <p:spPr bwMode="auto">
          <a:xfrm>
            <a:off x="2051050" y="-206375"/>
            <a:ext cx="1169988" cy="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anchor="ctr">
            <a:spAutoFit/>
          </a:bodyPr>
          <a:lstStyle/>
          <a:p>
            <a:endParaRPr lang="en-US"/>
          </a:p>
        </p:txBody>
      </p:sp>
      <p:sp>
        <p:nvSpPr>
          <p:cNvPr id="9231" name="Rectangle 15"/>
          <p:cNvSpPr>
            <a:spLocks noChangeArrowheads="1"/>
          </p:cNvSpPr>
          <p:nvPr/>
        </p:nvSpPr>
        <p:spPr bwMode="auto">
          <a:xfrm>
            <a:off x="2051050" y="-206375"/>
            <a:ext cx="1169988" cy="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anchor="ctr">
            <a:spAutoFit/>
          </a:bodyPr>
          <a:lstStyle/>
          <a:p>
            <a:endParaRPr lang="en-US"/>
          </a:p>
        </p:txBody>
      </p:sp>
      <p:sp>
        <p:nvSpPr>
          <p:cNvPr id="9232" name="Rectangle 16"/>
          <p:cNvSpPr>
            <a:spLocks noChangeArrowheads="1"/>
          </p:cNvSpPr>
          <p:nvPr/>
        </p:nvSpPr>
        <p:spPr bwMode="auto">
          <a:xfrm>
            <a:off x="2051050" y="-206375"/>
            <a:ext cx="1169988" cy="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anchor="ctr">
            <a:spAutoFit/>
          </a:bodyPr>
          <a:lstStyle/>
          <a:p>
            <a:endParaRPr lang="en-US"/>
          </a:p>
        </p:txBody>
      </p:sp>
      <p:graphicFrame>
        <p:nvGraphicFramePr>
          <p:cNvPr id="9233" name="Group 17"/>
          <p:cNvGraphicFramePr>
            <a:graphicFrameLocks noGrp="1"/>
          </p:cNvGraphicFramePr>
          <p:nvPr>
            <p:extLst>
              <p:ext uri="{D42A27DB-BD31-4B8C-83A1-F6EECF244321}">
                <p14:modId xmlns:p14="http://schemas.microsoft.com/office/powerpoint/2010/main" val="112423062"/>
              </p:ext>
            </p:extLst>
          </p:nvPr>
        </p:nvGraphicFramePr>
        <p:xfrm>
          <a:off x="323850" y="1711931"/>
          <a:ext cx="8569325" cy="4533172"/>
        </p:xfrm>
        <a:graphic>
          <a:graphicData uri="http://schemas.openxmlformats.org/drawingml/2006/table">
            <a:tbl>
              <a:tblPr/>
              <a:tblGrid>
                <a:gridCol w="1989138">
                  <a:extLst>
                    <a:ext uri="{9D8B030D-6E8A-4147-A177-3AD203B41FA5}">
                      <a16:colId xmlns:a16="http://schemas.microsoft.com/office/drawing/2014/main" val="20000"/>
                    </a:ext>
                  </a:extLst>
                </a:gridCol>
                <a:gridCol w="3195637">
                  <a:extLst>
                    <a:ext uri="{9D8B030D-6E8A-4147-A177-3AD203B41FA5}">
                      <a16:colId xmlns:a16="http://schemas.microsoft.com/office/drawing/2014/main" val="20001"/>
                    </a:ext>
                  </a:extLst>
                </a:gridCol>
                <a:gridCol w="1122363">
                  <a:extLst>
                    <a:ext uri="{9D8B030D-6E8A-4147-A177-3AD203B41FA5}">
                      <a16:colId xmlns:a16="http://schemas.microsoft.com/office/drawing/2014/main" val="20002"/>
                    </a:ext>
                  </a:extLst>
                </a:gridCol>
                <a:gridCol w="2262187">
                  <a:extLst>
                    <a:ext uri="{9D8B030D-6E8A-4147-A177-3AD203B41FA5}">
                      <a16:colId xmlns:a16="http://schemas.microsoft.com/office/drawing/2014/main" val="20003"/>
                    </a:ext>
                  </a:extLst>
                </a:gridCol>
              </a:tblGrid>
              <a:tr h="355756">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pt-BR" sz="1400" b="0" i="0" u="none" strike="noStrike" cap="none" normalizeH="0" baseline="0" dirty="0">
                          <a:ln>
                            <a:noFill/>
                          </a:ln>
                          <a:solidFill>
                            <a:schemeClr val="tx1"/>
                          </a:solidFill>
                          <a:effectLst/>
                          <a:latin typeface="+mn-lt"/>
                          <a:cs typeface="Times New Roman" pitchFamily="18" charset="0"/>
                        </a:rPr>
                        <a:t>Loại hình hư hỏng</a:t>
                      </a:r>
                      <a:endParaRPr kumimoji="1" lang="pt-BR" sz="1400" b="0" i="0" u="none" strike="noStrike" cap="none" normalizeH="0" baseline="0" dirty="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pt-BR" sz="1400" b="0" i="0" u="none" strike="noStrike" cap="none" normalizeH="0" baseline="0">
                          <a:ln>
                            <a:noFill/>
                          </a:ln>
                          <a:solidFill>
                            <a:schemeClr val="tx1"/>
                          </a:solidFill>
                          <a:effectLst/>
                          <a:latin typeface="+mn-lt"/>
                          <a:cs typeface="Times New Roman" pitchFamily="18" charset="0"/>
                        </a:rPr>
                        <a:t>Căn cứ để xác định mức độ </a:t>
                      </a:r>
                    </a:p>
                    <a:p>
                      <a:pPr marL="0" marR="0" lvl="0" indent="0" algn="ctr" defTabSz="914400" rtl="0" eaLnBrk="1" fontAlgn="base" latinLnBrk="0" hangingPunct="1">
                        <a:lnSpc>
                          <a:spcPct val="100000"/>
                        </a:lnSpc>
                        <a:spcBef>
                          <a:spcPct val="0"/>
                        </a:spcBef>
                        <a:spcAft>
                          <a:spcPct val="0"/>
                        </a:spcAft>
                        <a:buClrTx/>
                        <a:buSzTx/>
                        <a:buFontTx/>
                        <a:buNone/>
                        <a:tabLst/>
                      </a:pPr>
                      <a:r>
                        <a:rPr kumimoji="1" lang="pt-BR" sz="1400" b="0" i="0" u="none" strike="noStrike" cap="none" normalizeH="0" baseline="0">
                          <a:ln>
                            <a:noFill/>
                          </a:ln>
                          <a:solidFill>
                            <a:schemeClr val="tx1"/>
                          </a:solidFill>
                          <a:effectLst/>
                          <a:latin typeface="+mn-lt"/>
                          <a:cs typeface="Times New Roman" pitchFamily="18" charset="0"/>
                        </a:rPr>
                        <a:t>nghiêm trọng</a:t>
                      </a:r>
                      <a:endParaRPr kumimoji="1" lang="pt-BR" sz="1400" b="0" i="0" u="none" strike="noStrike" cap="none" normalizeH="0" baseline="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pt-BR" sz="1400" b="0" i="0" u="none" strike="noStrike" cap="none" normalizeH="0" baseline="0" dirty="0">
                          <a:ln>
                            <a:noFill/>
                          </a:ln>
                          <a:solidFill>
                            <a:schemeClr val="tx1"/>
                          </a:solidFill>
                          <a:effectLst/>
                          <a:latin typeface="+mn-lt"/>
                          <a:cs typeface="Times New Roman" pitchFamily="18" charset="0"/>
                        </a:rPr>
                        <a:t>Căn cứ để xác định mật độ hư hỏng</a:t>
                      </a:r>
                      <a:endParaRPr kumimoji="1" lang="pt-BR" sz="1400" b="0" i="0" u="none" strike="noStrike" cap="none" normalizeH="0" baseline="0" dirty="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310179">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1400" b="0" i="0" u="none" strike="noStrike" cap="none" normalizeH="0" baseline="0">
                          <a:ln>
                            <a:noFill/>
                          </a:ln>
                          <a:solidFill>
                            <a:schemeClr val="tx1"/>
                          </a:solidFill>
                          <a:effectLst/>
                          <a:latin typeface="+mn-lt"/>
                          <a:cs typeface="Times New Roman" pitchFamily="18" charset="0"/>
                        </a:rPr>
                        <a:t>Đơn vị tính</a:t>
                      </a:r>
                      <a:endParaRPr kumimoji="1" lang="en-US" sz="14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1400" b="0" i="0" u="none" strike="noStrike" cap="none" normalizeH="0" baseline="0">
                          <a:ln>
                            <a:noFill/>
                          </a:ln>
                          <a:solidFill>
                            <a:schemeClr val="tx1"/>
                          </a:solidFill>
                          <a:effectLst/>
                          <a:latin typeface="+mn-lt"/>
                          <a:cs typeface="Times New Roman" pitchFamily="18" charset="0"/>
                        </a:rPr>
                        <a:t>Mật độ (%)</a:t>
                      </a:r>
                      <a:endParaRPr kumimoji="1" lang="en-US" sz="1400" b="0" i="0" u="none" strike="noStrike" cap="none" normalizeH="0" baseline="0">
                        <a:ln>
                          <a:noFill/>
                        </a:ln>
                        <a:solidFill>
                          <a:schemeClr val="tx1"/>
                        </a:solidFill>
                        <a:effectLst/>
                        <a:latin typeface="+mn-lt"/>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53553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400" b="0" i="0" u="none" strike="noStrike" cap="none" normalizeH="0" baseline="0" dirty="0" err="1">
                          <a:ln>
                            <a:noFill/>
                          </a:ln>
                          <a:solidFill>
                            <a:schemeClr val="tx1"/>
                          </a:solidFill>
                          <a:effectLst/>
                          <a:latin typeface="+mn-lt"/>
                          <a:cs typeface="Times New Roman" pitchFamily="18" charset="0"/>
                        </a:rPr>
                        <a:t>Nứt</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dọc</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ngang</a:t>
                      </a:r>
                      <a:endParaRPr kumimoji="1" lang="en-US" sz="1400" b="0" i="0" u="none" strike="noStrike" cap="none" normalizeH="0" baseline="0" dirty="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400" b="0" i="0" u="none" strike="noStrike" cap="none" normalizeH="0" baseline="0" dirty="0" err="1">
                          <a:ln>
                            <a:noFill/>
                          </a:ln>
                          <a:solidFill>
                            <a:schemeClr val="tx1"/>
                          </a:solidFill>
                          <a:effectLst/>
                          <a:latin typeface="+mn-lt"/>
                          <a:cs typeface="Times New Roman" pitchFamily="18" charset="0"/>
                        </a:rPr>
                        <a:t>Bề</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rộng</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khe</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nứt</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mức</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độ</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vỡ</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tróc</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mép</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khe</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tình</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trạng</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nhét</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kín</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khe</a:t>
                      </a:r>
                      <a:endParaRPr kumimoji="1" lang="en-US" sz="1400" b="0" i="0" u="none" strike="noStrike" cap="none" normalizeH="0" baseline="0" dirty="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1400" b="0" i="0" u="none" strike="noStrike" cap="none" normalizeH="0" baseline="0">
                          <a:ln>
                            <a:noFill/>
                          </a:ln>
                          <a:solidFill>
                            <a:schemeClr val="tx1"/>
                          </a:solidFill>
                          <a:effectLst/>
                          <a:latin typeface="+mn-lt"/>
                          <a:cs typeface="Times New Roman" pitchFamily="18" charset="0"/>
                        </a:rPr>
                        <a:t>L(m dài)</a:t>
                      </a:r>
                      <a:endParaRPr kumimoji="1" lang="en-US" sz="1400" b="0" i="0" u="none" strike="noStrike" cap="none" normalizeH="0" baseline="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67308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400" b="0" i="0" u="none" strike="noStrike" cap="none" normalizeH="0" baseline="0">
                          <a:ln>
                            <a:noFill/>
                          </a:ln>
                          <a:solidFill>
                            <a:schemeClr val="tx1"/>
                          </a:solidFill>
                          <a:effectLst/>
                          <a:latin typeface="+mn-lt"/>
                          <a:cs typeface="Times New Roman" pitchFamily="18" charset="0"/>
                        </a:rPr>
                        <a:t>Nứt mai rùa</a:t>
                      </a:r>
                      <a:endParaRPr kumimoji="1" lang="en-US" sz="1400" b="0" i="0" u="none" strike="noStrike" cap="none" normalizeH="0" baseline="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400" b="0" i="0" u="none" strike="noStrike" cap="none" normalizeH="0" baseline="0" dirty="0" err="1">
                          <a:ln>
                            <a:noFill/>
                          </a:ln>
                          <a:solidFill>
                            <a:schemeClr val="tx1"/>
                          </a:solidFill>
                          <a:effectLst/>
                          <a:latin typeface="+mn-lt"/>
                          <a:cs typeface="Times New Roman" pitchFamily="18" charset="0"/>
                        </a:rPr>
                        <a:t>Bề</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rộng</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khe</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nứt</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mức</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độ</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vở</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tróc</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mép</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khe</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mức</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độ</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rời</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rạc</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và</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kích</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thước</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mảng</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nứt</a:t>
                      </a:r>
                      <a:endParaRPr kumimoji="1" lang="en-US" sz="1400" b="0" i="0" u="none" strike="noStrike" cap="none" normalizeH="0" baseline="0" dirty="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1400" b="0" i="0" u="none" strike="noStrike" cap="none" normalizeH="0" baseline="0">
                          <a:ln>
                            <a:noFill/>
                          </a:ln>
                          <a:solidFill>
                            <a:schemeClr val="tx1"/>
                          </a:solidFill>
                          <a:effectLst/>
                          <a:latin typeface="+mn-lt"/>
                          <a:cs typeface="Times New Roman" pitchFamily="18" charset="0"/>
                        </a:rPr>
                        <a:t>S(m2)</a:t>
                      </a:r>
                      <a:endParaRPr kumimoji="1" lang="en-US" sz="1400" b="0" i="0" u="none" strike="noStrike" cap="none" normalizeH="0" baseline="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67308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400" b="0" i="0" u="none" strike="noStrike" cap="none" normalizeH="0" baseline="0">
                          <a:ln>
                            <a:noFill/>
                          </a:ln>
                          <a:solidFill>
                            <a:schemeClr val="tx1"/>
                          </a:solidFill>
                          <a:effectLst/>
                          <a:latin typeface="+mn-lt"/>
                          <a:cs typeface="Times New Roman" pitchFamily="18" charset="0"/>
                        </a:rPr>
                        <a:t>Nứt thành miếng</a:t>
                      </a:r>
                      <a:endParaRPr kumimoji="1" lang="en-US" sz="1400" b="0" i="0" u="none" strike="noStrike" cap="none" normalizeH="0" baseline="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400" b="0" i="0" u="none" strike="noStrike" cap="none" normalizeH="0" baseline="0" dirty="0" err="1">
                          <a:ln>
                            <a:noFill/>
                          </a:ln>
                          <a:solidFill>
                            <a:schemeClr val="tx1"/>
                          </a:solidFill>
                          <a:effectLst/>
                          <a:latin typeface="+mn-lt"/>
                          <a:cs typeface="Times New Roman" pitchFamily="18" charset="0"/>
                        </a:rPr>
                        <a:t>Bề</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rộng</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khe</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nứt</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mức</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độ</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vở</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tróc</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mép</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khe</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mức</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độ</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rời</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rạc</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và</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kích</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thước</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mảng</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nứt</a:t>
                      </a:r>
                      <a:endParaRPr kumimoji="1" lang="en-US" sz="1400" b="0" i="0" u="none" strike="noStrike" cap="none" normalizeH="0" baseline="0" dirty="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1400" b="0" i="0" u="none" strike="noStrike" cap="none" normalizeH="0" baseline="0">
                          <a:ln>
                            <a:noFill/>
                          </a:ln>
                          <a:solidFill>
                            <a:schemeClr val="tx1"/>
                          </a:solidFill>
                          <a:effectLst/>
                          <a:latin typeface="+mn-lt"/>
                          <a:cs typeface="Times New Roman" pitchFamily="18" charset="0"/>
                        </a:rPr>
                        <a:t>S(m2)</a:t>
                      </a:r>
                      <a:endParaRPr kumimoji="1" lang="en-US" sz="1400" b="0" i="0" u="none" strike="noStrike" cap="none" normalizeH="0" baseline="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53679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400" b="0" i="0" u="none" strike="noStrike" cap="none" normalizeH="0" baseline="0">
                          <a:ln>
                            <a:noFill/>
                          </a:ln>
                          <a:solidFill>
                            <a:schemeClr val="tx1"/>
                          </a:solidFill>
                          <a:effectLst/>
                          <a:latin typeface="+mn-lt"/>
                          <a:cs typeface="Times New Roman" pitchFamily="18" charset="0"/>
                        </a:rPr>
                        <a:t>Lún sụt, xô dồn</a:t>
                      </a:r>
                      <a:endParaRPr kumimoji="1" lang="en-US" sz="1400" b="0" i="0" u="none" strike="noStrike" cap="none" normalizeH="0" baseline="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400" b="0" i="0" u="none" strike="noStrike" cap="none" normalizeH="0" baseline="0" dirty="0" err="1">
                          <a:ln>
                            <a:noFill/>
                          </a:ln>
                          <a:solidFill>
                            <a:schemeClr val="tx1"/>
                          </a:solidFill>
                          <a:effectLst/>
                          <a:latin typeface="+mn-lt"/>
                          <a:cs typeface="Times New Roman" pitchFamily="18" charset="0"/>
                        </a:rPr>
                        <a:t>độ</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sâu</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lún</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chênh</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lệch</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độ</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cao</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trung</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bình</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của</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bước</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cồn</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sóng</a:t>
                      </a:r>
                      <a:endParaRPr kumimoji="1" lang="en-US" sz="1400" b="0" i="0" u="none" strike="noStrike" cap="none" normalizeH="0" baseline="0" dirty="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1400" b="0" i="0" u="none" strike="noStrike" cap="none" normalizeH="0" baseline="0">
                          <a:ln>
                            <a:noFill/>
                          </a:ln>
                          <a:solidFill>
                            <a:schemeClr val="tx1"/>
                          </a:solidFill>
                          <a:effectLst/>
                          <a:latin typeface="+mn-lt"/>
                          <a:cs typeface="Times New Roman" pitchFamily="18" charset="0"/>
                        </a:rPr>
                        <a:t>S(m2)</a:t>
                      </a:r>
                      <a:endParaRPr kumimoji="1" lang="en-US" sz="1400" b="0" i="0" u="none" strike="noStrike" cap="none" normalizeH="0" baseline="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46969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pt-BR" sz="1400" b="0" i="0" u="none" strike="noStrike" cap="none" normalizeH="0" baseline="0">
                          <a:ln>
                            <a:noFill/>
                          </a:ln>
                          <a:solidFill>
                            <a:schemeClr val="tx1"/>
                          </a:solidFill>
                          <a:effectLst/>
                          <a:latin typeface="+mn-lt"/>
                          <a:cs typeface="Times New Roman" pitchFamily="18" charset="0"/>
                        </a:rPr>
                        <a:t>Vệt bánh, hằn sâu</a:t>
                      </a:r>
                      <a:endParaRPr kumimoji="1" lang="pt-BR" sz="1400" b="0" i="0" u="none" strike="noStrike" cap="none" normalizeH="0" baseline="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pt-BR" sz="1400" b="0" i="0" u="none" strike="noStrike" cap="none" normalizeH="0" baseline="0" dirty="0">
                          <a:ln>
                            <a:noFill/>
                          </a:ln>
                          <a:solidFill>
                            <a:schemeClr val="tx1"/>
                          </a:solidFill>
                          <a:effectLst/>
                          <a:latin typeface="+mn-lt"/>
                          <a:cs typeface="Times New Roman" pitchFamily="18" charset="0"/>
                        </a:rPr>
                        <a:t>độ sâu vệt hằn chiều cao, đẩy trồi</a:t>
                      </a:r>
                      <a:endParaRPr kumimoji="1" lang="pt-BR" sz="1400" b="0" i="0" u="none" strike="noStrike" cap="none" normalizeH="0" baseline="0" dirty="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1400" b="0" i="0" u="none" strike="noStrike" cap="none" normalizeH="0" baseline="0">
                          <a:ln>
                            <a:noFill/>
                          </a:ln>
                          <a:solidFill>
                            <a:schemeClr val="tx1"/>
                          </a:solidFill>
                          <a:effectLst/>
                          <a:latin typeface="+mn-lt"/>
                          <a:cs typeface="Times New Roman" pitchFamily="18" charset="0"/>
                        </a:rPr>
                        <a:t>S(m2)</a:t>
                      </a:r>
                      <a:endParaRPr kumimoji="1" lang="en-US" sz="1400" b="0" i="0" u="none" strike="noStrike" cap="none" normalizeH="0" baseline="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45957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400" b="0" i="0" u="none" strike="noStrike" cap="none" normalizeH="0" baseline="0">
                          <a:ln>
                            <a:noFill/>
                          </a:ln>
                          <a:solidFill>
                            <a:schemeClr val="tx1"/>
                          </a:solidFill>
                          <a:effectLst/>
                          <a:latin typeface="+mn-lt"/>
                          <a:cs typeface="Times New Roman" pitchFamily="18" charset="0"/>
                        </a:rPr>
                        <a:t>Mài mòn, rời rạc, nồi</a:t>
                      </a:r>
                      <a:endParaRPr kumimoji="1" lang="en-US" sz="1400" b="0" i="0" u="none" strike="noStrike" cap="none" normalizeH="0" baseline="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400" b="0" i="0" u="none" strike="noStrike" cap="none" normalizeH="0" baseline="0" dirty="0" err="1">
                          <a:ln>
                            <a:noFill/>
                          </a:ln>
                          <a:solidFill>
                            <a:schemeClr val="tx1"/>
                          </a:solidFill>
                          <a:effectLst/>
                          <a:latin typeface="+mn-lt"/>
                          <a:cs typeface="Times New Roman" pitchFamily="18" charset="0"/>
                        </a:rPr>
                        <a:t>Không</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phân</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mức</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độ</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nghiêm</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trọng</a:t>
                      </a:r>
                      <a:endParaRPr kumimoji="1" lang="en-US" sz="1400" b="0" i="0" u="none" strike="noStrike" cap="none" normalizeH="0" baseline="0" dirty="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1400" b="0" i="0" u="none" strike="noStrike" cap="none" normalizeH="0" baseline="0">
                          <a:ln>
                            <a:noFill/>
                          </a:ln>
                          <a:solidFill>
                            <a:schemeClr val="tx1"/>
                          </a:solidFill>
                          <a:effectLst/>
                          <a:latin typeface="+mn-lt"/>
                          <a:cs typeface="Times New Roman" pitchFamily="18" charset="0"/>
                        </a:rPr>
                        <a:t>S(m2)</a:t>
                      </a:r>
                      <a:endParaRPr kumimoji="1" lang="en-US" sz="1400" b="0" i="0" u="none" strike="noStrike" cap="none" normalizeH="0" baseline="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r h="40259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400" b="0" i="0" u="none" strike="noStrike" cap="none" normalizeH="0" baseline="0">
                          <a:ln>
                            <a:noFill/>
                          </a:ln>
                          <a:solidFill>
                            <a:schemeClr val="tx1"/>
                          </a:solidFill>
                          <a:effectLst/>
                          <a:latin typeface="+mn-lt"/>
                          <a:cs typeface="Times New Roman" pitchFamily="18" charset="0"/>
                        </a:rPr>
                        <a:t>Đã vá sửa</a:t>
                      </a:r>
                      <a:endParaRPr kumimoji="1" lang="en-US" sz="1400" b="0" i="0" u="none" strike="noStrike" cap="none" normalizeH="0" baseline="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400" b="0" i="0" u="none" strike="noStrike" cap="none" normalizeH="0" baseline="0" dirty="0" err="1">
                          <a:ln>
                            <a:noFill/>
                          </a:ln>
                          <a:solidFill>
                            <a:schemeClr val="tx1"/>
                          </a:solidFill>
                          <a:effectLst/>
                          <a:latin typeface="+mn-lt"/>
                          <a:cs typeface="Times New Roman" pitchFamily="18" charset="0"/>
                        </a:rPr>
                        <a:t>Mức</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độ</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hoàn</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hảo</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của</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miếng</a:t>
                      </a:r>
                      <a:r>
                        <a:rPr kumimoji="1" lang="en-US" sz="1400" b="0" i="0" u="none" strike="noStrike" cap="none" normalizeH="0" baseline="0" dirty="0">
                          <a:ln>
                            <a:noFill/>
                          </a:ln>
                          <a:solidFill>
                            <a:schemeClr val="tx1"/>
                          </a:solidFill>
                          <a:effectLst/>
                          <a:latin typeface="+mn-lt"/>
                          <a:cs typeface="Times New Roman" pitchFamily="18" charset="0"/>
                        </a:rPr>
                        <a:t> </a:t>
                      </a:r>
                      <a:r>
                        <a:rPr kumimoji="1" lang="en-US" sz="1400" b="0" i="0" u="none" strike="noStrike" cap="none" normalizeH="0" baseline="0" dirty="0" err="1">
                          <a:ln>
                            <a:noFill/>
                          </a:ln>
                          <a:solidFill>
                            <a:schemeClr val="tx1"/>
                          </a:solidFill>
                          <a:effectLst/>
                          <a:latin typeface="+mn-lt"/>
                          <a:cs typeface="Times New Roman" pitchFamily="18" charset="0"/>
                        </a:rPr>
                        <a:t>vá</a:t>
                      </a:r>
                      <a:endParaRPr kumimoji="1" lang="en-US" sz="1400" b="0" i="0" u="none" strike="noStrike" cap="none" normalizeH="0" baseline="0" dirty="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1400" b="0" i="0" u="none" strike="noStrike" cap="none" normalizeH="0" baseline="0">
                          <a:ln>
                            <a:noFill/>
                          </a:ln>
                          <a:solidFill>
                            <a:schemeClr val="tx1"/>
                          </a:solidFill>
                          <a:effectLst/>
                          <a:latin typeface="+mn-lt"/>
                          <a:cs typeface="Times New Roman" pitchFamily="18" charset="0"/>
                        </a:rPr>
                        <a:t>S(m2)</a:t>
                      </a:r>
                      <a:endParaRPr kumimoji="1" lang="en-US" sz="1400" b="0" i="0" u="none" strike="noStrike" cap="none" normalizeH="0" baseline="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8"/>
                  </a:ext>
                </a:extLst>
              </a:tr>
            </a:tbl>
          </a:graphicData>
        </a:graphic>
      </p:graphicFrame>
      <p:pic>
        <p:nvPicPr>
          <p:cNvPr id="9282" name="Picture 6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94215" y="2398713"/>
            <a:ext cx="257969" cy="400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83" name="Picture 6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69490" y="3014795"/>
            <a:ext cx="220385" cy="487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84" name="Picture 6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8194" y="3738562"/>
            <a:ext cx="228344"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85" name="Picture 6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8194" y="4416520"/>
            <a:ext cx="190244" cy="420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86" name="Picture 7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95037" y="4953000"/>
            <a:ext cx="190062"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87" name="Picture 7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86673" y="5419725"/>
            <a:ext cx="190490"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88" name="Picture 7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8194" y="5843338"/>
            <a:ext cx="190244" cy="42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Rectangle 25"/>
          <p:cNvSpPr/>
          <p:nvPr/>
        </p:nvSpPr>
        <p:spPr>
          <a:xfrm>
            <a:off x="228600" y="438666"/>
            <a:ext cx="7696200" cy="400110"/>
          </a:xfrm>
          <a:prstGeom prst="rect">
            <a:avLst/>
          </a:prstGeom>
        </p:spPr>
        <p:txBody>
          <a:bodyPr wrap="square">
            <a:spAutoFit/>
          </a:bodyPr>
          <a:lstStyle/>
          <a:p>
            <a:pPr>
              <a:spcBef>
                <a:spcPct val="50000"/>
              </a:spcBef>
            </a:pPr>
            <a:r>
              <a:rPr lang="en-US" sz="2000" b="1" dirty="0" err="1">
                <a:solidFill>
                  <a:srgbClr val="FF0000"/>
                </a:solidFill>
              </a:rPr>
              <a:t>Đặc</a:t>
            </a:r>
            <a:r>
              <a:rPr lang="en-US" sz="2000" b="1" dirty="0">
                <a:solidFill>
                  <a:srgbClr val="FF0000"/>
                </a:solidFill>
              </a:rPr>
              <a:t> </a:t>
            </a:r>
            <a:r>
              <a:rPr lang="en-US" sz="2000" b="1" dirty="0" err="1">
                <a:solidFill>
                  <a:srgbClr val="FF0000"/>
                </a:solidFill>
              </a:rPr>
              <a:t>trưng</a:t>
            </a:r>
            <a:r>
              <a:rPr lang="en-US" sz="2000" b="1" dirty="0">
                <a:solidFill>
                  <a:srgbClr val="FF0000"/>
                </a:solidFill>
              </a:rPr>
              <a:t> </a:t>
            </a:r>
            <a:r>
              <a:rPr lang="en-US" sz="2000" b="1" dirty="0" err="1">
                <a:solidFill>
                  <a:srgbClr val="FF0000"/>
                </a:solidFill>
              </a:rPr>
              <a:t>khai</a:t>
            </a:r>
            <a:r>
              <a:rPr lang="en-US" sz="2000" b="1" dirty="0">
                <a:solidFill>
                  <a:srgbClr val="FF0000"/>
                </a:solidFill>
              </a:rPr>
              <a:t> </a:t>
            </a:r>
            <a:r>
              <a:rPr lang="en-US" sz="2000" b="1" dirty="0" err="1">
                <a:solidFill>
                  <a:srgbClr val="FF0000"/>
                </a:solidFill>
              </a:rPr>
              <a:t>thác</a:t>
            </a:r>
            <a:r>
              <a:rPr lang="en-US" sz="2000" b="1" dirty="0">
                <a:solidFill>
                  <a:srgbClr val="FF0000"/>
                </a:solidFill>
              </a:rPr>
              <a:t> </a:t>
            </a:r>
            <a:r>
              <a:rPr lang="en-US" sz="2000" b="1" dirty="0" err="1">
                <a:solidFill>
                  <a:srgbClr val="FF0000"/>
                </a:solidFill>
              </a:rPr>
              <a:t>mặt</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 </a:t>
            </a:r>
            <a:r>
              <a:rPr lang="en-US" sz="2000" b="1" dirty="0" err="1">
                <a:solidFill>
                  <a:srgbClr val="FF0000"/>
                </a:solidFill>
              </a:rPr>
              <a:t>các</a:t>
            </a:r>
            <a:r>
              <a:rPr lang="en-US" sz="2000" b="1" dirty="0">
                <a:solidFill>
                  <a:srgbClr val="FF0000"/>
                </a:solidFill>
              </a:rPr>
              <a:t> </a:t>
            </a:r>
            <a:r>
              <a:rPr lang="en-US" sz="2000" b="1" dirty="0" err="1">
                <a:solidFill>
                  <a:srgbClr val="FF0000"/>
                </a:solidFill>
              </a:rPr>
              <a:t>chỉ</a:t>
            </a:r>
            <a:r>
              <a:rPr lang="en-US" sz="2000" b="1" dirty="0">
                <a:solidFill>
                  <a:srgbClr val="FF0000"/>
                </a:solidFill>
              </a:rPr>
              <a:t> </a:t>
            </a:r>
            <a:r>
              <a:rPr lang="en-US" sz="2000" b="1" dirty="0" err="1">
                <a:solidFill>
                  <a:srgbClr val="FF0000"/>
                </a:solidFill>
              </a:rPr>
              <a:t>tiêu</a:t>
            </a:r>
            <a:r>
              <a:rPr lang="en-US" sz="2000" b="1" dirty="0">
                <a:solidFill>
                  <a:srgbClr val="FF0000"/>
                </a:solidFill>
              </a:rPr>
              <a:t> </a:t>
            </a:r>
            <a:r>
              <a:rPr lang="en-US" sz="2000" b="1" dirty="0" err="1">
                <a:solidFill>
                  <a:srgbClr val="FF0000"/>
                </a:solidFill>
              </a:rPr>
              <a:t>tổng</a:t>
            </a:r>
            <a:r>
              <a:rPr lang="en-US" sz="2000" b="1" dirty="0">
                <a:solidFill>
                  <a:srgbClr val="FF0000"/>
                </a:solidFill>
              </a:rPr>
              <a:t> </a:t>
            </a:r>
            <a:r>
              <a:rPr lang="en-US" sz="2000" b="1" dirty="0" err="1">
                <a:solidFill>
                  <a:srgbClr val="FF0000"/>
                </a:solidFill>
              </a:rPr>
              <a:t>hợp</a:t>
            </a:r>
            <a:endParaRPr lang="en-US" sz="2000" b="1" dirty="0">
              <a:solidFill>
                <a:srgbClr val="FF0000"/>
              </a:solidFill>
            </a:endParaRPr>
          </a:p>
        </p:txBody>
      </p:sp>
      <p:sp>
        <p:nvSpPr>
          <p:cNvPr id="27" name="Rectangle 2"/>
          <p:cNvSpPr>
            <a:spLocks noGrp="1" noChangeArrowheads="1"/>
          </p:cNvSpPr>
          <p:nvPr>
            <p:ph type="title"/>
          </p:nvPr>
        </p:nvSpPr>
        <p:spPr>
          <a:xfrm>
            <a:off x="228600" y="1155700"/>
            <a:ext cx="8789194" cy="519113"/>
          </a:xfrm>
        </p:spPr>
        <p:txBody>
          <a:bodyPr/>
          <a:lstStyle/>
          <a:p>
            <a:pPr algn="l"/>
            <a:r>
              <a:rPr lang="en-US" sz="1900" b="1" dirty="0" err="1">
                <a:solidFill>
                  <a:schemeClr val="accent2"/>
                </a:solidFill>
              </a:rPr>
              <a:t>Tiêu</a:t>
            </a:r>
            <a:r>
              <a:rPr lang="en-US" sz="1900" b="1" dirty="0">
                <a:solidFill>
                  <a:schemeClr val="accent2"/>
                </a:solidFill>
              </a:rPr>
              <a:t> </a:t>
            </a:r>
            <a:r>
              <a:rPr lang="en-US" sz="1900" b="1" dirty="0" err="1">
                <a:solidFill>
                  <a:schemeClr val="accent2"/>
                </a:solidFill>
              </a:rPr>
              <a:t>chuẩn</a:t>
            </a:r>
            <a:r>
              <a:rPr lang="en-US" sz="1900" b="1" dirty="0">
                <a:solidFill>
                  <a:schemeClr val="accent2"/>
                </a:solidFill>
              </a:rPr>
              <a:t> </a:t>
            </a:r>
            <a:r>
              <a:rPr lang="en-US" sz="1900" b="1" dirty="0" err="1">
                <a:solidFill>
                  <a:schemeClr val="accent2"/>
                </a:solidFill>
              </a:rPr>
              <a:t>hiện</a:t>
            </a:r>
            <a:r>
              <a:rPr lang="en-US" sz="1900" b="1" dirty="0">
                <a:solidFill>
                  <a:schemeClr val="accent2"/>
                </a:solidFill>
              </a:rPr>
              <a:t> </a:t>
            </a:r>
            <a:r>
              <a:rPr lang="en-US" sz="1900" b="1" dirty="0" err="1">
                <a:solidFill>
                  <a:schemeClr val="accent2"/>
                </a:solidFill>
              </a:rPr>
              <a:t>hành</a:t>
            </a:r>
            <a:r>
              <a:rPr lang="en-US" sz="1900" b="1" dirty="0">
                <a:solidFill>
                  <a:schemeClr val="accent2"/>
                </a:solidFill>
              </a:rPr>
              <a:t> </a:t>
            </a:r>
            <a:r>
              <a:rPr lang="en-US" sz="1900" b="1" dirty="0" err="1">
                <a:solidFill>
                  <a:schemeClr val="accent2"/>
                </a:solidFill>
              </a:rPr>
              <a:t>của</a:t>
            </a:r>
            <a:r>
              <a:rPr lang="en-US" sz="1900" b="1" dirty="0">
                <a:solidFill>
                  <a:schemeClr val="accent2"/>
                </a:solidFill>
              </a:rPr>
              <a:t> </a:t>
            </a:r>
            <a:r>
              <a:rPr lang="en-US" sz="1900" b="1" dirty="0" err="1">
                <a:solidFill>
                  <a:schemeClr val="accent2"/>
                </a:solidFill>
              </a:rPr>
              <a:t>Trung</a:t>
            </a:r>
            <a:r>
              <a:rPr lang="en-US" sz="1900" b="1" dirty="0">
                <a:solidFill>
                  <a:schemeClr val="accent2"/>
                </a:solidFill>
              </a:rPr>
              <a:t> </a:t>
            </a:r>
            <a:r>
              <a:rPr lang="en-US" sz="1900" b="1" dirty="0" err="1">
                <a:solidFill>
                  <a:schemeClr val="accent2"/>
                </a:solidFill>
              </a:rPr>
              <a:t>Quốc</a:t>
            </a:r>
            <a:r>
              <a:rPr lang="en-US" sz="1900" b="1" dirty="0">
                <a:solidFill>
                  <a:schemeClr val="accent2"/>
                </a:solidFill>
              </a:rPr>
              <a:t> – </a:t>
            </a:r>
            <a:r>
              <a:rPr lang="en-US" sz="1900" b="1" dirty="0" err="1">
                <a:solidFill>
                  <a:schemeClr val="accent2"/>
                </a:solidFill>
              </a:rPr>
              <a:t>đánh</a:t>
            </a:r>
            <a:r>
              <a:rPr lang="en-US" sz="1900" b="1" dirty="0">
                <a:solidFill>
                  <a:schemeClr val="accent2"/>
                </a:solidFill>
              </a:rPr>
              <a:t> </a:t>
            </a:r>
            <a:r>
              <a:rPr lang="en-US" sz="1900" b="1" dirty="0" err="1">
                <a:solidFill>
                  <a:schemeClr val="accent2"/>
                </a:solidFill>
              </a:rPr>
              <a:t>giá</a:t>
            </a:r>
            <a:r>
              <a:rPr lang="en-US" sz="1900" b="1" dirty="0">
                <a:solidFill>
                  <a:schemeClr val="accent2"/>
                </a:solidFill>
              </a:rPr>
              <a:t> </a:t>
            </a:r>
            <a:r>
              <a:rPr lang="en-US" sz="1900" b="1" dirty="0" err="1">
                <a:solidFill>
                  <a:schemeClr val="accent2"/>
                </a:solidFill>
              </a:rPr>
              <a:t>hư</a:t>
            </a:r>
            <a:r>
              <a:rPr lang="en-US" sz="1900" b="1" dirty="0">
                <a:solidFill>
                  <a:schemeClr val="accent2"/>
                </a:solidFill>
              </a:rPr>
              <a:t> </a:t>
            </a:r>
            <a:r>
              <a:rPr lang="en-US" sz="1900" b="1" dirty="0" err="1">
                <a:solidFill>
                  <a:schemeClr val="accent2"/>
                </a:solidFill>
              </a:rPr>
              <a:t>hỏng</a:t>
            </a:r>
            <a:endParaRPr lang="en-US" sz="1900" b="1" dirty="0">
              <a:solidFill>
                <a:schemeClr val="accent2"/>
              </a:solidFill>
            </a:endParaRPr>
          </a:p>
        </p:txBody>
      </p:sp>
    </p:spTree>
    <p:extLst>
      <p:ext uri="{BB962C8B-B14F-4D97-AF65-F5344CB8AC3E}">
        <p14:creationId xmlns:p14="http://schemas.microsoft.com/office/powerpoint/2010/main" val="324087964"/>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anchor="ctr">
            <a:spAutoFit/>
          </a:bodyPr>
          <a:lstStyle/>
          <a:p>
            <a:endParaRPr lang="en-US"/>
          </a:p>
        </p:txBody>
      </p:sp>
      <p:graphicFrame>
        <p:nvGraphicFramePr>
          <p:cNvPr id="10244" name="Group 4"/>
          <p:cNvGraphicFramePr>
            <a:graphicFrameLocks noGrp="1"/>
          </p:cNvGraphicFramePr>
          <p:nvPr>
            <p:ph idx="1"/>
            <p:extLst>
              <p:ext uri="{D42A27DB-BD31-4B8C-83A1-F6EECF244321}">
                <p14:modId xmlns:p14="http://schemas.microsoft.com/office/powerpoint/2010/main" val="633870880"/>
              </p:ext>
            </p:extLst>
          </p:nvPr>
        </p:nvGraphicFramePr>
        <p:xfrm>
          <a:off x="359569" y="1905000"/>
          <a:ext cx="8424862" cy="3600450"/>
        </p:xfrm>
        <a:graphic>
          <a:graphicData uri="http://schemas.openxmlformats.org/drawingml/2006/table">
            <a:tbl>
              <a:tblPr/>
              <a:tblGrid>
                <a:gridCol w="1925637">
                  <a:extLst>
                    <a:ext uri="{9D8B030D-6E8A-4147-A177-3AD203B41FA5}">
                      <a16:colId xmlns:a16="http://schemas.microsoft.com/office/drawing/2014/main" val="20000"/>
                    </a:ext>
                  </a:extLst>
                </a:gridCol>
                <a:gridCol w="1077913">
                  <a:extLst>
                    <a:ext uri="{9D8B030D-6E8A-4147-A177-3AD203B41FA5}">
                      <a16:colId xmlns:a16="http://schemas.microsoft.com/office/drawing/2014/main" val="20001"/>
                    </a:ext>
                  </a:extLst>
                </a:gridCol>
                <a:gridCol w="1084262">
                  <a:extLst>
                    <a:ext uri="{9D8B030D-6E8A-4147-A177-3AD203B41FA5}">
                      <a16:colId xmlns:a16="http://schemas.microsoft.com/office/drawing/2014/main" val="20002"/>
                    </a:ext>
                  </a:extLst>
                </a:gridCol>
                <a:gridCol w="1033463">
                  <a:extLst>
                    <a:ext uri="{9D8B030D-6E8A-4147-A177-3AD203B41FA5}">
                      <a16:colId xmlns:a16="http://schemas.microsoft.com/office/drawing/2014/main" val="20003"/>
                    </a:ext>
                  </a:extLst>
                </a:gridCol>
                <a:gridCol w="1062037">
                  <a:extLst>
                    <a:ext uri="{9D8B030D-6E8A-4147-A177-3AD203B41FA5}">
                      <a16:colId xmlns:a16="http://schemas.microsoft.com/office/drawing/2014/main" val="20004"/>
                    </a:ext>
                  </a:extLst>
                </a:gridCol>
                <a:gridCol w="1033463">
                  <a:extLst>
                    <a:ext uri="{9D8B030D-6E8A-4147-A177-3AD203B41FA5}">
                      <a16:colId xmlns:a16="http://schemas.microsoft.com/office/drawing/2014/main" val="20005"/>
                    </a:ext>
                  </a:extLst>
                </a:gridCol>
                <a:gridCol w="1208087">
                  <a:extLst>
                    <a:ext uri="{9D8B030D-6E8A-4147-A177-3AD203B41FA5}">
                      <a16:colId xmlns:a16="http://schemas.microsoft.com/office/drawing/2014/main" val="20006"/>
                    </a:ext>
                  </a:extLst>
                </a:gridCol>
              </a:tblGrid>
              <a:tr h="10572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2000" b="0" i="0" u="none" strike="noStrike" cap="none" normalizeH="0" baseline="0">
                          <a:ln>
                            <a:noFill/>
                          </a:ln>
                          <a:solidFill>
                            <a:schemeClr val="tx1"/>
                          </a:solidFill>
                          <a:effectLst/>
                          <a:latin typeface="+mn-lt"/>
                          <a:cs typeface="Times New Roman" pitchFamily="18" charset="0"/>
                        </a:rPr>
                        <a:t>Phân loại tình trạng hư hỏng</a:t>
                      </a:r>
                      <a:endParaRPr kumimoji="1" lang="en-US" sz="2000" b="0" i="0" u="none" strike="noStrike" cap="none" normalizeH="0" baseline="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2000" b="0" i="0" u="none" strike="noStrike" cap="none" normalizeH="0" baseline="0">
                          <a:ln>
                            <a:noFill/>
                          </a:ln>
                          <a:solidFill>
                            <a:schemeClr val="tx1"/>
                          </a:solidFill>
                          <a:effectLst/>
                          <a:latin typeface="+mn-lt"/>
                          <a:cs typeface="Times New Roman" pitchFamily="18" charset="0"/>
                        </a:rPr>
                        <a:t>Rất tốt</a:t>
                      </a:r>
                      <a:endParaRPr kumimoji="1" lang="en-US" sz="2000" b="0" i="0" u="none" strike="noStrike" cap="none" normalizeH="0" baseline="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2000" b="0" i="0" u="none" strike="noStrike" cap="none" normalizeH="0" baseline="0">
                          <a:ln>
                            <a:noFill/>
                          </a:ln>
                          <a:solidFill>
                            <a:schemeClr val="tx1"/>
                          </a:solidFill>
                          <a:effectLst/>
                          <a:latin typeface="+mn-lt"/>
                          <a:cs typeface="Times New Roman" pitchFamily="18" charset="0"/>
                        </a:rPr>
                        <a:t>Tốt</a:t>
                      </a:r>
                      <a:endParaRPr kumimoji="1" lang="en-US" sz="2000" b="0" i="0" u="none" strike="noStrike" cap="none" normalizeH="0" baseline="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2000" b="0" i="0" u="none" strike="noStrike" cap="none" normalizeH="0" baseline="0">
                          <a:ln>
                            <a:noFill/>
                          </a:ln>
                          <a:solidFill>
                            <a:schemeClr val="tx1"/>
                          </a:solidFill>
                          <a:effectLst/>
                          <a:latin typeface="+mn-lt"/>
                          <a:cs typeface="Times New Roman" pitchFamily="18" charset="0"/>
                        </a:rPr>
                        <a:t>Khá</a:t>
                      </a:r>
                      <a:endParaRPr kumimoji="1" lang="en-US" sz="2000" b="0" i="0" u="none" strike="noStrike" cap="none" normalizeH="0" baseline="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2000" b="0" i="0" u="none" strike="noStrike" cap="none" normalizeH="0" baseline="0">
                          <a:ln>
                            <a:noFill/>
                          </a:ln>
                          <a:solidFill>
                            <a:schemeClr val="tx1"/>
                          </a:solidFill>
                          <a:effectLst/>
                          <a:latin typeface="+mn-lt"/>
                          <a:cs typeface="Times New Roman" pitchFamily="18" charset="0"/>
                        </a:rPr>
                        <a:t>Trung bình</a:t>
                      </a:r>
                      <a:endParaRPr kumimoji="1" lang="en-US" sz="2000" b="0" i="0" u="none" strike="noStrike" cap="none" normalizeH="0" baseline="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2000" b="0" i="0" u="none" strike="noStrike" cap="none" normalizeH="0" baseline="0">
                          <a:ln>
                            <a:noFill/>
                          </a:ln>
                          <a:solidFill>
                            <a:schemeClr val="tx1"/>
                          </a:solidFill>
                          <a:effectLst/>
                          <a:latin typeface="+mn-lt"/>
                          <a:cs typeface="Times New Roman" pitchFamily="18" charset="0"/>
                        </a:rPr>
                        <a:t>Kém</a:t>
                      </a:r>
                      <a:endParaRPr kumimoji="1" lang="en-US" sz="2000" b="0" i="0" u="none" strike="noStrike" cap="none" normalizeH="0" baseline="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2000" b="0" i="0" u="none" strike="noStrike" cap="none" normalizeH="0" baseline="0">
                          <a:ln>
                            <a:noFill/>
                          </a:ln>
                          <a:solidFill>
                            <a:schemeClr val="tx1"/>
                          </a:solidFill>
                          <a:effectLst/>
                          <a:latin typeface="+mn-lt"/>
                          <a:cs typeface="Times New Roman" pitchFamily="18" charset="0"/>
                        </a:rPr>
                        <a:t>Rất kém</a:t>
                      </a:r>
                      <a:endParaRPr kumimoji="1" lang="en-US" sz="2000" b="0" i="0" u="none" strike="noStrike" cap="none" normalizeH="0" baseline="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381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2000" b="0" i="0" u="none" strike="noStrike" cap="none" normalizeH="0" baseline="0">
                          <a:ln>
                            <a:noFill/>
                          </a:ln>
                          <a:solidFill>
                            <a:schemeClr val="tx1"/>
                          </a:solidFill>
                          <a:effectLst/>
                          <a:latin typeface="+mn-lt"/>
                          <a:cs typeface="Times New Roman" pitchFamily="18" charset="0"/>
                        </a:rPr>
                        <a:t>Chỉ số PCI</a:t>
                      </a:r>
                      <a:endParaRPr kumimoji="1" lang="en-US" sz="2000" b="0" i="0" u="none" strike="noStrike" cap="none" normalizeH="0" baseline="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2000" b="0" i="0" u="none" strike="noStrike" cap="none" normalizeH="0" baseline="0">
                          <a:ln>
                            <a:noFill/>
                          </a:ln>
                          <a:solidFill>
                            <a:schemeClr val="tx1"/>
                          </a:solidFill>
                          <a:effectLst/>
                          <a:latin typeface="+mn-lt"/>
                          <a:cs typeface="Times New Roman" pitchFamily="18" charset="0"/>
                        </a:rPr>
                        <a:t>100-91</a:t>
                      </a:r>
                      <a:endParaRPr kumimoji="1" lang="en-US" sz="2000" b="0" i="0" u="none" strike="noStrike" cap="none" normalizeH="0" baseline="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2000" b="0" i="0" u="none" strike="noStrike" cap="none" normalizeH="0" baseline="0">
                          <a:ln>
                            <a:noFill/>
                          </a:ln>
                          <a:solidFill>
                            <a:schemeClr val="tx1"/>
                          </a:solidFill>
                          <a:effectLst/>
                          <a:latin typeface="+mn-lt"/>
                          <a:cs typeface="Times New Roman" pitchFamily="18" charset="0"/>
                        </a:rPr>
                        <a:t>90-81</a:t>
                      </a:r>
                      <a:endParaRPr kumimoji="1" lang="en-US" sz="2000" b="0" i="0" u="none" strike="noStrike" cap="none" normalizeH="0" baseline="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2000" b="0" i="0" u="none" strike="noStrike" cap="none" normalizeH="0" baseline="0">
                          <a:ln>
                            <a:noFill/>
                          </a:ln>
                          <a:solidFill>
                            <a:schemeClr val="tx1"/>
                          </a:solidFill>
                          <a:effectLst/>
                          <a:latin typeface="+mn-lt"/>
                          <a:cs typeface="Times New Roman" pitchFamily="18" charset="0"/>
                        </a:rPr>
                        <a:t>80-71</a:t>
                      </a:r>
                      <a:endParaRPr kumimoji="1" lang="en-US" sz="2000" b="0" i="0" u="none" strike="noStrike" cap="none" normalizeH="0" baseline="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2000" b="0" i="0" u="none" strike="noStrike" cap="none" normalizeH="0" baseline="0">
                          <a:ln>
                            <a:noFill/>
                          </a:ln>
                          <a:solidFill>
                            <a:schemeClr val="tx1"/>
                          </a:solidFill>
                          <a:effectLst/>
                          <a:latin typeface="+mn-lt"/>
                          <a:cs typeface="Times New Roman" pitchFamily="18" charset="0"/>
                        </a:rPr>
                        <a:t>70-51</a:t>
                      </a:r>
                      <a:endParaRPr kumimoji="1" lang="en-US" sz="2000" b="0" i="0" u="none" strike="noStrike" cap="none" normalizeH="0" baseline="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2000" b="0" i="0" u="none" strike="noStrike" cap="none" normalizeH="0" baseline="0">
                          <a:ln>
                            <a:noFill/>
                          </a:ln>
                          <a:solidFill>
                            <a:schemeClr val="tx1"/>
                          </a:solidFill>
                          <a:effectLst/>
                          <a:latin typeface="+mn-lt"/>
                          <a:cs typeface="Times New Roman" pitchFamily="18" charset="0"/>
                        </a:rPr>
                        <a:t>50-31</a:t>
                      </a:r>
                      <a:endParaRPr kumimoji="1" lang="en-US" sz="2000" b="0" i="0" u="none" strike="noStrike" cap="none" normalizeH="0" baseline="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2000" b="0" i="0" u="none" strike="noStrike" cap="none" normalizeH="0" baseline="0">
                          <a:ln>
                            <a:noFill/>
                          </a:ln>
                          <a:solidFill>
                            <a:schemeClr val="tx1"/>
                          </a:solidFill>
                          <a:effectLst/>
                          <a:latin typeface="+mn-lt"/>
                          <a:cs typeface="Times New Roman" pitchFamily="18" charset="0"/>
                        </a:rPr>
                        <a:t>&lt;=31</a:t>
                      </a:r>
                      <a:endParaRPr kumimoji="1" lang="en-US" sz="2000" b="0" i="0" u="none" strike="noStrike" cap="none" normalizeH="0" baseline="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9050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2000" b="0" i="0" u="none" strike="noStrike" cap="none" normalizeH="0" baseline="0">
                          <a:ln>
                            <a:noFill/>
                          </a:ln>
                          <a:solidFill>
                            <a:schemeClr val="tx1"/>
                          </a:solidFill>
                          <a:effectLst/>
                          <a:latin typeface="+mn-lt"/>
                          <a:cs typeface="Times New Roman" pitchFamily="18" charset="0"/>
                        </a:rPr>
                        <a:t>Biện pháp sửa chữa</a:t>
                      </a:r>
                      <a:endParaRPr kumimoji="1" lang="en-US" sz="2000" b="0" i="0" u="none" strike="noStrike" cap="none" normalizeH="0" baseline="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2000" b="0" i="0" u="none" strike="noStrike" cap="none" normalizeH="0" baseline="0">
                          <a:ln>
                            <a:noFill/>
                          </a:ln>
                          <a:solidFill>
                            <a:schemeClr val="tx1"/>
                          </a:solidFill>
                          <a:effectLst/>
                          <a:latin typeface="+mn-lt"/>
                          <a:cs typeface="Times New Roman" pitchFamily="18" charset="0"/>
                        </a:rPr>
                        <a:t>Không cần</a:t>
                      </a:r>
                      <a:endParaRPr kumimoji="1" lang="en-US" sz="2000" b="0" i="0" u="none" strike="noStrike" cap="none" normalizeH="0" baseline="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pt-BR" sz="2000" b="0" i="0" u="none" strike="noStrike" cap="none" normalizeH="0" baseline="0">
                          <a:ln>
                            <a:noFill/>
                          </a:ln>
                          <a:solidFill>
                            <a:schemeClr val="tx1"/>
                          </a:solidFill>
                          <a:effectLst/>
                          <a:latin typeface="+mn-lt"/>
                          <a:cs typeface="Times New Roman" pitchFamily="18" charset="0"/>
                        </a:rPr>
                        <a:t>Bảo dưỡng thường xuyên</a:t>
                      </a:r>
                      <a:endParaRPr kumimoji="1" lang="pt-BR" sz="2000" b="0" i="0" u="none" strike="noStrike" cap="none" normalizeH="0" baseline="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2000" b="0" i="0" u="none" strike="noStrike" cap="none" normalizeH="0" baseline="0">
                          <a:ln>
                            <a:noFill/>
                          </a:ln>
                          <a:solidFill>
                            <a:schemeClr val="tx1"/>
                          </a:solidFill>
                          <a:effectLst/>
                          <a:latin typeface="+mn-lt"/>
                          <a:cs typeface="Times New Roman" pitchFamily="18" charset="0"/>
                        </a:rPr>
                        <a:t>Sửa chữa nhỏ</a:t>
                      </a:r>
                      <a:endParaRPr kumimoji="1" lang="en-US" sz="2000" b="0" i="0" u="none" strike="noStrike" cap="none" normalizeH="0" baseline="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pt-BR" sz="2000" b="0" i="0" u="none" strike="noStrike" cap="none" normalizeH="0" baseline="0">
                          <a:ln>
                            <a:noFill/>
                          </a:ln>
                          <a:solidFill>
                            <a:schemeClr val="tx1"/>
                          </a:solidFill>
                          <a:effectLst/>
                          <a:latin typeface="+mn-lt"/>
                          <a:cs typeface="Times New Roman" pitchFamily="18" charset="0"/>
                        </a:rPr>
                        <a:t>Sửa chữa nhỏ- vừa</a:t>
                      </a:r>
                      <a:endParaRPr kumimoji="1" lang="pt-BR" sz="2000" b="0" i="0" u="none" strike="noStrike" cap="none" normalizeH="0" baseline="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2000" b="0" i="0" u="none" strike="noStrike" cap="none" normalizeH="0" baseline="0">
                          <a:ln>
                            <a:noFill/>
                          </a:ln>
                          <a:solidFill>
                            <a:schemeClr val="tx1"/>
                          </a:solidFill>
                          <a:effectLst/>
                          <a:latin typeface="+mn-lt"/>
                          <a:cs typeface="Times New Roman" pitchFamily="18" charset="0"/>
                        </a:rPr>
                        <a:t>Sửa chữa vừa- lớn</a:t>
                      </a:r>
                      <a:endParaRPr kumimoji="1" lang="en-US" sz="2000" b="0" i="0" u="none" strike="noStrike" cap="none" normalizeH="0" baseline="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2000" b="0" i="0" u="none" strike="noStrike" cap="none" normalizeH="0" baseline="0" dirty="0" err="1">
                          <a:ln>
                            <a:noFill/>
                          </a:ln>
                          <a:solidFill>
                            <a:schemeClr val="tx1"/>
                          </a:solidFill>
                          <a:effectLst/>
                          <a:latin typeface="+mn-lt"/>
                          <a:cs typeface="Times New Roman" pitchFamily="18" charset="0"/>
                        </a:rPr>
                        <a:t>Sửa</a:t>
                      </a:r>
                      <a:r>
                        <a:rPr kumimoji="1" lang="en-US" sz="2000" b="0" i="0" u="none" strike="noStrike" cap="none" normalizeH="0" baseline="0" dirty="0">
                          <a:ln>
                            <a:noFill/>
                          </a:ln>
                          <a:solidFill>
                            <a:schemeClr val="tx1"/>
                          </a:solidFill>
                          <a:effectLst/>
                          <a:latin typeface="+mn-lt"/>
                          <a:cs typeface="Times New Roman" pitchFamily="18" charset="0"/>
                        </a:rPr>
                        <a:t> </a:t>
                      </a:r>
                      <a:r>
                        <a:rPr kumimoji="1" lang="en-US" sz="2000" b="0" i="0" u="none" strike="noStrike" cap="none" normalizeH="0" baseline="0" dirty="0" err="1">
                          <a:ln>
                            <a:noFill/>
                          </a:ln>
                          <a:solidFill>
                            <a:schemeClr val="tx1"/>
                          </a:solidFill>
                          <a:effectLst/>
                          <a:latin typeface="+mn-lt"/>
                          <a:cs typeface="Times New Roman" pitchFamily="18" charset="0"/>
                        </a:rPr>
                        <a:t>chữa</a:t>
                      </a:r>
                      <a:r>
                        <a:rPr kumimoji="1" lang="en-US" sz="2000" b="0" i="0" u="none" strike="noStrike" cap="none" normalizeH="0" baseline="0" dirty="0">
                          <a:ln>
                            <a:noFill/>
                          </a:ln>
                          <a:solidFill>
                            <a:schemeClr val="tx1"/>
                          </a:solidFill>
                          <a:effectLst/>
                          <a:latin typeface="+mn-lt"/>
                          <a:cs typeface="Times New Roman" pitchFamily="18" charset="0"/>
                        </a:rPr>
                        <a:t> </a:t>
                      </a:r>
                      <a:r>
                        <a:rPr kumimoji="1" lang="en-US" sz="2000" b="0" i="0" u="none" strike="noStrike" cap="none" normalizeH="0" baseline="0" dirty="0" err="1">
                          <a:ln>
                            <a:noFill/>
                          </a:ln>
                          <a:solidFill>
                            <a:schemeClr val="tx1"/>
                          </a:solidFill>
                          <a:effectLst/>
                          <a:latin typeface="+mn-lt"/>
                          <a:cs typeface="Times New Roman" pitchFamily="18" charset="0"/>
                        </a:rPr>
                        <a:t>lớn</a:t>
                      </a:r>
                      <a:r>
                        <a:rPr kumimoji="1" lang="en-US" sz="2000" b="0" i="0" u="none" strike="noStrike" cap="none" normalizeH="0" baseline="0" dirty="0">
                          <a:ln>
                            <a:noFill/>
                          </a:ln>
                          <a:solidFill>
                            <a:schemeClr val="tx1"/>
                          </a:solidFill>
                          <a:effectLst/>
                          <a:latin typeface="+mn-lt"/>
                          <a:cs typeface="Times New Roman" pitchFamily="18" charset="0"/>
                        </a:rPr>
                        <a:t> </a:t>
                      </a:r>
                      <a:r>
                        <a:rPr kumimoji="1" lang="en-US" sz="2000" b="0" i="0" u="none" strike="noStrike" cap="none" normalizeH="0" baseline="0" dirty="0" err="1">
                          <a:ln>
                            <a:noFill/>
                          </a:ln>
                          <a:solidFill>
                            <a:schemeClr val="tx1"/>
                          </a:solidFill>
                          <a:effectLst/>
                          <a:latin typeface="+mn-lt"/>
                          <a:cs typeface="Times New Roman" pitchFamily="18" charset="0"/>
                        </a:rPr>
                        <a:t>hoặc</a:t>
                      </a:r>
                      <a:r>
                        <a:rPr kumimoji="1" lang="en-US" sz="2000" b="0" i="0" u="none" strike="noStrike" cap="none" normalizeH="0" baseline="0" dirty="0">
                          <a:ln>
                            <a:noFill/>
                          </a:ln>
                          <a:solidFill>
                            <a:schemeClr val="tx1"/>
                          </a:solidFill>
                          <a:effectLst/>
                          <a:latin typeface="+mn-lt"/>
                          <a:cs typeface="Times New Roman" pitchFamily="18" charset="0"/>
                        </a:rPr>
                        <a:t> </a:t>
                      </a:r>
                      <a:r>
                        <a:rPr kumimoji="1" lang="en-US" sz="2000" b="0" i="0" u="none" strike="noStrike" cap="none" normalizeH="0" baseline="0" dirty="0" err="1">
                          <a:ln>
                            <a:noFill/>
                          </a:ln>
                          <a:solidFill>
                            <a:schemeClr val="tx1"/>
                          </a:solidFill>
                          <a:effectLst/>
                          <a:latin typeface="+mn-lt"/>
                          <a:cs typeface="Times New Roman" pitchFamily="18" charset="0"/>
                        </a:rPr>
                        <a:t>cải</a:t>
                      </a:r>
                      <a:r>
                        <a:rPr kumimoji="1" lang="en-US" sz="2000" b="0" i="0" u="none" strike="noStrike" cap="none" normalizeH="0" baseline="0" dirty="0">
                          <a:ln>
                            <a:noFill/>
                          </a:ln>
                          <a:solidFill>
                            <a:schemeClr val="tx1"/>
                          </a:solidFill>
                          <a:effectLst/>
                          <a:latin typeface="+mn-lt"/>
                          <a:cs typeface="Times New Roman" pitchFamily="18" charset="0"/>
                        </a:rPr>
                        <a:t> </a:t>
                      </a:r>
                      <a:r>
                        <a:rPr kumimoji="1" lang="en-US" sz="2000" b="0" i="0" u="none" strike="noStrike" cap="none" normalizeH="0" baseline="0" dirty="0" err="1">
                          <a:ln>
                            <a:noFill/>
                          </a:ln>
                          <a:solidFill>
                            <a:schemeClr val="tx1"/>
                          </a:solidFill>
                          <a:effectLst/>
                          <a:latin typeface="+mn-lt"/>
                          <a:cs typeface="Times New Roman" pitchFamily="18" charset="0"/>
                        </a:rPr>
                        <a:t>tạo</a:t>
                      </a:r>
                      <a:endParaRPr kumimoji="1" lang="en-US" sz="2000" b="0" i="0" u="none" strike="noStrike" cap="none" normalizeH="0" baseline="0" dirty="0">
                        <a:ln>
                          <a:noFill/>
                        </a:ln>
                        <a:solidFill>
                          <a:schemeClr val="tx1"/>
                        </a:solidFill>
                        <a:effectLst/>
                        <a:latin typeface="+mn-lt"/>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6" name="Rectangle 5"/>
          <p:cNvSpPr/>
          <p:nvPr/>
        </p:nvSpPr>
        <p:spPr>
          <a:xfrm>
            <a:off x="228600" y="438666"/>
            <a:ext cx="7696200" cy="400110"/>
          </a:xfrm>
          <a:prstGeom prst="rect">
            <a:avLst/>
          </a:prstGeom>
        </p:spPr>
        <p:txBody>
          <a:bodyPr wrap="square">
            <a:spAutoFit/>
          </a:bodyPr>
          <a:lstStyle/>
          <a:p>
            <a:pPr>
              <a:spcBef>
                <a:spcPct val="50000"/>
              </a:spcBef>
            </a:pPr>
            <a:r>
              <a:rPr lang="en-US" sz="2000" b="1" dirty="0" err="1">
                <a:solidFill>
                  <a:srgbClr val="FF0000"/>
                </a:solidFill>
              </a:rPr>
              <a:t>Đặc</a:t>
            </a:r>
            <a:r>
              <a:rPr lang="en-US" sz="2000" b="1" dirty="0">
                <a:solidFill>
                  <a:srgbClr val="FF0000"/>
                </a:solidFill>
              </a:rPr>
              <a:t> </a:t>
            </a:r>
            <a:r>
              <a:rPr lang="en-US" sz="2000" b="1" dirty="0" err="1">
                <a:solidFill>
                  <a:srgbClr val="FF0000"/>
                </a:solidFill>
              </a:rPr>
              <a:t>trưng</a:t>
            </a:r>
            <a:r>
              <a:rPr lang="en-US" sz="2000" b="1" dirty="0">
                <a:solidFill>
                  <a:srgbClr val="FF0000"/>
                </a:solidFill>
              </a:rPr>
              <a:t> </a:t>
            </a:r>
            <a:r>
              <a:rPr lang="en-US" sz="2000" b="1" dirty="0" err="1">
                <a:solidFill>
                  <a:srgbClr val="FF0000"/>
                </a:solidFill>
              </a:rPr>
              <a:t>khai</a:t>
            </a:r>
            <a:r>
              <a:rPr lang="en-US" sz="2000" b="1" dirty="0">
                <a:solidFill>
                  <a:srgbClr val="FF0000"/>
                </a:solidFill>
              </a:rPr>
              <a:t> </a:t>
            </a:r>
            <a:r>
              <a:rPr lang="en-US" sz="2000" b="1" dirty="0" err="1">
                <a:solidFill>
                  <a:srgbClr val="FF0000"/>
                </a:solidFill>
              </a:rPr>
              <a:t>thác</a:t>
            </a:r>
            <a:r>
              <a:rPr lang="en-US" sz="2000" b="1" dirty="0">
                <a:solidFill>
                  <a:srgbClr val="FF0000"/>
                </a:solidFill>
              </a:rPr>
              <a:t> </a:t>
            </a:r>
            <a:r>
              <a:rPr lang="en-US" sz="2000" b="1" dirty="0" err="1">
                <a:solidFill>
                  <a:srgbClr val="FF0000"/>
                </a:solidFill>
              </a:rPr>
              <a:t>mặt</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 </a:t>
            </a:r>
            <a:r>
              <a:rPr lang="en-US" sz="2000" b="1" dirty="0" err="1">
                <a:solidFill>
                  <a:srgbClr val="FF0000"/>
                </a:solidFill>
              </a:rPr>
              <a:t>các</a:t>
            </a:r>
            <a:r>
              <a:rPr lang="en-US" sz="2000" b="1" dirty="0">
                <a:solidFill>
                  <a:srgbClr val="FF0000"/>
                </a:solidFill>
              </a:rPr>
              <a:t> </a:t>
            </a:r>
            <a:r>
              <a:rPr lang="en-US" sz="2000" b="1" dirty="0" err="1">
                <a:solidFill>
                  <a:srgbClr val="FF0000"/>
                </a:solidFill>
              </a:rPr>
              <a:t>chỉ</a:t>
            </a:r>
            <a:r>
              <a:rPr lang="en-US" sz="2000" b="1" dirty="0">
                <a:solidFill>
                  <a:srgbClr val="FF0000"/>
                </a:solidFill>
              </a:rPr>
              <a:t> </a:t>
            </a:r>
            <a:r>
              <a:rPr lang="en-US" sz="2000" b="1" dirty="0" err="1">
                <a:solidFill>
                  <a:srgbClr val="FF0000"/>
                </a:solidFill>
              </a:rPr>
              <a:t>tiêu</a:t>
            </a:r>
            <a:r>
              <a:rPr lang="en-US" sz="2000" b="1" dirty="0">
                <a:solidFill>
                  <a:srgbClr val="FF0000"/>
                </a:solidFill>
              </a:rPr>
              <a:t> </a:t>
            </a:r>
            <a:r>
              <a:rPr lang="en-US" sz="2000" b="1" dirty="0" err="1">
                <a:solidFill>
                  <a:srgbClr val="FF0000"/>
                </a:solidFill>
              </a:rPr>
              <a:t>tổng</a:t>
            </a:r>
            <a:r>
              <a:rPr lang="en-US" sz="2000" b="1" dirty="0">
                <a:solidFill>
                  <a:srgbClr val="FF0000"/>
                </a:solidFill>
              </a:rPr>
              <a:t> </a:t>
            </a:r>
            <a:r>
              <a:rPr lang="en-US" sz="2000" b="1" dirty="0" err="1">
                <a:solidFill>
                  <a:srgbClr val="FF0000"/>
                </a:solidFill>
              </a:rPr>
              <a:t>hợp</a:t>
            </a:r>
            <a:endParaRPr lang="en-US" sz="2000" b="1" dirty="0">
              <a:solidFill>
                <a:srgbClr val="FF0000"/>
              </a:solidFill>
            </a:endParaRPr>
          </a:p>
        </p:txBody>
      </p:sp>
      <p:sp>
        <p:nvSpPr>
          <p:cNvPr id="7" name="Rectangle 2"/>
          <p:cNvSpPr>
            <a:spLocks noGrp="1" noChangeArrowheads="1"/>
          </p:cNvSpPr>
          <p:nvPr>
            <p:ph type="title"/>
          </p:nvPr>
        </p:nvSpPr>
        <p:spPr>
          <a:xfrm>
            <a:off x="228600" y="1155700"/>
            <a:ext cx="8789194" cy="519113"/>
          </a:xfrm>
        </p:spPr>
        <p:txBody>
          <a:bodyPr/>
          <a:lstStyle/>
          <a:p>
            <a:pPr algn="l"/>
            <a:r>
              <a:rPr lang="en-US" sz="1900" b="1" dirty="0" err="1">
                <a:solidFill>
                  <a:schemeClr val="accent2"/>
                </a:solidFill>
              </a:rPr>
              <a:t>Tiêu</a:t>
            </a:r>
            <a:r>
              <a:rPr lang="en-US" sz="1900" b="1" dirty="0">
                <a:solidFill>
                  <a:schemeClr val="accent2"/>
                </a:solidFill>
              </a:rPr>
              <a:t> </a:t>
            </a:r>
            <a:r>
              <a:rPr lang="en-US" sz="1900" b="1" dirty="0" err="1">
                <a:solidFill>
                  <a:schemeClr val="accent2"/>
                </a:solidFill>
              </a:rPr>
              <a:t>chuẩn</a:t>
            </a:r>
            <a:r>
              <a:rPr lang="en-US" sz="1900" b="1" dirty="0">
                <a:solidFill>
                  <a:schemeClr val="accent2"/>
                </a:solidFill>
              </a:rPr>
              <a:t> </a:t>
            </a:r>
            <a:r>
              <a:rPr lang="en-US" sz="1900" b="1" dirty="0" err="1">
                <a:solidFill>
                  <a:schemeClr val="accent2"/>
                </a:solidFill>
              </a:rPr>
              <a:t>hiện</a:t>
            </a:r>
            <a:r>
              <a:rPr lang="en-US" sz="1900" b="1" dirty="0">
                <a:solidFill>
                  <a:schemeClr val="accent2"/>
                </a:solidFill>
              </a:rPr>
              <a:t> </a:t>
            </a:r>
            <a:r>
              <a:rPr lang="en-US" sz="1900" b="1" dirty="0" err="1">
                <a:solidFill>
                  <a:schemeClr val="accent2"/>
                </a:solidFill>
              </a:rPr>
              <a:t>hành</a:t>
            </a:r>
            <a:r>
              <a:rPr lang="en-US" sz="1900" b="1" dirty="0">
                <a:solidFill>
                  <a:schemeClr val="accent2"/>
                </a:solidFill>
              </a:rPr>
              <a:t> </a:t>
            </a:r>
            <a:r>
              <a:rPr lang="en-US" sz="1900" b="1" dirty="0" err="1">
                <a:solidFill>
                  <a:schemeClr val="accent2"/>
                </a:solidFill>
              </a:rPr>
              <a:t>của</a:t>
            </a:r>
            <a:r>
              <a:rPr lang="en-US" sz="1900" b="1" dirty="0">
                <a:solidFill>
                  <a:schemeClr val="accent2"/>
                </a:solidFill>
              </a:rPr>
              <a:t> </a:t>
            </a:r>
            <a:r>
              <a:rPr lang="en-US" sz="1900" b="1" dirty="0" err="1">
                <a:solidFill>
                  <a:schemeClr val="accent2"/>
                </a:solidFill>
              </a:rPr>
              <a:t>Trung</a:t>
            </a:r>
            <a:r>
              <a:rPr lang="en-US" sz="1900" b="1" dirty="0">
                <a:solidFill>
                  <a:schemeClr val="accent2"/>
                </a:solidFill>
              </a:rPr>
              <a:t> </a:t>
            </a:r>
            <a:r>
              <a:rPr lang="en-US" sz="1900" b="1" dirty="0" err="1">
                <a:solidFill>
                  <a:schemeClr val="accent2"/>
                </a:solidFill>
              </a:rPr>
              <a:t>Quốc</a:t>
            </a:r>
            <a:r>
              <a:rPr lang="en-US" sz="1900" b="1" dirty="0">
                <a:solidFill>
                  <a:schemeClr val="accent2"/>
                </a:solidFill>
              </a:rPr>
              <a:t> – </a:t>
            </a:r>
            <a:r>
              <a:rPr lang="en-US" sz="1900" b="1" dirty="0" err="1">
                <a:solidFill>
                  <a:schemeClr val="accent2"/>
                </a:solidFill>
              </a:rPr>
              <a:t>lựa</a:t>
            </a:r>
            <a:r>
              <a:rPr lang="en-US" sz="1900" b="1" dirty="0">
                <a:solidFill>
                  <a:schemeClr val="accent2"/>
                </a:solidFill>
              </a:rPr>
              <a:t> </a:t>
            </a:r>
            <a:r>
              <a:rPr lang="en-US" sz="1900" b="1" dirty="0" err="1">
                <a:solidFill>
                  <a:schemeClr val="accent2"/>
                </a:solidFill>
              </a:rPr>
              <a:t>chọn</a:t>
            </a:r>
            <a:r>
              <a:rPr lang="en-US" sz="1900" b="1" dirty="0">
                <a:solidFill>
                  <a:schemeClr val="accent2"/>
                </a:solidFill>
              </a:rPr>
              <a:t> </a:t>
            </a:r>
            <a:r>
              <a:rPr lang="en-US" sz="1900" b="1" dirty="0" err="1">
                <a:solidFill>
                  <a:schemeClr val="accent2"/>
                </a:solidFill>
              </a:rPr>
              <a:t>hình</a:t>
            </a:r>
            <a:r>
              <a:rPr lang="en-US" sz="1900" b="1" dirty="0">
                <a:solidFill>
                  <a:schemeClr val="accent2"/>
                </a:solidFill>
              </a:rPr>
              <a:t> </a:t>
            </a:r>
            <a:r>
              <a:rPr lang="en-US" sz="1900" b="1" dirty="0" err="1">
                <a:solidFill>
                  <a:schemeClr val="accent2"/>
                </a:solidFill>
              </a:rPr>
              <a:t>thức</a:t>
            </a:r>
            <a:r>
              <a:rPr lang="en-US" sz="1900" b="1" dirty="0">
                <a:solidFill>
                  <a:schemeClr val="accent2"/>
                </a:solidFill>
              </a:rPr>
              <a:t> </a:t>
            </a:r>
            <a:r>
              <a:rPr lang="en-US" sz="1900" b="1" dirty="0" err="1">
                <a:solidFill>
                  <a:schemeClr val="accent2"/>
                </a:solidFill>
              </a:rPr>
              <a:t>bảo</a:t>
            </a:r>
            <a:r>
              <a:rPr lang="en-US" sz="1900" b="1" dirty="0">
                <a:solidFill>
                  <a:schemeClr val="accent2"/>
                </a:solidFill>
              </a:rPr>
              <a:t> </a:t>
            </a:r>
            <a:r>
              <a:rPr lang="en-US" sz="1900" b="1" dirty="0" err="1">
                <a:solidFill>
                  <a:schemeClr val="accent2"/>
                </a:solidFill>
              </a:rPr>
              <a:t>dưỡng</a:t>
            </a:r>
            <a:endParaRPr lang="en-US" sz="1900" b="1" dirty="0">
              <a:solidFill>
                <a:schemeClr val="accent2"/>
              </a:solidFill>
            </a:endParaRPr>
          </a:p>
        </p:txBody>
      </p:sp>
    </p:spTree>
    <p:extLst>
      <p:ext uri="{BB962C8B-B14F-4D97-AF65-F5344CB8AC3E}">
        <p14:creationId xmlns:p14="http://schemas.microsoft.com/office/powerpoint/2010/main" val="3282350417"/>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body" idx="1"/>
          </p:nvPr>
        </p:nvSpPr>
        <p:spPr>
          <a:xfrm>
            <a:off x="304800" y="2133600"/>
            <a:ext cx="8569325" cy="3048000"/>
          </a:xfrm>
          <a:noFill/>
          <a:ln w="38100" cmpd="dbl">
            <a:noFill/>
            <a:miter lim="800000"/>
            <a:headEnd/>
            <a:tailEnd/>
          </a:ln>
        </p:spPr>
        <p:txBody>
          <a:bodyPr/>
          <a:lstStyle/>
          <a:p>
            <a:pPr algn="ctr">
              <a:spcBef>
                <a:spcPct val="30000"/>
              </a:spcBef>
              <a:buFontTx/>
              <a:buNone/>
            </a:pPr>
            <a:r>
              <a:rPr lang="en-US" sz="2000" dirty="0" err="1"/>
              <a:t>CI</a:t>
            </a:r>
            <a:r>
              <a:rPr lang="en-US" sz="2000" i="1" baseline="-25000" dirty="0" err="1"/>
              <a:t>Struct</a:t>
            </a:r>
            <a:r>
              <a:rPr lang="en-US" sz="2000" dirty="0"/>
              <a:t> = [A/5]		</a:t>
            </a:r>
          </a:p>
          <a:p>
            <a:pPr>
              <a:spcBef>
                <a:spcPct val="30000"/>
              </a:spcBef>
              <a:buFontTx/>
              <a:buNone/>
            </a:pPr>
            <a:r>
              <a:rPr lang="en-US" sz="2000" dirty="0" err="1"/>
              <a:t>có</a:t>
            </a:r>
            <a:r>
              <a:rPr lang="en-US" sz="2000" dirty="0"/>
              <a:t> </a:t>
            </a:r>
            <a:r>
              <a:rPr lang="en-US" sz="2000" dirty="0" err="1"/>
              <a:t>giá</a:t>
            </a:r>
            <a:r>
              <a:rPr lang="en-US" sz="2000" dirty="0"/>
              <a:t> </a:t>
            </a:r>
            <a:r>
              <a:rPr lang="en-US" sz="2000" dirty="0" err="1"/>
              <a:t>trị</a:t>
            </a:r>
            <a:r>
              <a:rPr lang="en-US" sz="2000" dirty="0"/>
              <a:t> </a:t>
            </a:r>
            <a:r>
              <a:rPr lang="en-US" sz="2000" dirty="0" err="1"/>
              <a:t>lớn</a:t>
            </a:r>
            <a:r>
              <a:rPr lang="en-US" sz="2000" dirty="0"/>
              <a:t> </a:t>
            </a:r>
            <a:r>
              <a:rPr lang="en-US" sz="2000" dirty="0" err="1"/>
              <a:t>nhất</a:t>
            </a:r>
            <a:r>
              <a:rPr lang="en-US" sz="2000" dirty="0"/>
              <a:t> </a:t>
            </a:r>
            <a:r>
              <a:rPr lang="en-US" sz="2000" dirty="0" err="1"/>
              <a:t>là</a:t>
            </a:r>
            <a:r>
              <a:rPr lang="en-US" sz="2000" dirty="0"/>
              <a:t> </a:t>
            </a:r>
            <a:r>
              <a:rPr lang="en-US" sz="2000" dirty="0" err="1"/>
              <a:t>bằng</a:t>
            </a:r>
            <a:r>
              <a:rPr lang="en-US" sz="2000" dirty="0"/>
              <a:t> 5</a:t>
            </a:r>
          </a:p>
          <a:p>
            <a:pPr algn="ctr">
              <a:spcBef>
                <a:spcPct val="30000"/>
              </a:spcBef>
              <a:buFontTx/>
              <a:buNone/>
            </a:pPr>
            <a:r>
              <a:rPr lang="en-US" sz="2000" dirty="0" err="1"/>
              <a:t>CI</a:t>
            </a:r>
            <a:r>
              <a:rPr lang="en-US" sz="2000" i="1" baseline="-25000" dirty="0" err="1"/>
              <a:t>surf</a:t>
            </a:r>
            <a:r>
              <a:rPr lang="en-US" sz="2000" i="1" baseline="-25000" dirty="0"/>
              <a:t> </a:t>
            </a:r>
            <a:r>
              <a:rPr lang="en-US" sz="2000" dirty="0"/>
              <a:t>=   [(C+R)/15]	</a:t>
            </a:r>
          </a:p>
          <a:p>
            <a:pPr>
              <a:spcBef>
                <a:spcPct val="30000"/>
              </a:spcBef>
              <a:buFontTx/>
              <a:buNone/>
            </a:pPr>
            <a:r>
              <a:rPr lang="en-US" sz="2000" dirty="0" err="1"/>
              <a:t>có</a:t>
            </a:r>
            <a:r>
              <a:rPr lang="en-US" sz="2000" dirty="0"/>
              <a:t> </a:t>
            </a:r>
            <a:r>
              <a:rPr lang="en-US" sz="2000" dirty="0" err="1"/>
              <a:t>với</a:t>
            </a:r>
            <a:r>
              <a:rPr lang="en-US" sz="2000" dirty="0"/>
              <a:t> </a:t>
            </a:r>
            <a:r>
              <a:rPr lang="en-US" sz="2000" dirty="0" err="1"/>
              <a:t>giá</a:t>
            </a:r>
            <a:r>
              <a:rPr lang="en-US" sz="2000" dirty="0"/>
              <a:t> </a:t>
            </a:r>
            <a:r>
              <a:rPr lang="en-US" sz="2000" dirty="0" err="1"/>
              <a:t>trị</a:t>
            </a:r>
            <a:r>
              <a:rPr lang="en-US" sz="2000" dirty="0"/>
              <a:t> </a:t>
            </a:r>
            <a:r>
              <a:rPr lang="en-US" sz="2000" dirty="0" err="1"/>
              <a:t>lớn</a:t>
            </a:r>
            <a:r>
              <a:rPr lang="en-US" sz="2000" dirty="0"/>
              <a:t> </a:t>
            </a:r>
            <a:r>
              <a:rPr lang="en-US" sz="2000" dirty="0" err="1"/>
              <a:t>nhất</a:t>
            </a:r>
            <a:r>
              <a:rPr lang="en-US" sz="2000" dirty="0"/>
              <a:t> </a:t>
            </a:r>
            <a:r>
              <a:rPr lang="en-US" sz="2000" dirty="0" err="1"/>
              <a:t>là</a:t>
            </a:r>
            <a:r>
              <a:rPr lang="en-US" sz="2000" dirty="0"/>
              <a:t> </a:t>
            </a:r>
            <a:r>
              <a:rPr lang="en-US" sz="2000" dirty="0" err="1"/>
              <a:t>bằng</a:t>
            </a:r>
            <a:r>
              <a:rPr lang="en-US" sz="2000" dirty="0"/>
              <a:t> 5</a:t>
            </a:r>
          </a:p>
          <a:p>
            <a:pPr>
              <a:spcBef>
                <a:spcPct val="30000"/>
              </a:spcBef>
              <a:buFontTx/>
              <a:buNone/>
            </a:pPr>
            <a:r>
              <a:rPr lang="en-US" sz="2000" dirty="0"/>
              <a:t>     A: </a:t>
            </a:r>
            <a:r>
              <a:rPr lang="en-US" sz="2000" dirty="0" err="1"/>
              <a:t>Chiều</a:t>
            </a:r>
            <a:r>
              <a:rPr lang="en-US" sz="2000" dirty="0"/>
              <a:t> </a:t>
            </a:r>
            <a:r>
              <a:rPr lang="en-US" sz="2000" dirty="0" err="1"/>
              <a:t>sâu</a:t>
            </a:r>
            <a:r>
              <a:rPr lang="en-US" sz="2000" dirty="0"/>
              <a:t> </a:t>
            </a:r>
            <a:r>
              <a:rPr lang="en-US" sz="2000" dirty="0" err="1"/>
              <a:t>vệt</a:t>
            </a:r>
            <a:r>
              <a:rPr lang="en-US" sz="2000" dirty="0"/>
              <a:t> </a:t>
            </a:r>
            <a:r>
              <a:rPr lang="en-US" sz="2000" dirty="0" err="1"/>
              <a:t>lún</a:t>
            </a:r>
            <a:r>
              <a:rPr lang="en-US" sz="2000" dirty="0"/>
              <a:t> </a:t>
            </a:r>
            <a:r>
              <a:rPr lang="en-US" sz="2000" dirty="0" err="1"/>
              <a:t>trung</a:t>
            </a:r>
            <a:r>
              <a:rPr lang="en-US" sz="2000" dirty="0"/>
              <a:t> </a:t>
            </a:r>
            <a:r>
              <a:rPr lang="en-US" sz="2000" dirty="0" err="1"/>
              <a:t>bình</a:t>
            </a:r>
            <a:r>
              <a:rPr lang="en-US" sz="2000" dirty="0"/>
              <a:t> (mm)</a:t>
            </a:r>
          </a:p>
          <a:p>
            <a:pPr>
              <a:spcBef>
                <a:spcPct val="30000"/>
              </a:spcBef>
              <a:buFontTx/>
              <a:buNone/>
            </a:pPr>
            <a:r>
              <a:rPr lang="en-US" sz="2000" dirty="0"/>
              <a:t>	C: </a:t>
            </a:r>
            <a:r>
              <a:rPr lang="en-US" sz="2000" dirty="0" err="1"/>
              <a:t>Diện</a:t>
            </a:r>
            <a:r>
              <a:rPr lang="en-US" sz="2000" dirty="0"/>
              <a:t> </a:t>
            </a:r>
            <a:r>
              <a:rPr lang="en-US" sz="2000" dirty="0" err="1"/>
              <a:t>tích</a:t>
            </a:r>
            <a:r>
              <a:rPr lang="en-US" sz="2000" dirty="0"/>
              <a:t> </a:t>
            </a:r>
            <a:r>
              <a:rPr lang="en-US" sz="2000" dirty="0" err="1"/>
              <a:t>xuất</a:t>
            </a:r>
            <a:r>
              <a:rPr lang="en-US" sz="2000" dirty="0"/>
              <a:t> </a:t>
            </a:r>
            <a:r>
              <a:rPr lang="en-US" sz="2000" dirty="0" err="1"/>
              <a:t>hiện</a:t>
            </a:r>
            <a:r>
              <a:rPr lang="en-US" sz="2000" dirty="0"/>
              <a:t> </a:t>
            </a:r>
            <a:r>
              <a:rPr lang="en-US" sz="2000" dirty="0" err="1"/>
              <a:t>vết</a:t>
            </a:r>
            <a:r>
              <a:rPr lang="en-US" sz="2000" dirty="0"/>
              <a:t> </a:t>
            </a:r>
            <a:r>
              <a:rPr lang="en-US" sz="2000" dirty="0" err="1"/>
              <a:t>nứt</a:t>
            </a:r>
            <a:r>
              <a:rPr lang="en-US" sz="2000" dirty="0"/>
              <a:t> </a:t>
            </a:r>
            <a:r>
              <a:rPr lang="en-US" sz="2000" dirty="0" err="1"/>
              <a:t>trên</a:t>
            </a:r>
            <a:r>
              <a:rPr lang="en-US" sz="2000" dirty="0"/>
              <a:t> </a:t>
            </a:r>
            <a:r>
              <a:rPr lang="en-US" sz="2000" dirty="0" err="1"/>
              <a:t>mặt</a:t>
            </a:r>
            <a:r>
              <a:rPr lang="en-US" sz="2000" dirty="0"/>
              <a:t> </a:t>
            </a:r>
            <a:r>
              <a:rPr lang="en-US" sz="2000" dirty="0" err="1"/>
              <a:t>đường</a:t>
            </a:r>
            <a:r>
              <a:rPr lang="en-US" sz="2000" dirty="0"/>
              <a:t> (%)</a:t>
            </a:r>
          </a:p>
          <a:p>
            <a:pPr>
              <a:spcBef>
                <a:spcPct val="30000"/>
              </a:spcBef>
              <a:buFontTx/>
              <a:buNone/>
            </a:pPr>
            <a:r>
              <a:rPr lang="en-US" sz="2000" dirty="0"/>
              <a:t>	R: </a:t>
            </a:r>
            <a:r>
              <a:rPr lang="en-US" sz="2000" dirty="0" err="1"/>
              <a:t>Diện</a:t>
            </a:r>
            <a:r>
              <a:rPr lang="en-US" sz="2000" dirty="0"/>
              <a:t> </a:t>
            </a:r>
            <a:r>
              <a:rPr lang="en-US" sz="2000" dirty="0" err="1"/>
              <a:t>tích</a:t>
            </a:r>
            <a:r>
              <a:rPr lang="en-US" sz="2000" dirty="0"/>
              <a:t> </a:t>
            </a:r>
            <a:r>
              <a:rPr lang="en-US" sz="2000" dirty="0" err="1"/>
              <a:t>xuất</a:t>
            </a:r>
            <a:r>
              <a:rPr lang="en-US" sz="2000" dirty="0"/>
              <a:t> </a:t>
            </a:r>
            <a:r>
              <a:rPr lang="en-US" sz="2000" dirty="0" err="1"/>
              <a:t>hiện</a:t>
            </a:r>
            <a:r>
              <a:rPr lang="en-US" sz="2000" dirty="0"/>
              <a:t> bong </a:t>
            </a:r>
            <a:r>
              <a:rPr lang="en-US" sz="2000" dirty="0" err="1"/>
              <a:t>bật</a:t>
            </a:r>
            <a:r>
              <a:rPr lang="en-US" sz="2000" dirty="0"/>
              <a:t>/ bong </a:t>
            </a:r>
            <a:r>
              <a:rPr lang="en-US" sz="2000" dirty="0" err="1"/>
              <a:t>tróc</a:t>
            </a:r>
            <a:r>
              <a:rPr lang="en-US" sz="2000" dirty="0"/>
              <a:t> </a:t>
            </a:r>
            <a:r>
              <a:rPr lang="en-US" sz="2000" dirty="0" err="1"/>
              <a:t>mặt</a:t>
            </a:r>
            <a:r>
              <a:rPr lang="en-US" sz="2000" dirty="0"/>
              <a:t> </a:t>
            </a:r>
            <a:r>
              <a:rPr lang="en-US" sz="2000" dirty="0" err="1"/>
              <a:t>đường</a:t>
            </a:r>
            <a:r>
              <a:rPr lang="en-US" sz="2000" dirty="0"/>
              <a:t> (%)</a:t>
            </a:r>
          </a:p>
        </p:txBody>
      </p:sp>
      <p:sp>
        <p:nvSpPr>
          <p:cNvPr id="4" name="Rectangle 3"/>
          <p:cNvSpPr/>
          <p:nvPr/>
        </p:nvSpPr>
        <p:spPr>
          <a:xfrm>
            <a:off x="228600" y="438666"/>
            <a:ext cx="7696200" cy="400110"/>
          </a:xfrm>
          <a:prstGeom prst="rect">
            <a:avLst/>
          </a:prstGeom>
        </p:spPr>
        <p:txBody>
          <a:bodyPr wrap="square">
            <a:spAutoFit/>
          </a:bodyPr>
          <a:lstStyle/>
          <a:p>
            <a:pPr>
              <a:spcBef>
                <a:spcPct val="50000"/>
              </a:spcBef>
            </a:pPr>
            <a:r>
              <a:rPr lang="en-US" sz="2000" b="1" dirty="0" err="1">
                <a:solidFill>
                  <a:srgbClr val="FF0000"/>
                </a:solidFill>
              </a:rPr>
              <a:t>Đặc</a:t>
            </a:r>
            <a:r>
              <a:rPr lang="en-US" sz="2000" b="1" dirty="0">
                <a:solidFill>
                  <a:srgbClr val="FF0000"/>
                </a:solidFill>
              </a:rPr>
              <a:t> </a:t>
            </a:r>
            <a:r>
              <a:rPr lang="en-US" sz="2000" b="1" dirty="0" err="1">
                <a:solidFill>
                  <a:srgbClr val="FF0000"/>
                </a:solidFill>
              </a:rPr>
              <a:t>trưng</a:t>
            </a:r>
            <a:r>
              <a:rPr lang="en-US" sz="2000" b="1" dirty="0">
                <a:solidFill>
                  <a:srgbClr val="FF0000"/>
                </a:solidFill>
              </a:rPr>
              <a:t> </a:t>
            </a:r>
            <a:r>
              <a:rPr lang="en-US" sz="2000" b="1" dirty="0" err="1">
                <a:solidFill>
                  <a:srgbClr val="FF0000"/>
                </a:solidFill>
              </a:rPr>
              <a:t>khai</a:t>
            </a:r>
            <a:r>
              <a:rPr lang="en-US" sz="2000" b="1" dirty="0">
                <a:solidFill>
                  <a:srgbClr val="FF0000"/>
                </a:solidFill>
              </a:rPr>
              <a:t> </a:t>
            </a:r>
            <a:r>
              <a:rPr lang="en-US" sz="2000" b="1" dirty="0" err="1">
                <a:solidFill>
                  <a:srgbClr val="FF0000"/>
                </a:solidFill>
              </a:rPr>
              <a:t>thác</a:t>
            </a:r>
            <a:r>
              <a:rPr lang="en-US" sz="2000" b="1" dirty="0">
                <a:solidFill>
                  <a:srgbClr val="FF0000"/>
                </a:solidFill>
              </a:rPr>
              <a:t> </a:t>
            </a:r>
            <a:r>
              <a:rPr lang="en-US" sz="2000" b="1" dirty="0" err="1">
                <a:solidFill>
                  <a:srgbClr val="FF0000"/>
                </a:solidFill>
              </a:rPr>
              <a:t>mặt</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 </a:t>
            </a:r>
            <a:r>
              <a:rPr lang="en-US" sz="2000" b="1" dirty="0" err="1">
                <a:solidFill>
                  <a:srgbClr val="FF0000"/>
                </a:solidFill>
              </a:rPr>
              <a:t>các</a:t>
            </a:r>
            <a:r>
              <a:rPr lang="en-US" sz="2000" b="1" dirty="0">
                <a:solidFill>
                  <a:srgbClr val="FF0000"/>
                </a:solidFill>
              </a:rPr>
              <a:t> </a:t>
            </a:r>
            <a:r>
              <a:rPr lang="en-US" sz="2000" b="1" dirty="0" err="1">
                <a:solidFill>
                  <a:srgbClr val="FF0000"/>
                </a:solidFill>
              </a:rPr>
              <a:t>chỉ</a:t>
            </a:r>
            <a:r>
              <a:rPr lang="en-US" sz="2000" b="1" dirty="0">
                <a:solidFill>
                  <a:srgbClr val="FF0000"/>
                </a:solidFill>
              </a:rPr>
              <a:t> </a:t>
            </a:r>
            <a:r>
              <a:rPr lang="en-US" sz="2000" b="1" dirty="0" err="1">
                <a:solidFill>
                  <a:srgbClr val="FF0000"/>
                </a:solidFill>
              </a:rPr>
              <a:t>tiêu</a:t>
            </a:r>
            <a:r>
              <a:rPr lang="en-US" sz="2000" b="1" dirty="0">
                <a:solidFill>
                  <a:srgbClr val="FF0000"/>
                </a:solidFill>
              </a:rPr>
              <a:t> </a:t>
            </a:r>
            <a:r>
              <a:rPr lang="en-US" sz="2000" b="1" dirty="0" err="1">
                <a:solidFill>
                  <a:srgbClr val="FF0000"/>
                </a:solidFill>
              </a:rPr>
              <a:t>tổng</a:t>
            </a:r>
            <a:r>
              <a:rPr lang="en-US" sz="2000" b="1" dirty="0">
                <a:solidFill>
                  <a:srgbClr val="FF0000"/>
                </a:solidFill>
              </a:rPr>
              <a:t> </a:t>
            </a:r>
            <a:r>
              <a:rPr lang="en-US" sz="2000" b="1" dirty="0" err="1">
                <a:solidFill>
                  <a:srgbClr val="FF0000"/>
                </a:solidFill>
              </a:rPr>
              <a:t>hợp</a:t>
            </a:r>
            <a:endParaRPr lang="en-US" sz="2000" b="1" dirty="0">
              <a:solidFill>
                <a:srgbClr val="FF0000"/>
              </a:solidFill>
            </a:endParaRPr>
          </a:p>
        </p:txBody>
      </p:sp>
      <p:sp>
        <p:nvSpPr>
          <p:cNvPr id="5" name="Rectangle 2"/>
          <p:cNvSpPr>
            <a:spLocks noGrp="1" noChangeArrowheads="1"/>
          </p:cNvSpPr>
          <p:nvPr>
            <p:ph type="title"/>
          </p:nvPr>
        </p:nvSpPr>
        <p:spPr>
          <a:xfrm>
            <a:off x="228600" y="1295400"/>
            <a:ext cx="8789194" cy="519113"/>
          </a:xfrm>
        </p:spPr>
        <p:txBody>
          <a:bodyPr/>
          <a:lstStyle/>
          <a:p>
            <a:pPr algn="l"/>
            <a:r>
              <a:rPr lang="en-US" sz="1900" b="1" dirty="0" err="1">
                <a:solidFill>
                  <a:schemeClr val="accent2"/>
                </a:solidFill>
              </a:rPr>
              <a:t>Chỉ</a:t>
            </a:r>
            <a:r>
              <a:rPr lang="en-US" sz="1900" b="1" dirty="0">
                <a:solidFill>
                  <a:schemeClr val="accent2"/>
                </a:solidFill>
              </a:rPr>
              <a:t> </a:t>
            </a:r>
            <a:r>
              <a:rPr lang="en-US" sz="1900" b="1" dirty="0" err="1">
                <a:solidFill>
                  <a:schemeClr val="accent2"/>
                </a:solidFill>
              </a:rPr>
              <a:t>số</a:t>
            </a:r>
            <a:r>
              <a:rPr lang="en-US" sz="1900" b="1" dirty="0">
                <a:solidFill>
                  <a:schemeClr val="accent2"/>
                </a:solidFill>
              </a:rPr>
              <a:t> </a:t>
            </a:r>
            <a:r>
              <a:rPr lang="en-US" sz="1900" b="1" dirty="0" err="1">
                <a:solidFill>
                  <a:schemeClr val="accent2"/>
                </a:solidFill>
              </a:rPr>
              <a:t>tình</a:t>
            </a:r>
            <a:r>
              <a:rPr lang="en-US" sz="1900" b="1" dirty="0">
                <a:solidFill>
                  <a:schemeClr val="accent2"/>
                </a:solidFill>
              </a:rPr>
              <a:t> </a:t>
            </a:r>
            <a:r>
              <a:rPr lang="en-US" sz="1900" b="1" dirty="0" err="1">
                <a:solidFill>
                  <a:schemeClr val="accent2"/>
                </a:solidFill>
              </a:rPr>
              <a:t>trạng</a:t>
            </a:r>
            <a:r>
              <a:rPr lang="en-US" sz="1900" b="1" dirty="0">
                <a:solidFill>
                  <a:schemeClr val="accent2"/>
                </a:solidFill>
              </a:rPr>
              <a:t> </a:t>
            </a:r>
            <a:r>
              <a:rPr lang="en-US" sz="1900" b="1" dirty="0" err="1">
                <a:solidFill>
                  <a:schemeClr val="accent2"/>
                </a:solidFill>
              </a:rPr>
              <a:t>bề</a:t>
            </a:r>
            <a:r>
              <a:rPr lang="en-US" sz="1900" b="1" dirty="0">
                <a:solidFill>
                  <a:schemeClr val="accent2"/>
                </a:solidFill>
              </a:rPr>
              <a:t> </a:t>
            </a:r>
            <a:r>
              <a:rPr lang="en-US" sz="1900" b="1" dirty="0" err="1">
                <a:solidFill>
                  <a:schemeClr val="accent2"/>
                </a:solidFill>
              </a:rPr>
              <a:t>mặt</a:t>
            </a:r>
            <a:r>
              <a:rPr lang="en-US" sz="1900" b="1" dirty="0">
                <a:solidFill>
                  <a:schemeClr val="accent2"/>
                </a:solidFill>
              </a:rPr>
              <a:t> </a:t>
            </a:r>
            <a:r>
              <a:rPr lang="en-US" sz="1900" b="1" dirty="0" err="1">
                <a:solidFill>
                  <a:schemeClr val="accent2"/>
                </a:solidFill>
              </a:rPr>
              <a:t>và</a:t>
            </a:r>
            <a:r>
              <a:rPr lang="en-US" sz="1900" b="1" dirty="0">
                <a:solidFill>
                  <a:schemeClr val="accent2"/>
                </a:solidFill>
              </a:rPr>
              <a:t> </a:t>
            </a:r>
            <a:r>
              <a:rPr lang="en-US" sz="1900" b="1" dirty="0" err="1">
                <a:solidFill>
                  <a:schemeClr val="accent2"/>
                </a:solidFill>
              </a:rPr>
              <a:t>chỉ</a:t>
            </a:r>
            <a:r>
              <a:rPr lang="en-US" sz="1900" b="1" dirty="0">
                <a:solidFill>
                  <a:schemeClr val="accent2"/>
                </a:solidFill>
              </a:rPr>
              <a:t> </a:t>
            </a:r>
            <a:r>
              <a:rPr lang="en-US" sz="1900" b="1" dirty="0" err="1">
                <a:solidFill>
                  <a:schemeClr val="accent2"/>
                </a:solidFill>
              </a:rPr>
              <a:t>số</a:t>
            </a:r>
            <a:r>
              <a:rPr lang="en-US" sz="1900" b="1" dirty="0">
                <a:solidFill>
                  <a:schemeClr val="accent2"/>
                </a:solidFill>
              </a:rPr>
              <a:t> </a:t>
            </a:r>
            <a:r>
              <a:rPr lang="en-US" sz="1900" b="1" dirty="0" err="1">
                <a:solidFill>
                  <a:schemeClr val="accent2"/>
                </a:solidFill>
              </a:rPr>
              <a:t>tình</a:t>
            </a:r>
            <a:r>
              <a:rPr lang="en-US" sz="1900" b="1" dirty="0">
                <a:solidFill>
                  <a:schemeClr val="accent2"/>
                </a:solidFill>
              </a:rPr>
              <a:t> </a:t>
            </a:r>
            <a:r>
              <a:rPr lang="en-US" sz="1900" b="1" dirty="0" err="1">
                <a:solidFill>
                  <a:schemeClr val="accent2"/>
                </a:solidFill>
              </a:rPr>
              <a:t>trạng</a:t>
            </a:r>
            <a:r>
              <a:rPr lang="en-US" sz="1900" b="1" dirty="0">
                <a:solidFill>
                  <a:schemeClr val="accent2"/>
                </a:solidFill>
              </a:rPr>
              <a:t> </a:t>
            </a:r>
            <a:r>
              <a:rPr lang="en-US" sz="1900" b="1" dirty="0" err="1">
                <a:solidFill>
                  <a:schemeClr val="accent2"/>
                </a:solidFill>
              </a:rPr>
              <a:t>kết</a:t>
            </a:r>
            <a:r>
              <a:rPr lang="en-US" sz="1900" b="1" dirty="0">
                <a:solidFill>
                  <a:schemeClr val="accent2"/>
                </a:solidFill>
              </a:rPr>
              <a:t> </a:t>
            </a:r>
            <a:r>
              <a:rPr lang="en-US" sz="1900" b="1" dirty="0" err="1">
                <a:solidFill>
                  <a:schemeClr val="accent2"/>
                </a:solidFill>
              </a:rPr>
              <a:t>cấu</a:t>
            </a:r>
            <a:endParaRPr lang="en-US" sz="1900" b="1" dirty="0">
              <a:solidFill>
                <a:schemeClr val="accent2"/>
              </a:solidFill>
            </a:endParaRPr>
          </a:p>
        </p:txBody>
      </p:sp>
    </p:spTree>
    <p:extLst>
      <p:ext uri="{BB962C8B-B14F-4D97-AF65-F5344CB8AC3E}">
        <p14:creationId xmlns:p14="http://schemas.microsoft.com/office/powerpoint/2010/main" val="3607916766"/>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291" name="Group 3"/>
          <p:cNvGraphicFramePr>
            <a:graphicFrameLocks noGrp="1"/>
          </p:cNvGraphicFramePr>
          <p:nvPr>
            <p:ph/>
            <p:extLst>
              <p:ext uri="{D42A27DB-BD31-4B8C-83A1-F6EECF244321}">
                <p14:modId xmlns:p14="http://schemas.microsoft.com/office/powerpoint/2010/main" val="3613440072"/>
              </p:ext>
            </p:extLst>
          </p:nvPr>
        </p:nvGraphicFramePr>
        <p:xfrm>
          <a:off x="736600" y="1828800"/>
          <a:ext cx="7696200" cy="4333572"/>
        </p:xfrm>
        <a:graphic>
          <a:graphicData uri="http://schemas.openxmlformats.org/drawingml/2006/table">
            <a:tbl>
              <a:tblPr/>
              <a:tblGrid>
                <a:gridCol w="832181">
                  <a:extLst>
                    <a:ext uri="{9D8B030D-6E8A-4147-A177-3AD203B41FA5}">
                      <a16:colId xmlns:a16="http://schemas.microsoft.com/office/drawing/2014/main" val="20000"/>
                    </a:ext>
                  </a:extLst>
                </a:gridCol>
                <a:gridCol w="1229089">
                  <a:extLst>
                    <a:ext uri="{9D8B030D-6E8A-4147-A177-3AD203B41FA5}">
                      <a16:colId xmlns:a16="http://schemas.microsoft.com/office/drawing/2014/main" val="20001"/>
                    </a:ext>
                  </a:extLst>
                </a:gridCol>
                <a:gridCol w="1170071">
                  <a:extLst>
                    <a:ext uri="{9D8B030D-6E8A-4147-A177-3AD203B41FA5}">
                      <a16:colId xmlns:a16="http://schemas.microsoft.com/office/drawing/2014/main" val="20002"/>
                    </a:ext>
                  </a:extLst>
                </a:gridCol>
                <a:gridCol w="1175972">
                  <a:extLst>
                    <a:ext uri="{9D8B030D-6E8A-4147-A177-3AD203B41FA5}">
                      <a16:colId xmlns:a16="http://schemas.microsoft.com/office/drawing/2014/main" val="20003"/>
                    </a:ext>
                  </a:extLst>
                </a:gridCol>
                <a:gridCol w="1178924">
                  <a:extLst>
                    <a:ext uri="{9D8B030D-6E8A-4147-A177-3AD203B41FA5}">
                      <a16:colId xmlns:a16="http://schemas.microsoft.com/office/drawing/2014/main" val="20004"/>
                    </a:ext>
                  </a:extLst>
                </a:gridCol>
                <a:gridCol w="1054981">
                  <a:extLst>
                    <a:ext uri="{9D8B030D-6E8A-4147-A177-3AD203B41FA5}">
                      <a16:colId xmlns:a16="http://schemas.microsoft.com/office/drawing/2014/main" val="20005"/>
                    </a:ext>
                  </a:extLst>
                </a:gridCol>
                <a:gridCol w="1054982">
                  <a:extLst>
                    <a:ext uri="{9D8B030D-6E8A-4147-A177-3AD203B41FA5}">
                      <a16:colId xmlns:a16="http://schemas.microsoft.com/office/drawing/2014/main" val="20006"/>
                    </a:ext>
                  </a:extLst>
                </a:gridCol>
              </a:tblGrid>
              <a:tr h="497459">
                <a:tc rowSpan="2">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err="1">
                          <a:ln>
                            <a:noFill/>
                          </a:ln>
                          <a:solidFill>
                            <a:schemeClr val="tx1"/>
                          </a:solidFill>
                          <a:effectLst/>
                          <a:latin typeface="Times New Roman" pitchFamily="18" charset="0"/>
                          <a:ea typeface="MS Mincho" pitchFamily="49" charset="-128"/>
                        </a:rPr>
                        <a:t>CI</a:t>
                      </a:r>
                      <a:r>
                        <a:rPr kumimoji="1" lang="en-US" sz="1800" b="1" i="0" u="none" strike="noStrike" cap="none" normalizeH="0" baseline="-30000" dirty="0" err="1">
                          <a:ln>
                            <a:noFill/>
                          </a:ln>
                          <a:solidFill>
                            <a:schemeClr val="tx1"/>
                          </a:solidFill>
                          <a:effectLst/>
                          <a:latin typeface="Times New Roman" pitchFamily="18" charset="0"/>
                          <a:ea typeface="MS Mincho" pitchFamily="49" charset="-128"/>
                        </a:rPr>
                        <a:t>surf</a:t>
                      </a:r>
                      <a:endParaRPr kumimoji="1" lang="en-US" sz="1800" b="0" i="0" u="none" strike="noStrike" cap="none" normalizeH="0" baseline="0" dirty="0">
                        <a:ln>
                          <a:noFill/>
                        </a:ln>
                        <a:solidFill>
                          <a:schemeClr val="tx1"/>
                        </a:solidFill>
                        <a:effectLst/>
                        <a:latin typeface="Times New Roman" pitchFamily="18"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gridSpan="6">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a:ln>
                            <a:noFill/>
                          </a:ln>
                          <a:solidFill>
                            <a:schemeClr val="tx1"/>
                          </a:solidFill>
                          <a:effectLst/>
                          <a:latin typeface="Times New Roman" pitchFamily="18" charset="0"/>
                          <a:ea typeface="MS Mincho" pitchFamily="49" charset="-128"/>
                        </a:rPr>
                        <a:t>CI</a:t>
                      </a:r>
                      <a:r>
                        <a:rPr kumimoji="1" lang="en-US" sz="1800" b="1" i="0" u="none" strike="noStrike" cap="none" normalizeH="0" baseline="-30000">
                          <a:ln>
                            <a:noFill/>
                          </a:ln>
                          <a:solidFill>
                            <a:schemeClr val="tx1"/>
                          </a:solidFill>
                          <a:effectLst/>
                          <a:latin typeface="Times New Roman" pitchFamily="18" charset="0"/>
                          <a:ea typeface="MS Mincho" pitchFamily="49" charset="-128"/>
                        </a:rPr>
                        <a:t>Struct</a:t>
                      </a:r>
                      <a:endParaRPr kumimoji="1" lang="en-US" sz="1800" b="0" i="0" u="none" strike="noStrike" cap="none" normalizeH="0" baseline="0">
                        <a:ln>
                          <a:noFill/>
                        </a:ln>
                        <a:solidFill>
                          <a:schemeClr val="tx1"/>
                        </a:solidFill>
                        <a:effectLst/>
                        <a:latin typeface="Times New Roman" pitchFamily="18"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96143">
                <a:tc vMerge="1">
                  <a:txBody>
                    <a:bodyPr/>
                    <a:lstStyle/>
                    <a:p>
                      <a:endParaRPr lang="en-US"/>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a:ln>
                            <a:noFill/>
                          </a:ln>
                          <a:solidFill>
                            <a:schemeClr val="tx1"/>
                          </a:solidFill>
                          <a:effectLst/>
                          <a:latin typeface="Times New Roman" pitchFamily="18" charset="0"/>
                          <a:ea typeface="MS Mincho" pitchFamily="49" charset="-128"/>
                        </a:rPr>
                        <a:t>0</a:t>
                      </a:r>
                      <a:endParaRPr kumimoji="1" lang="en-US" sz="1800" b="0" i="0" u="none" strike="noStrike" cap="none" normalizeH="0" baseline="0">
                        <a:ln>
                          <a:noFill/>
                        </a:ln>
                        <a:solidFill>
                          <a:schemeClr val="tx1"/>
                        </a:solidFill>
                        <a:effectLst/>
                        <a:latin typeface="Times New Roman" pitchFamily="18"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a:ln>
                            <a:noFill/>
                          </a:ln>
                          <a:solidFill>
                            <a:schemeClr val="tx1"/>
                          </a:solidFill>
                          <a:effectLst/>
                          <a:latin typeface="Times New Roman" pitchFamily="18" charset="0"/>
                          <a:ea typeface="MS Mincho" pitchFamily="49" charset="-128"/>
                        </a:rPr>
                        <a:t>1</a:t>
                      </a:r>
                      <a:endParaRPr kumimoji="1" lang="en-US" sz="1800" b="0" i="0" u="none" strike="noStrike" cap="none" normalizeH="0" baseline="0">
                        <a:ln>
                          <a:noFill/>
                        </a:ln>
                        <a:solidFill>
                          <a:schemeClr val="tx1"/>
                        </a:solidFill>
                        <a:effectLst/>
                        <a:latin typeface="Times New Roman" pitchFamily="18"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a:ln>
                            <a:noFill/>
                          </a:ln>
                          <a:solidFill>
                            <a:schemeClr val="tx1"/>
                          </a:solidFill>
                          <a:effectLst/>
                          <a:latin typeface="Times New Roman" pitchFamily="18" charset="0"/>
                          <a:ea typeface="MS Mincho" pitchFamily="49" charset="-128"/>
                        </a:rPr>
                        <a:t>2</a:t>
                      </a:r>
                      <a:endParaRPr kumimoji="1" lang="en-US" sz="1800" b="0" i="0" u="none" strike="noStrike" cap="none" normalizeH="0" baseline="0">
                        <a:ln>
                          <a:noFill/>
                        </a:ln>
                        <a:solidFill>
                          <a:schemeClr val="tx1"/>
                        </a:solidFill>
                        <a:effectLst/>
                        <a:latin typeface="Times New Roman" pitchFamily="18"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a:ln>
                            <a:noFill/>
                          </a:ln>
                          <a:solidFill>
                            <a:schemeClr val="tx1"/>
                          </a:solidFill>
                          <a:effectLst/>
                          <a:latin typeface="Times New Roman" pitchFamily="18" charset="0"/>
                          <a:ea typeface="MS Mincho" pitchFamily="49" charset="-128"/>
                        </a:rPr>
                        <a:t>3</a:t>
                      </a:r>
                      <a:endParaRPr kumimoji="1" lang="en-US" sz="1800" b="0" i="0" u="none" strike="noStrike" cap="none" normalizeH="0" baseline="0">
                        <a:ln>
                          <a:noFill/>
                        </a:ln>
                        <a:solidFill>
                          <a:schemeClr val="tx1"/>
                        </a:solidFill>
                        <a:effectLst/>
                        <a:latin typeface="Times New Roman" pitchFamily="18"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a:ln>
                            <a:noFill/>
                          </a:ln>
                          <a:solidFill>
                            <a:schemeClr val="tx1"/>
                          </a:solidFill>
                          <a:effectLst/>
                          <a:latin typeface="Times New Roman" pitchFamily="18" charset="0"/>
                          <a:ea typeface="MS Mincho" pitchFamily="49" charset="-128"/>
                        </a:rPr>
                        <a:t>4</a:t>
                      </a:r>
                      <a:endParaRPr kumimoji="1" lang="en-US" sz="1800" b="0" i="0" u="none" strike="noStrike" cap="none" normalizeH="0" baseline="0">
                        <a:ln>
                          <a:noFill/>
                        </a:ln>
                        <a:solidFill>
                          <a:schemeClr val="tx1"/>
                        </a:solidFill>
                        <a:effectLst/>
                        <a:latin typeface="Times New Roman" pitchFamily="18"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a:ln>
                            <a:noFill/>
                          </a:ln>
                          <a:solidFill>
                            <a:schemeClr val="tx1"/>
                          </a:solidFill>
                          <a:effectLst/>
                          <a:latin typeface="Times New Roman" pitchFamily="18" charset="0"/>
                          <a:ea typeface="MS Mincho" pitchFamily="49" charset="-128"/>
                        </a:rPr>
                        <a:t>5</a:t>
                      </a:r>
                      <a:endParaRPr kumimoji="1" lang="en-US" sz="1800" b="0" i="0" u="none" strike="noStrike" cap="none" normalizeH="0" baseline="0">
                        <a:ln>
                          <a:noFill/>
                        </a:ln>
                        <a:solidFill>
                          <a:schemeClr val="tx1"/>
                        </a:solidFill>
                        <a:effectLst/>
                        <a:latin typeface="Times New Roman" pitchFamily="18"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97459">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0" i="0" u="none" strike="noStrike" cap="none" normalizeH="0" baseline="0">
                          <a:ln>
                            <a:noFill/>
                          </a:ln>
                          <a:solidFill>
                            <a:schemeClr val="tx1"/>
                          </a:solidFill>
                          <a:effectLst/>
                          <a:latin typeface="Arial" charset="0"/>
                          <a:ea typeface="MS Mincho" pitchFamily="49" charset="-128"/>
                        </a:rPr>
                        <a:t>0</a:t>
                      </a:r>
                      <a:endParaRPr kumimoji="1" lang="en-US" sz="18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0" i="0" u="none" strike="noStrike" cap="none" normalizeH="0" baseline="0">
                          <a:ln>
                            <a:noFill/>
                          </a:ln>
                          <a:solidFill>
                            <a:schemeClr val="tx1"/>
                          </a:solidFill>
                          <a:effectLst/>
                          <a:latin typeface="Arial" charset="0"/>
                          <a:ea typeface="MS Mincho" pitchFamily="49" charset="-128"/>
                        </a:rPr>
                        <a:t>-</a:t>
                      </a:r>
                      <a:endParaRPr kumimoji="1" lang="en-US" sz="18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0" i="0" u="none" strike="noStrike" cap="none" normalizeH="0" baseline="0">
                          <a:ln>
                            <a:noFill/>
                          </a:ln>
                          <a:solidFill>
                            <a:schemeClr val="tx1"/>
                          </a:solidFill>
                          <a:effectLst/>
                          <a:latin typeface="Arial" charset="0"/>
                          <a:ea typeface="MS Mincho" pitchFamily="49" charset="-128"/>
                        </a:rPr>
                        <a:t>-</a:t>
                      </a:r>
                      <a:endParaRPr kumimoji="1" lang="en-US" sz="18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0" i="0" u="none" strike="noStrike" cap="none" normalizeH="0" baseline="0">
                          <a:ln>
                            <a:noFill/>
                          </a:ln>
                          <a:solidFill>
                            <a:schemeClr val="tx1"/>
                          </a:solidFill>
                          <a:effectLst/>
                          <a:latin typeface="Arial" charset="0"/>
                          <a:ea typeface="MS Mincho" pitchFamily="49" charset="-128"/>
                        </a:rPr>
                        <a:t>-</a:t>
                      </a:r>
                      <a:endParaRPr kumimoji="1" lang="en-US" sz="18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0" i="0" u="none" strike="noStrike" cap="none" normalizeH="0" baseline="0">
                          <a:ln>
                            <a:noFill/>
                          </a:ln>
                          <a:solidFill>
                            <a:schemeClr val="tx1"/>
                          </a:solidFill>
                          <a:effectLst/>
                          <a:latin typeface="Arial" charset="0"/>
                          <a:ea typeface="MS Mincho" pitchFamily="49" charset="-128"/>
                        </a:rPr>
                        <a:t>-</a:t>
                      </a:r>
                      <a:endParaRPr kumimoji="1" lang="en-US" sz="18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0" i="0" u="none" strike="noStrike" cap="none" normalizeH="0" baseline="0">
                          <a:ln>
                            <a:noFill/>
                          </a:ln>
                          <a:solidFill>
                            <a:schemeClr val="tx1"/>
                          </a:solidFill>
                          <a:effectLst/>
                          <a:latin typeface="Arial" charset="0"/>
                          <a:ea typeface="MS Mincho" pitchFamily="49" charset="-128"/>
                        </a:rPr>
                        <a:t>-</a:t>
                      </a:r>
                      <a:endParaRPr kumimoji="1" lang="en-US" sz="18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0" i="0" u="none" strike="noStrike" cap="none" normalizeH="0" baseline="0">
                          <a:ln>
                            <a:noFill/>
                          </a:ln>
                          <a:solidFill>
                            <a:schemeClr val="tx1"/>
                          </a:solidFill>
                          <a:effectLst/>
                          <a:latin typeface="Arial" charset="0"/>
                          <a:ea typeface="MS Mincho" pitchFamily="49" charset="-128"/>
                        </a:rPr>
                        <a:t>XD lại</a:t>
                      </a:r>
                      <a:endParaRPr kumimoji="1" lang="en-US" sz="18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97459">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0" i="0" u="none" strike="noStrike" cap="none" normalizeH="0" baseline="0">
                          <a:ln>
                            <a:noFill/>
                          </a:ln>
                          <a:solidFill>
                            <a:schemeClr val="tx1"/>
                          </a:solidFill>
                          <a:effectLst/>
                          <a:latin typeface="Arial" charset="0"/>
                          <a:ea typeface="MS Mincho" pitchFamily="49" charset="-128"/>
                        </a:rPr>
                        <a:t>1</a:t>
                      </a:r>
                      <a:endParaRPr kumimoji="1" lang="en-US" sz="18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0" i="0" u="none" strike="noStrike" cap="none" normalizeH="0" baseline="0">
                          <a:ln>
                            <a:noFill/>
                          </a:ln>
                          <a:solidFill>
                            <a:schemeClr val="tx1"/>
                          </a:solidFill>
                          <a:effectLst/>
                          <a:latin typeface="Arial" charset="0"/>
                          <a:ea typeface="MS Mincho" pitchFamily="49" charset="-128"/>
                        </a:rPr>
                        <a:t>-</a:t>
                      </a:r>
                      <a:endParaRPr kumimoji="1" lang="en-US" sz="18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0" i="0" u="none" strike="noStrike" cap="none" normalizeH="0" baseline="0">
                          <a:ln>
                            <a:noFill/>
                          </a:ln>
                          <a:solidFill>
                            <a:schemeClr val="tx1"/>
                          </a:solidFill>
                          <a:effectLst/>
                          <a:latin typeface="Arial" charset="0"/>
                          <a:ea typeface="MS Mincho" pitchFamily="49" charset="-128"/>
                        </a:rPr>
                        <a:t>-</a:t>
                      </a:r>
                      <a:endParaRPr kumimoji="1" lang="en-US" sz="18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0" i="0" u="none" strike="noStrike" cap="none" normalizeH="0" baseline="0">
                          <a:ln>
                            <a:noFill/>
                          </a:ln>
                          <a:solidFill>
                            <a:schemeClr val="tx1"/>
                          </a:solidFill>
                          <a:effectLst/>
                          <a:latin typeface="Arial" charset="0"/>
                          <a:ea typeface="MS Mincho" pitchFamily="49" charset="-128"/>
                        </a:rPr>
                        <a:t>-</a:t>
                      </a:r>
                      <a:endParaRPr kumimoji="1" lang="en-US" sz="18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0" i="0" u="none" strike="noStrike" cap="none" normalizeH="0" baseline="0">
                          <a:ln>
                            <a:noFill/>
                          </a:ln>
                          <a:solidFill>
                            <a:schemeClr val="tx1"/>
                          </a:solidFill>
                          <a:effectLst/>
                          <a:latin typeface="Arial" charset="0"/>
                          <a:ea typeface="MS Mincho" pitchFamily="49" charset="-128"/>
                        </a:rPr>
                        <a:t>-</a:t>
                      </a:r>
                      <a:endParaRPr kumimoji="1" lang="en-US" sz="18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0" i="0" u="none" strike="noStrike" cap="none" normalizeH="0" baseline="0">
                          <a:ln>
                            <a:noFill/>
                          </a:ln>
                          <a:solidFill>
                            <a:schemeClr val="tx1"/>
                          </a:solidFill>
                          <a:effectLst/>
                          <a:latin typeface="Arial" charset="0"/>
                          <a:ea typeface="MS Mincho" pitchFamily="49" charset="-128"/>
                        </a:rPr>
                        <a:t>-</a:t>
                      </a:r>
                      <a:endParaRPr kumimoji="1" lang="en-US" sz="18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0" i="0" u="none" strike="noStrike" cap="none" normalizeH="0" baseline="0">
                          <a:ln>
                            <a:noFill/>
                          </a:ln>
                          <a:solidFill>
                            <a:schemeClr val="tx1"/>
                          </a:solidFill>
                          <a:effectLst/>
                          <a:latin typeface="Arial" charset="0"/>
                          <a:ea typeface="MS Mincho" pitchFamily="49" charset="-128"/>
                        </a:rPr>
                        <a:t>XD lại</a:t>
                      </a:r>
                      <a:endParaRPr kumimoji="1" lang="en-US" sz="18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496143">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0" i="0" u="none" strike="noStrike" cap="none" normalizeH="0" baseline="0">
                          <a:ln>
                            <a:noFill/>
                          </a:ln>
                          <a:solidFill>
                            <a:schemeClr val="tx1"/>
                          </a:solidFill>
                          <a:effectLst/>
                          <a:latin typeface="Arial" charset="0"/>
                          <a:ea typeface="MS Mincho" pitchFamily="49" charset="-128"/>
                        </a:rPr>
                        <a:t>2</a:t>
                      </a:r>
                      <a:endParaRPr kumimoji="1" lang="en-US" sz="18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0" i="0" u="none" strike="noStrike" cap="none" normalizeH="0" baseline="0">
                          <a:ln>
                            <a:noFill/>
                          </a:ln>
                          <a:solidFill>
                            <a:schemeClr val="tx1"/>
                          </a:solidFill>
                          <a:effectLst/>
                          <a:latin typeface="Arial" charset="0"/>
                          <a:ea typeface="MS Mincho" pitchFamily="49" charset="-128"/>
                        </a:rPr>
                        <a:t>Láng mặt</a:t>
                      </a:r>
                      <a:endParaRPr kumimoji="1" lang="en-US" sz="18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0" i="0" u="none" strike="noStrike" cap="none" normalizeH="0" baseline="0">
                          <a:ln>
                            <a:noFill/>
                          </a:ln>
                          <a:solidFill>
                            <a:schemeClr val="tx1"/>
                          </a:solidFill>
                          <a:effectLst/>
                          <a:latin typeface="Arial" charset="0"/>
                          <a:ea typeface="MS Mincho" pitchFamily="49" charset="-128"/>
                        </a:rPr>
                        <a:t>Láng mặt</a:t>
                      </a:r>
                      <a:endParaRPr kumimoji="1" lang="en-US" sz="18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0" i="0" u="none" strike="noStrike" cap="none" normalizeH="0" baseline="0">
                          <a:ln>
                            <a:noFill/>
                          </a:ln>
                          <a:solidFill>
                            <a:schemeClr val="tx1"/>
                          </a:solidFill>
                          <a:effectLst/>
                          <a:latin typeface="Arial" charset="0"/>
                          <a:ea typeface="MS Mincho" pitchFamily="49" charset="-128"/>
                        </a:rPr>
                        <a:t>Láng mặt</a:t>
                      </a:r>
                      <a:endParaRPr kumimoji="1" lang="en-US" sz="18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0" i="0" u="none" strike="noStrike" cap="none" normalizeH="0" baseline="0">
                          <a:ln>
                            <a:noFill/>
                          </a:ln>
                          <a:solidFill>
                            <a:schemeClr val="tx1"/>
                          </a:solidFill>
                          <a:effectLst/>
                          <a:latin typeface="Arial" charset="0"/>
                          <a:ea typeface="MS Mincho" pitchFamily="49" charset="-128"/>
                        </a:rPr>
                        <a:t>Láng mặt</a:t>
                      </a:r>
                      <a:endParaRPr kumimoji="1" lang="en-US" sz="18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0" i="0" u="none" strike="noStrike" cap="none" normalizeH="0" baseline="0">
                          <a:ln>
                            <a:noFill/>
                          </a:ln>
                          <a:solidFill>
                            <a:schemeClr val="tx1"/>
                          </a:solidFill>
                          <a:effectLst/>
                          <a:latin typeface="Arial" charset="0"/>
                          <a:ea typeface="MS Mincho" pitchFamily="49" charset="-128"/>
                        </a:rPr>
                        <a:t>XD lại</a:t>
                      </a:r>
                      <a:endParaRPr kumimoji="1" lang="en-US" sz="18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0" i="0" u="none" strike="noStrike" cap="none" normalizeH="0" baseline="0">
                          <a:ln>
                            <a:noFill/>
                          </a:ln>
                          <a:solidFill>
                            <a:schemeClr val="tx1"/>
                          </a:solidFill>
                          <a:effectLst/>
                          <a:latin typeface="Arial" charset="0"/>
                          <a:ea typeface="MS Mincho" pitchFamily="49" charset="-128"/>
                        </a:rPr>
                        <a:t>XD lại</a:t>
                      </a:r>
                      <a:endParaRPr kumimoji="1" lang="en-US" sz="18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67572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0" i="0" u="none" strike="noStrike" cap="none" normalizeH="0" baseline="0">
                          <a:ln>
                            <a:noFill/>
                          </a:ln>
                          <a:solidFill>
                            <a:schemeClr val="tx1"/>
                          </a:solidFill>
                          <a:effectLst/>
                          <a:latin typeface="Arial" charset="0"/>
                          <a:ea typeface="MS Mincho" pitchFamily="49" charset="-128"/>
                        </a:rPr>
                        <a:t>3</a:t>
                      </a:r>
                      <a:endParaRPr kumimoji="1" lang="en-US" sz="18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0" i="0" u="none" strike="noStrike" cap="none" normalizeH="0" baseline="0">
                          <a:ln>
                            <a:noFill/>
                          </a:ln>
                          <a:solidFill>
                            <a:schemeClr val="tx1"/>
                          </a:solidFill>
                          <a:effectLst/>
                          <a:latin typeface="Arial" charset="0"/>
                          <a:ea typeface="MS Mincho" pitchFamily="49" charset="-128"/>
                        </a:rPr>
                        <a:t>Láng mặt</a:t>
                      </a:r>
                      <a:endParaRPr kumimoji="1" lang="en-US" sz="18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0" i="0" u="none" strike="noStrike" cap="none" normalizeH="0" baseline="0">
                          <a:ln>
                            <a:noFill/>
                          </a:ln>
                          <a:solidFill>
                            <a:schemeClr val="tx1"/>
                          </a:solidFill>
                          <a:effectLst/>
                          <a:latin typeface="Arial" charset="0"/>
                          <a:ea typeface="MS Mincho" pitchFamily="49" charset="-128"/>
                        </a:rPr>
                        <a:t>Tăng cường</a:t>
                      </a:r>
                      <a:endParaRPr kumimoji="1" lang="en-US" sz="18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0" i="0" u="none" strike="noStrike" cap="none" normalizeH="0" baseline="0">
                          <a:ln>
                            <a:noFill/>
                          </a:ln>
                          <a:solidFill>
                            <a:schemeClr val="tx1"/>
                          </a:solidFill>
                          <a:effectLst/>
                          <a:latin typeface="Arial" charset="0"/>
                          <a:ea typeface="MS Mincho" pitchFamily="49" charset="-128"/>
                        </a:rPr>
                        <a:t>Tăng cường</a:t>
                      </a:r>
                      <a:endParaRPr kumimoji="1" lang="en-US" sz="18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0" i="0" u="none" strike="noStrike" cap="none" normalizeH="0" baseline="0">
                          <a:ln>
                            <a:noFill/>
                          </a:ln>
                          <a:solidFill>
                            <a:schemeClr val="tx1"/>
                          </a:solidFill>
                          <a:effectLst/>
                          <a:latin typeface="Arial" charset="0"/>
                          <a:ea typeface="MS Mincho" pitchFamily="49" charset="-128"/>
                        </a:rPr>
                        <a:t>Tăng cường</a:t>
                      </a:r>
                      <a:endParaRPr kumimoji="1" lang="en-US" sz="18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0" i="0" u="none" strike="noStrike" cap="none" normalizeH="0" baseline="0">
                          <a:ln>
                            <a:noFill/>
                          </a:ln>
                          <a:solidFill>
                            <a:schemeClr val="tx1"/>
                          </a:solidFill>
                          <a:effectLst/>
                          <a:latin typeface="Arial" charset="0"/>
                          <a:ea typeface="MS Mincho" pitchFamily="49" charset="-128"/>
                        </a:rPr>
                        <a:t>XD lại</a:t>
                      </a:r>
                      <a:endParaRPr kumimoji="1" lang="en-US" sz="18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0" i="0" u="none" strike="noStrike" cap="none" normalizeH="0" baseline="0">
                          <a:ln>
                            <a:noFill/>
                          </a:ln>
                          <a:solidFill>
                            <a:schemeClr val="tx1"/>
                          </a:solidFill>
                          <a:effectLst/>
                          <a:latin typeface="Arial" charset="0"/>
                          <a:ea typeface="MS Mincho" pitchFamily="49" charset="-128"/>
                        </a:rPr>
                        <a:t>XD lại</a:t>
                      </a:r>
                      <a:endParaRPr kumimoji="1" lang="en-US" sz="18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67572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0" i="0" u="none" strike="noStrike" cap="none" normalizeH="0" baseline="0">
                          <a:ln>
                            <a:noFill/>
                          </a:ln>
                          <a:solidFill>
                            <a:schemeClr val="tx1"/>
                          </a:solidFill>
                          <a:effectLst/>
                          <a:latin typeface="Arial" charset="0"/>
                          <a:ea typeface="MS Mincho" pitchFamily="49" charset="-128"/>
                        </a:rPr>
                        <a:t>4</a:t>
                      </a:r>
                      <a:endParaRPr kumimoji="1" lang="en-US" sz="18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0" i="0" u="none" strike="noStrike" cap="none" normalizeH="0" baseline="0">
                          <a:ln>
                            <a:noFill/>
                          </a:ln>
                          <a:solidFill>
                            <a:schemeClr val="tx1"/>
                          </a:solidFill>
                          <a:effectLst/>
                          <a:latin typeface="Arial" charset="0"/>
                          <a:ea typeface="MS Mincho" pitchFamily="49" charset="-128"/>
                        </a:rPr>
                        <a:t>Tăng cường</a:t>
                      </a:r>
                      <a:endParaRPr kumimoji="1" lang="en-US" sz="18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0" i="0" u="none" strike="noStrike" cap="none" normalizeH="0" baseline="0">
                          <a:ln>
                            <a:noFill/>
                          </a:ln>
                          <a:solidFill>
                            <a:schemeClr val="tx1"/>
                          </a:solidFill>
                          <a:effectLst/>
                          <a:latin typeface="Arial" charset="0"/>
                          <a:ea typeface="MS Mincho" pitchFamily="49" charset="-128"/>
                        </a:rPr>
                        <a:t>Tăng cường</a:t>
                      </a:r>
                      <a:endParaRPr kumimoji="1" lang="en-US" sz="18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0" i="0" u="none" strike="noStrike" cap="none" normalizeH="0" baseline="0">
                          <a:ln>
                            <a:noFill/>
                          </a:ln>
                          <a:solidFill>
                            <a:schemeClr val="tx1"/>
                          </a:solidFill>
                          <a:effectLst/>
                          <a:latin typeface="Arial" charset="0"/>
                          <a:ea typeface="MS Mincho" pitchFamily="49" charset="-128"/>
                        </a:rPr>
                        <a:t>Tăng cường</a:t>
                      </a:r>
                      <a:endParaRPr kumimoji="1" lang="en-US" sz="18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0" i="0" u="none" strike="noStrike" cap="none" normalizeH="0" baseline="0">
                          <a:ln>
                            <a:noFill/>
                          </a:ln>
                          <a:solidFill>
                            <a:schemeClr val="tx1"/>
                          </a:solidFill>
                          <a:effectLst/>
                          <a:latin typeface="Arial" charset="0"/>
                          <a:ea typeface="MS Mincho" pitchFamily="49" charset="-128"/>
                        </a:rPr>
                        <a:t>Tăng cường</a:t>
                      </a:r>
                      <a:endParaRPr kumimoji="1" lang="en-US" sz="18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0" i="0" u="none" strike="noStrike" cap="none" normalizeH="0" baseline="0" dirty="0">
                          <a:ln>
                            <a:noFill/>
                          </a:ln>
                          <a:solidFill>
                            <a:schemeClr val="tx1"/>
                          </a:solidFill>
                          <a:effectLst/>
                          <a:latin typeface="Arial" charset="0"/>
                          <a:ea typeface="MS Mincho" pitchFamily="49" charset="-128"/>
                        </a:rPr>
                        <a:t>XD </a:t>
                      </a:r>
                      <a:r>
                        <a:rPr kumimoji="1" lang="en-US" sz="1800" b="0" i="0" u="none" strike="noStrike" cap="none" normalizeH="0" baseline="0" dirty="0" err="1">
                          <a:ln>
                            <a:noFill/>
                          </a:ln>
                          <a:solidFill>
                            <a:schemeClr val="tx1"/>
                          </a:solidFill>
                          <a:effectLst/>
                          <a:latin typeface="Arial" charset="0"/>
                          <a:ea typeface="MS Mincho" pitchFamily="49" charset="-128"/>
                        </a:rPr>
                        <a:t>lại</a:t>
                      </a:r>
                      <a:endParaRPr kumimoji="1" lang="en-US" sz="1800" b="0" i="0" u="none" strike="noStrike" cap="none" normalizeH="0" baseline="0" dirty="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0" i="0" u="none" strike="noStrike" cap="none" normalizeH="0" baseline="0">
                          <a:ln>
                            <a:noFill/>
                          </a:ln>
                          <a:solidFill>
                            <a:schemeClr val="tx1"/>
                          </a:solidFill>
                          <a:effectLst/>
                          <a:latin typeface="Arial" charset="0"/>
                          <a:ea typeface="MS Mincho" pitchFamily="49" charset="-128"/>
                        </a:rPr>
                        <a:t>XD lại</a:t>
                      </a:r>
                      <a:endParaRPr kumimoji="1" lang="en-US" sz="18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497459">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0" i="0" u="none" strike="noStrike" cap="none" normalizeH="0" baseline="0">
                          <a:ln>
                            <a:noFill/>
                          </a:ln>
                          <a:solidFill>
                            <a:schemeClr val="tx1"/>
                          </a:solidFill>
                          <a:effectLst/>
                          <a:latin typeface="Arial" charset="0"/>
                          <a:ea typeface="MS Mincho" pitchFamily="49" charset="-128"/>
                        </a:rPr>
                        <a:t>5</a:t>
                      </a:r>
                      <a:endParaRPr kumimoji="1" lang="en-US" sz="18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0" i="0" u="none" strike="noStrike" cap="none" normalizeH="0" baseline="0">
                          <a:ln>
                            <a:noFill/>
                          </a:ln>
                          <a:solidFill>
                            <a:schemeClr val="tx1"/>
                          </a:solidFill>
                          <a:effectLst/>
                          <a:latin typeface="Arial" charset="0"/>
                          <a:ea typeface="MS Mincho" pitchFamily="49" charset="-128"/>
                        </a:rPr>
                        <a:t>XD lại</a:t>
                      </a:r>
                      <a:endParaRPr kumimoji="1" lang="en-US" sz="18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0" i="0" u="none" strike="noStrike" cap="none" normalizeH="0" baseline="0">
                          <a:ln>
                            <a:noFill/>
                          </a:ln>
                          <a:solidFill>
                            <a:schemeClr val="tx1"/>
                          </a:solidFill>
                          <a:effectLst/>
                          <a:latin typeface="Arial" charset="0"/>
                          <a:ea typeface="MS Mincho" pitchFamily="49" charset="-128"/>
                        </a:rPr>
                        <a:t>XD lại</a:t>
                      </a:r>
                      <a:endParaRPr kumimoji="1" lang="en-US" sz="18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0" i="0" u="none" strike="noStrike" cap="none" normalizeH="0" baseline="0">
                          <a:ln>
                            <a:noFill/>
                          </a:ln>
                          <a:solidFill>
                            <a:schemeClr val="tx1"/>
                          </a:solidFill>
                          <a:effectLst/>
                          <a:latin typeface="Arial" charset="0"/>
                          <a:ea typeface="MS Mincho" pitchFamily="49" charset="-128"/>
                        </a:rPr>
                        <a:t>XD lại</a:t>
                      </a:r>
                      <a:endParaRPr kumimoji="1" lang="en-US" sz="18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0" i="0" u="none" strike="noStrike" cap="none" normalizeH="0" baseline="0">
                          <a:ln>
                            <a:noFill/>
                          </a:ln>
                          <a:solidFill>
                            <a:schemeClr val="tx1"/>
                          </a:solidFill>
                          <a:effectLst/>
                          <a:latin typeface="Arial" charset="0"/>
                          <a:ea typeface="MS Mincho" pitchFamily="49" charset="-128"/>
                        </a:rPr>
                        <a:t>XD lại</a:t>
                      </a:r>
                      <a:endParaRPr kumimoji="1" lang="en-US" sz="18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0" i="0" u="none" strike="noStrike" cap="none" normalizeH="0" baseline="0">
                          <a:ln>
                            <a:noFill/>
                          </a:ln>
                          <a:solidFill>
                            <a:schemeClr val="tx1"/>
                          </a:solidFill>
                          <a:effectLst/>
                          <a:latin typeface="Arial" charset="0"/>
                          <a:ea typeface="MS Mincho" pitchFamily="49" charset="-128"/>
                        </a:rPr>
                        <a:t>XD lại</a:t>
                      </a:r>
                      <a:endParaRPr kumimoji="1" lang="en-US" sz="18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800" b="0" i="0" u="none" strike="noStrike" cap="none" normalizeH="0" baseline="0" dirty="0">
                          <a:ln>
                            <a:noFill/>
                          </a:ln>
                          <a:solidFill>
                            <a:schemeClr val="tx1"/>
                          </a:solidFill>
                          <a:effectLst/>
                          <a:latin typeface="Arial" charset="0"/>
                          <a:ea typeface="MS Mincho" pitchFamily="49" charset="-128"/>
                        </a:rPr>
                        <a:t>XD </a:t>
                      </a:r>
                      <a:r>
                        <a:rPr kumimoji="1" lang="en-US" sz="1800" b="0" i="0" u="none" strike="noStrike" cap="none" normalizeH="0" baseline="0" dirty="0" err="1">
                          <a:ln>
                            <a:noFill/>
                          </a:ln>
                          <a:solidFill>
                            <a:schemeClr val="tx1"/>
                          </a:solidFill>
                          <a:effectLst/>
                          <a:latin typeface="Arial" charset="0"/>
                          <a:ea typeface="MS Mincho" pitchFamily="49" charset="-128"/>
                        </a:rPr>
                        <a:t>lại</a:t>
                      </a:r>
                      <a:endParaRPr kumimoji="1" lang="en-US" sz="1800" b="0" i="0" u="none" strike="noStrike" cap="none" normalizeH="0" baseline="0" dirty="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bl>
          </a:graphicData>
        </a:graphic>
      </p:graphicFrame>
      <p:sp>
        <p:nvSpPr>
          <p:cNvPr id="4" name="Rectangle 3"/>
          <p:cNvSpPr/>
          <p:nvPr/>
        </p:nvSpPr>
        <p:spPr>
          <a:xfrm>
            <a:off x="228600" y="438666"/>
            <a:ext cx="7696200" cy="400110"/>
          </a:xfrm>
          <a:prstGeom prst="rect">
            <a:avLst/>
          </a:prstGeom>
        </p:spPr>
        <p:txBody>
          <a:bodyPr wrap="square">
            <a:spAutoFit/>
          </a:bodyPr>
          <a:lstStyle/>
          <a:p>
            <a:pPr>
              <a:spcBef>
                <a:spcPct val="50000"/>
              </a:spcBef>
            </a:pPr>
            <a:r>
              <a:rPr lang="en-US" sz="2000" b="1" dirty="0" err="1">
                <a:solidFill>
                  <a:srgbClr val="FF0000"/>
                </a:solidFill>
              </a:rPr>
              <a:t>Đặc</a:t>
            </a:r>
            <a:r>
              <a:rPr lang="en-US" sz="2000" b="1" dirty="0">
                <a:solidFill>
                  <a:srgbClr val="FF0000"/>
                </a:solidFill>
              </a:rPr>
              <a:t> </a:t>
            </a:r>
            <a:r>
              <a:rPr lang="en-US" sz="2000" b="1" dirty="0" err="1">
                <a:solidFill>
                  <a:srgbClr val="FF0000"/>
                </a:solidFill>
              </a:rPr>
              <a:t>trưng</a:t>
            </a:r>
            <a:r>
              <a:rPr lang="en-US" sz="2000" b="1" dirty="0">
                <a:solidFill>
                  <a:srgbClr val="FF0000"/>
                </a:solidFill>
              </a:rPr>
              <a:t> </a:t>
            </a:r>
            <a:r>
              <a:rPr lang="en-US" sz="2000" b="1" dirty="0" err="1">
                <a:solidFill>
                  <a:srgbClr val="FF0000"/>
                </a:solidFill>
              </a:rPr>
              <a:t>khai</a:t>
            </a:r>
            <a:r>
              <a:rPr lang="en-US" sz="2000" b="1" dirty="0">
                <a:solidFill>
                  <a:srgbClr val="FF0000"/>
                </a:solidFill>
              </a:rPr>
              <a:t> </a:t>
            </a:r>
            <a:r>
              <a:rPr lang="en-US" sz="2000" b="1" dirty="0" err="1">
                <a:solidFill>
                  <a:srgbClr val="FF0000"/>
                </a:solidFill>
              </a:rPr>
              <a:t>thác</a:t>
            </a:r>
            <a:r>
              <a:rPr lang="en-US" sz="2000" b="1" dirty="0">
                <a:solidFill>
                  <a:srgbClr val="FF0000"/>
                </a:solidFill>
              </a:rPr>
              <a:t> </a:t>
            </a:r>
            <a:r>
              <a:rPr lang="en-US" sz="2000" b="1" dirty="0" err="1">
                <a:solidFill>
                  <a:srgbClr val="FF0000"/>
                </a:solidFill>
              </a:rPr>
              <a:t>mặt</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 </a:t>
            </a:r>
            <a:r>
              <a:rPr lang="en-US" sz="2000" b="1" dirty="0" err="1">
                <a:solidFill>
                  <a:srgbClr val="FF0000"/>
                </a:solidFill>
              </a:rPr>
              <a:t>các</a:t>
            </a:r>
            <a:r>
              <a:rPr lang="en-US" sz="2000" b="1" dirty="0">
                <a:solidFill>
                  <a:srgbClr val="FF0000"/>
                </a:solidFill>
              </a:rPr>
              <a:t> </a:t>
            </a:r>
            <a:r>
              <a:rPr lang="en-US" sz="2000" b="1" dirty="0" err="1">
                <a:solidFill>
                  <a:srgbClr val="FF0000"/>
                </a:solidFill>
              </a:rPr>
              <a:t>chỉ</a:t>
            </a:r>
            <a:r>
              <a:rPr lang="en-US" sz="2000" b="1" dirty="0">
                <a:solidFill>
                  <a:srgbClr val="FF0000"/>
                </a:solidFill>
              </a:rPr>
              <a:t> </a:t>
            </a:r>
            <a:r>
              <a:rPr lang="en-US" sz="2000" b="1" dirty="0" err="1">
                <a:solidFill>
                  <a:srgbClr val="FF0000"/>
                </a:solidFill>
              </a:rPr>
              <a:t>tiêu</a:t>
            </a:r>
            <a:r>
              <a:rPr lang="en-US" sz="2000" b="1" dirty="0">
                <a:solidFill>
                  <a:srgbClr val="FF0000"/>
                </a:solidFill>
              </a:rPr>
              <a:t> </a:t>
            </a:r>
            <a:r>
              <a:rPr lang="en-US" sz="2000" b="1" dirty="0" err="1">
                <a:solidFill>
                  <a:srgbClr val="FF0000"/>
                </a:solidFill>
              </a:rPr>
              <a:t>tổng</a:t>
            </a:r>
            <a:r>
              <a:rPr lang="en-US" sz="2000" b="1" dirty="0">
                <a:solidFill>
                  <a:srgbClr val="FF0000"/>
                </a:solidFill>
              </a:rPr>
              <a:t> </a:t>
            </a:r>
            <a:r>
              <a:rPr lang="en-US" sz="2000" b="1" dirty="0" err="1">
                <a:solidFill>
                  <a:srgbClr val="FF0000"/>
                </a:solidFill>
              </a:rPr>
              <a:t>hợp</a:t>
            </a:r>
            <a:endParaRPr lang="en-US" sz="2000" b="1" dirty="0">
              <a:solidFill>
                <a:srgbClr val="FF0000"/>
              </a:solidFill>
            </a:endParaRPr>
          </a:p>
        </p:txBody>
      </p:sp>
      <p:sp>
        <p:nvSpPr>
          <p:cNvPr id="5" name="Rectangle 2"/>
          <p:cNvSpPr txBox="1">
            <a:spLocks noChangeArrowheads="1"/>
          </p:cNvSpPr>
          <p:nvPr/>
        </p:nvSpPr>
        <p:spPr bwMode="auto">
          <a:xfrm>
            <a:off x="228600" y="1295400"/>
            <a:ext cx="8789194"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buNone/>
            </a:pPr>
            <a:r>
              <a:rPr lang="en-US" sz="1800" b="1" dirty="0" err="1">
                <a:solidFill>
                  <a:schemeClr val="accent2"/>
                </a:solidFill>
              </a:rPr>
              <a:t>Lựa</a:t>
            </a:r>
            <a:r>
              <a:rPr lang="en-US" sz="1800" b="1" dirty="0">
                <a:solidFill>
                  <a:schemeClr val="accent2"/>
                </a:solidFill>
              </a:rPr>
              <a:t> </a:t>
            </a:r>
            <a:r>
              <a:rPr lang="en-US" sz="1800" b="1" dirty="0" err="1">
                <a:solidFill>
                  <a:schemeClr val="accent2"/>
                </a:solidFill>
              </a:rPr>
              <a:t>chọn</a:t>
            </a:r>
            <a:r>
              <a:rPr lang="en-US" sz="1800" b="1" dirty="0">
                <a:solidFill>
                  <a:schemeClr val="accent2"/>
                </a:solidFill>
              </a:rPr>
              <a:t> </a:t>
            </a:r>
            <a:r>
              <a:rPr lang="en-US" sz="1800" b="1" dirty="0" err="1">
                <a:solidFill>
                  <a:schemeClr val="accent2"/>
                </a:solidFill>
              </a:rPr>
              <a:t>giải</a:t>
            </a:r>
            <a:r>
              <a:rPr lang="en-US" sz="1800" b="1" dirty="0">
                <a:solidFill>
                  <a:schemeClr val="accent2"/>
                </a:solidFill>
              </a:rPr>
              <a:t> </a:t>
            </a:r>
            <a:r>
              <a:rPr lang="en-US" sz="1800" b="1" dirty="0" err="1">
                <a:solidFill>
                  <a:schemeClr val="accent2"/>
                </a:solidFill>
              </a:rPr>
              <a:t>pháp</a:t>
            </a:r>
            <a:r>
              <a:rPr lang="en-US" sz="1800" b="1" dirty="0">
                <a:solidFill>
                  <a:schemeClr val="accent2"/>
                </a:solidFill>
              </a:rPr>
              <a:t> </a:t>
            </a:r>
            <a:r>
              <a:rPr lang="en-US" sz="1800" b="1" dirty="0" err="1">
                <a:solidFill>
                  <a:schemeClr val="accent2"/>
                </a:solidFill>
              </a:rPr>
              <a:t>theo</a:t>
            </a:r>
            <a:r>
              <a:rPr lang="en-US" sz="1800" b="1" dirty="0">
                <a:solidFill>
                  <a:schemeClr val="accent2"/>
                </a:solidFill>
              </a:rPr>
              <a:t> </a:t>
            </a:r>
            <a:r>
              <a:rPr lang="en-US" sz="1800" b="1" dirty="0" err="1">
                <a:solidFill>
                  <a:schemeClr val="accent2"/>
                </a:solidFill>
              </a:rPr>
              <a:t>chỉ</a:t>
            </a:r>
            <a:r>
              <a:rPr lang="en-US" sz="1800" b="1" dirty="0">
                <a:solidFill>
                  <a:schemeClr val="accent2"/>
                </a:solidFill>
              </a:rPr>
              <a:t> </a:t>
            </a:r>
            <a:r>
              <a:rPr lang="en-US" sz="1800" b="1" dirty="0" err="1">
                <a:solidFill>
                  <a:schemeClr val="accent2"/>
                </a:solidFill>
              </a:rPr>
              <a:t>số</a:t>
            </a:r>
            <a:r>
              <a:rPr lang="en-US" sz="1800" b="1" dirty="0">
                <a:solidFill>
                  <a:schemeClr val="accent2"/>
                </a:solidFill>
              </a:rPr>
              <a:t> </a:t>
            </a:r>
            <a:r>
              <a:rPr lang="en-US" sz="1800" b="1" dirty="0" err="1">
                <a:solidFill>
                  <a:schemeClr val="accent2"/>
                </a:solidFill>
              </a:rPr>
              <a:t>tình</a:t>
            </a:r>
            <a:r>
              <a:rPr lang="en-US" sz="1800" b="1" dirty="0">
                <a:solidFill>
                  <a:schemeClr val="accent2"/>
                </a:solidFill>
              </a:rPr>
              <a:t> </a:t>
            </a:r>
            <a:r>
              <a:rPr lang="en-US" sz="1800" b="1" dirty="0" err="1">
                <a:solidFill>
                  <a:schemeClr val="accent2"/>
                </a:solidFill>
              </a:rPr>
              <a:t>trạng</a:t>
            </a:r>
            <a:r>
              <a:rPr lang="en-US" sz="1800" b="1" dirty="0">
                <a:solidFill>
                  <a:schemeClr val="accent2"/>
                </a:solidFill>
              </a:rPr>
              <a:t> </a:t>
            </a:r>
            <a:r>
              <a:rPr lang="en-US" sz="1800" b="1" dirty="0" err="1">
                <a:solidFill>
                  <a:schemeClr val="accent2"/>
                </a:solidFill>
              </a:rPr>
              <a:t>bề</a:t>
            </a:r>
            <a:r>
              <a:rPr lang="en-US" sz="1800" b="1" dirty="0">
                <a:solidFill>
                  <a:schemeClr val="accent2"/>
                </a:solidFill>
              </a:rPr>
              <a:t> </a:t>
            </a:r>
            <a:r>
              <a:rPr lang="en-US" sz="1800" b="1" dirty="0" err="1">
                <a:solidFill>
                  <a:schemeClr val="accent2"/>
                </a:solidFill>
              </a:rPr>
              <a:t>mặt</a:t>
            </a:r>
            <a:r>
              <a:rPr lang="en-US" sz="1800" b="1" dirty="0">
                <a:solidFill>
                  <a:schemeClr val="accent2"/>
                </a:solidFill>
              </a:rPr>
              <a:t> </a:t>
            </a:r>
            <a:r>
              <a:rPr lang="en-US" sz="1800" b="1" dirty="0" err="1">
                <a:solidFill>
                  <a:schemeClr val="accent2"/>
                </a:solidFill>
              </a:rPr>
              <a:t>và</a:t>
            </a:r>
            <a:r>
              <a:rPr lang="en-US" sz="1800" b="1" dirty="0">
                <a:solidFill>
                  <a:schemeClr val="accent2"/>
                </a:solidFill>
              </a:rPr>
              <a:t> </a:t>
            </a:r>
            <a:r>
              <a:rPr lang="en-US" sz="1800" b="1" dirty="0" err="1">
                <a:solidFill>
                  <a:schemeClr val="accent2"/>
                </a:solidFill>
              </a:rPr>
              <a:t>chỉ</a:t>
            </a:r>
            <a:r>
              <a:rPr lang="en-US" sz="1800" b="1" dirty="0">
                <a:solidFill>
                  <a:schemeClr val="accent2"/>
                </a:solidFill>
              </a:rPr>
              <a:t> </a:t>
            </a:r>
            <a:r>
              <a:rPr lang="en-US" sz="1800" b="1" dirty="0" err="1">
                <a:solidFill>
                  <a:schemeClr val="accent2"/>
                </a:solidFill>
              </a:rPr>
              <a:t>số</a:t>
            </a:r>
            <a:r>
              <a:rPr lang="en-US" sz="1800" b="1" dirty="0">
                <a:solidFill>
                  <a:schemeClr val="accent2"/>
                </a:solidFill>
              </a:rPr>
              <a:t> </a:t>
            </a:r>
            <a:r>
              <a:rPr lang="en-US" sz="1800" b="1" dirty="0" err="1">
                <a:solidFill>
                  <a:schemeClr val="accent2"/>
                </a:solidFill>
              </a:rPr>
              <a:t>tình</a:t>
            </a:r>
            <a:r>
              <a:rPr lang="en-US" sz="1800" b="1" dirty="0">
                <a:solidFill>
                  <a:schemeClr val="accent2"/>
                </a:solidFill>
              </a:rPr>
              <a:t> </a:t>
            </a:r>
            <a:r>
              <a:rPr lang="en-US" sz="1800" b="1" dirty="0" err="1">
                <a:solidFill>
                  <a:schemeClr val="accent2"/>
                </a:solidFill>
              </a:rPr>
              <a:t>trạng</a:t>
            </a:r>
            <a:r>
              <a:rPr lang="en-US" sz="1800" b="1" dirty="0">
                <a:solidFill>
                  <a:schemeClr val="accent2"/>
                </a:solidFill>
              </a:rPr>
              <a:t> </a:t>
            </a:r>
            <a:r>
              <a:rPr lang="en-US" sz="1800" b="1" dirty="0" err="1">
                <a:solidFill>
                  <a:schemeClr val="accent2"/>
                </a:solidFill>
              </a:rPr>
              <a:t>kết</a:t>
            </a:r>
            <a:r>
              <a:rPr lang="en-US" sz="1800" b="1" dirty="0">
                <a:solidFill>
                  <a:schemeClr val="accent2"/>
                </a:solidFill>
              </a:rPr>
              <a:t> </a:t>
            </a:r>
            <a:r>
              <a:rPr lang="en-US" sz="1800" b="1" dirty="0" err="1">
                <a:solidFill>
                  <a:schemeClr val="accent2"/>
                </a:solidFill>
              </a:rPr>
              <a:t>cấu</a:t>
            </a:r>
            <a:endParaRPr lang="en-US" sz="1800" b="1" dirty="0">
              <a:solidFill>
                <a:schemeClr val="accent2"/>
              </a:solidFill>
            </a:endParaRPr>
          </a:p>
        </p:txBody>
      </p:sp>
    </p:spTree>
    <p:extLst>
      <p:ext uri="{BB962C8B-B14F-4D97-AF65-F5344CB8AC3E}">
        <p14:creationId xmlns:p14="http://schemas.microsoft.com/office/powerpoint/2010/main" val="2140422283"/>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333" name="Group 21"/>
          <p:cNvGraphicFramePr>
            <a:graphicFrameLocks noGrp="1"/>
          </p:cNvGraphicFramePr>
          <p:nvPr>
            <p:ph/>
            <p:extLst>
              <p:ext uri="{D42A27DB-BD31-4B8C-83A1-F6EECF244321}">
                <p14:modId xmlns:p14="http://schemas.microsoft.com/office/powerpoint/2010/main" val="1282472648"/>
              </p:ext>
            </p:extLst>
          </p:nvPr>
        </p:nvGraphicFramePr>
        <p:xfrm>
          <a:off x="762000" y="1905000"/>
          <a:ext cx="7862888" cy="2809876"/>
        </p:xfrm>
        <a:graphic>
          <a:graphicData uri="http://schemas.openxmlformats.org/drawingml/2006/table">
            <a:tbl>
              <a:tblPr/>
              <a:tblGrid>
                <a:gridCol w="3378200">
                  <a:extLst>
                    <a:ext uri="{9D8B030D-6E8A-4147-A177-3AD203B41FA5}">
                      <a16:colId xmlns:a16="http://schemas.microsoft.com/office/drawing/2014/main" val="20000"/>
                    </a:ext>
                  </a:extLst>
                </a:gridCol>
                <a:gridCol w="4484688">
                  <a:extLst>
                    <a:ext uri="{9D8B030D-6E8A-4147-A177-3AD203B41FA5}">
                      <a16:colId xmlns:a16="http://schemas.microsoft.com/office/drawing/2014/main" val="20001"/>
                    </a:ext>
                  </a:extLst>
                </a:gridCol>
              </a:tblGrid>
              <a:tr h="7032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vi-VN" sz="2400" b="0" i="0" u="none" strike="noStrike" cap="none" normalizeH="0" baseline="0">
                          <a:ln>
                            <a:noFill/>
                          </a:ln>
                          <a:solidFill>
                            <a:schemeClr val="tx1"/>
                          </a:solidFill>
                          <a:effectLst/>
                          <a:latin typeface="Arial" charset="0"/>
                          <a:ea typeface="MS Mincho" pitchFamily="49" charset="-128"/>
                        </a:rPr>
                        <a:t>Độ ghồ ghề IRI (m/km)</a:t>
                      </a:r>
                      <a:endParaRPr kumimoji="1" lang="vi-VN" sz="24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2400" b="0" i="0" u="none" strike="noStrike" cap="none" normalizeH="0" baseline="0">
                          <a:ln>
                            <a:noFill/>
                          </a:ln>
                          <a:solidFill>
                            <a:schemeClr val="tx1"/>
                          </a:solidFill>
                          <a:effectLst/>
                          <a:latin typeface="Arial" charset="0"/>
                          <a:ea typeface="MS Mincho" pitchFamily="49" charset="-128"/>
                        </a:rPr>
                        <a:t>Giải pháp</a:t>
                      </a:r>
                      <a:endParaRPr kumimoji="1" lang="en-US" sz="24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016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2400" b="0" i="0" u="none" strike="noStrike" cap="none" normalizeH="0" baseline="0">
                          <a:ln>
                            <a:noFill/>
                          </a:ln>
                          <a:solidFill>
                            <a:schemeClr val="tx1"/>
                          </a:solidFill>
                          <a:effectLst/>
                          <a:latin typeface="Arial" charset="0"/>
                          <a:ea typeface="MS Mincho" pitchFamily="49" charset="-128"/>
                        </a:rPr>
                        <a:t>&gt; 10</a:t>
                      </a:r>
                      <a:endParaRPr kumimoji="1" lang="en-US" sz="24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2400" b="0" i="0" u="none" strike="noStrike" cap="none" normalizeH="0" baseline="0">
                          <a:ln>
                            <a:noFill/>
                          </a:ln>
                          <a:solidFill>
                            <a:schemeClr val="tx1"/>
                          </a:solidFill>
                          <a:effectLst/>
                          <a:latin typeface="Arial" charset="0"/>
                          <a:ea typeface="MS Mincho" pitchFamily="49" charset="-128"/>
                        </a:rPr>
                        <a:t>Xây dựng lại kết cấu mặt đường</a:t>
                      </a:r>
                      <a:endParaRPr kumimoji="1" lang="en-US" sz="2400" b="0" i="0" u="none" strike="noStrike" cap="none" normalizeH="0" baseline="0">
                        <a:ln>
                          <a:noFill/>
                        </a:ln>
                        <a:solidFill>
                          <a:schemeClr val="tx1"/>
                        </a:solidFill>
                        <a:effectLst/>
                        <a:latin typeface="Arial" charset="0"/>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032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2400" b="0" i="0" u="none" strike="noStrike" cap="none" normalizeH="0" baseline="0">
                          <a:ln>
                            <a:noFill/>
                          </a:ln>
                          <a:solidFill>
                            <a:schemeClr val="tx1"/>
                          </a:solidFill>
                          <a:effectLst/>
                          <a:latin typeface="Arial" charset="0"/>
                          <a:ea typeface="MS Mincho" pitchFamily="49" charset="-128"/>
                        </a:rPr>
                        <a:t>4 - 10</a:t>
                      </a:r>
                      <a:endParaRPr kumimoji="1" lang="en-US" sz="24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2400" b="0" i="0" u="none" strike="noStrike" cap="none" normalizeH="0" baseline="0">
                          <a:ln>
                            <a:noFill/>
                          </a:ln>
                          <a:solidFill>
                            <a:schemeClr val="tx1"/>
                          </a:solidFill>
                          <a:effectLst/>
                          <a:latin typeface="Arial" charset="0"/>
                          <a:ea typeface="MS Mincho" pitchFamily="49" charset="-128"/>
                        </a:rPr>
                        <a:t>Tăng cường mặt đường</a:t>
                      </a:r>
                      <a:endParaRPr kumimoji="1" lang="en-US" sz="2400" b="0" i="0" u="none" strike="noStrike" cap="none" normalizeH="0" baseline="0">
                        <a:ln>
                          <a:noFill/>
                        </a:ln>
                        <a:solidFill>
                          <a:schemeClr val="tx1"/>
                        </a:solidFill>
                        <a:effectLst/>
                        <a:latin typeface="Arial" charset="0"/>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016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2400" b="0" i="0" u="none" strike="noStrike" cap="none" normalizeH="0" baseline="0">
                          <a:ln>
                            <a:noFill/>
                          </a:ln>
                          <a:solidFill>
                            <a:schemeClr val="tx1"/>
                          </a:solidFill>
                          <a:effectLst/>
                          <a:latin typeface="Arial" charset="0"/>
                          <a:ea typeface="MS Mincho" pitchFamily="49" charset="-128"/>
                        </a:rPr>
                        <a:t>&lt; 4</a:t>
                      </a:r>
                      <a:endParaRPr kumimoji="1" lang="en-US" sz="2400" b="0" i="0" u="none" strike="noStrike" cap="none" normalizeH="0" baseline="0">
                        <a:ln>
                          <a:noFill/>
                        </a:ln>
                        <a:solidFill>
                          <a:schemeClr val="tx1"/>
                        </a:solidFill>
                        <a:effectLst/>
                        <a:latin typeface="Arial" charset="0"/>
                      </a:endParaRPr>
                    </a:p>
                  </a:txBody>
                  <a:tcPr marL="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2400" b="0" i="0" u="none" strike="noStrike" cap="none" normalizeH="0" baseline="0" dirty="0" err="1">
                          <a:ln>
                            <a:noFill/>
                          </a:ln>
                          <a:solidFill>
                            <a:schemeClr val="tx1"/>
                          </a:solidFill>
                          <a:effectLst/>
                          <a:latin typeface="Arial" charset="0"/>
                          <a:ea typeface="MS Mincho" pitchFamily="49" charset="-128"/>
                        </a:rPr>
                        <a:t>Không</a:t>
                      </a:r>
                      <a:r>
                        <a:rPr kumimoji="1" lang="en-US" sz="2400" b="0" i="0" u="none" strike="noStrike" cap="none" normalizeH="0" baseline="0" dirty="0">
                          <a:ln>
                            <a:noFill/>
                          </a:ln>
                          <a:solidFill>
                            <a:schemeClr val="tx1"/>
                          </a:solidFill>
                          <a:effectLst/>
                          <a:latin typeface="Arial" charset="0"/>
                          <a:ea typeface="MS Mincho" pitchFamily="49" charset="-128"/>
                        </a:rPr>
                        <a:t> </a:t>
                      </a:r>
                      <a:r>
                        <a:rPr kumimoji="1" lang="en-US" sz="2400" b="0" i="0" u="none" strike="noStrike" cap="none" normalizeH="0" baseline="0" dirty="0" err="1">
                          <a:ln>
                            <a:noFill/>
                          </a:ln>
                          <a:solidFill>
                            <a:schemeClr val="tx1"/>
                          </a:solidFill>
                          <a:effectLst/>
                          <a:latin typeface="Arial" charset="0"/>
                          <a:ea typeface="MS Mincho" pitchFamily="49" charset="-128"/>
                        </a:rPr>
                        <a:t>cần</a:t>
                      </a:r>
                      <a:r>
                        <a:rPr kumimoji="1" lang="en-US" sz="2400" b="0" i="0" u="none" strike="noStrike" cap="none" normalizeH="0" baseline="0" dirty="0">
                          <a:ln>
                            <a:noFill/>
                          </a:ln>
                          <a:solidFill>
                            <a:schemeClr val="tx1"/>
                          </a:solidFill>
                          <a:effectLst/>
                          <a:latin typeface="Arial" charset="0"/>
                          <a:ea typeface="MS Mincho" pitchFamily="49" charset="-128"/>
                        </a:rPr>
                        <a:t> </a:t>
                      </a:r>
                      <a:r>
                        <a:rPr kumimoji="1" lang="en-US" sz="2400" b="0" i="0" u="none" strike="noStrike" cap="none" normalizeH="0" baseline="0" dirty="0" err="1">
                          <a:ln>
                            <a:noFill/>
                          </a:ln>
                          <a:solidFill>
                            <a:schemeClr val="tx1"/>
                          </a:solidFill>
                          <a:effectLst/>
                          <a:latin typeface="Arial" charset="0"/>
                          <a:ea typeface="MS Mincho" pitchFamily="49" charset="-128"/>
                        </a:rPr>
                        <a:t>giải</a:t>
                      </a:r>
                      <a:r>
                        <a:rPr kumimoji="1" lang="en-US" sz="2400" b="0" i="0" u="none" strike="noStrike" cap="none" normalizeH="0" baseline="0" dirty="0">
                          <a:ln>
                            <a:noFill/>
                          </a:ln>
                          <a:solidFill>
                            <a:schemeClr val="tx1"/>
                          </a:solidFill>
                          <a:effectLst/>
                          <a:latin typeface="Arial" charset="0"/>
                          <a:ea typeface="MS Mincho" pitchFamily="49" charset="-128"/>
                        </a:rPr>
                        <a:t> </a:t>
                      </a:r>
                      <a:r>
                        <a:rPr kumimoji="1" lang="en-US" sz="2400" b="0" i="0" u="none" strike="noStrike" cap="none" normalizeH="0" baseline="0" dirty="0" err="1">
                          <a:ln>
                            <a:noFill/>
                          </a:ln>
                          <a:solidFill>
                            <a:schemeClr val="tx1"/>
                          </a:solidFill>
                          <a:effectLst/>
                          <a:latin typeface="Arial" charset="0"/>
                          <a:ea typeface="MS Mincho" pitchFamily="49" charset="-128"/>
                        </a:rPr>
                        <a:t>pháp</a:t>
                      </a:r>
                      <a:r>
                        <a:rPr kumimoji="1" lang="en-US" sz="2400" b="0" i="0" u="none" strike="noStrike" cap="none" normalizeH="0" baseline="0" dirty="0">
                          <a:ln>
                            <a:noFill/>
                          </a:ln>
                          <a:solidFill>
                            <a:schemeClr val="tx1"/>
                          </a:solidFill>
                          <a:effectLst/>
                          <a:latin typeface="Arial" charset="0"/>
                          <a:ea typeface="MS Mincho" pitchFamily="49" charset="-128"/>
                        </a:rPr>
                        <a:t> </a:t>
                      </a:r>
                      <a:r>
                        <a:rPr kumimoji="1" lang="en-US" sz="2400" b="0" i="0" u="none" strike="noStrike" cap="none" normalizeH="0" baseline="0" dirty="0" err="1">
                          <a:ln>
                            <a:noFill/>
                          </a:ln>
                          <a:solidFill>
                            <a:schemeClr val="tx1"/>
                          </a:solidFill>
                          <a:effectLst/>
                          <a:latin typeface="Arial" charset="0"/>
                          <a:ea typeface="MS Mincho" pitchFamily="49" charset="-128"/>
                        </a:rPr>
                        <a:t>sửa</a:t>
                      </a:r>
                      <a:r>
                        <a:rPr kumimoji="1" lang="en-US" sz="2400" b="0" i="0" u="none" strike="noStrike" cap="none" normalizeH="0" baseline="0" dirty="0">
                          <a:ln>
                            <a:noFill/>
                          </a:ln>
                          <a:solidFill>
                            <a:schemeClr val="tx1"/>
                          </a:solidFill>
                          <a:effectLst/>
                          <a:latin typeface="Arial" charset="0"/>
                          <a:ea typeface="MS Mincho" pitchFamily="49" charset="-128"/>
                        </a:rPr>
                        <a:t> </a:t>
                      </a:r>
                      <a:r>
                        <a:rPr kumimoji="1" lang="en-US" sz="2400" b="0" i="0" u="none" strike="noStrike" cap="none" normalizeH="0" baseline="0" dirty="0" err="1">
                          <a:ln>
                            <a:noFill/>
                          </a:ln>
                          <a:solidFill>
                            <a:schemeClr val="tx1"/>
                          </a:solidFill>
                          <a:effectLst/>
                          <a:latin typeface="Arial" charset="0"/>
                          <a:ea typeface="MS Mincho" pitchFamily="49" charset="-128"/>
                        </a:rPr>
                        <a:t>chữa</a:t>
                      </a:r>
                      <a:endParaRPr kumimoji="1" lang="en-US" sz="2400" b="0" i="0" u="none" strike="noStrike" cap="none" normalizeH="0" baseline="0" dirty="0">
                        <a:ln>
                          <a:noFill/>
                        </a:ln>
                        <a:solidFill>
                          <a:schemeClr val="tx1"/>
                        </a:solidFill>
                        <a:effectLst/>
                        <a:latin typeface="Arial" charset="0"/>
                      </a:endParaRPr>
                    </a:p>
                  </a:txBody>
                  <a:tcPr marL="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4" name="Rectangle 3"/>
          <p:cNvSpPr/>
          <p:nvPr/>
        </p:nvSpPr>
        <p:spPr>
          <a:xfrm>
            <a:off x="228600" y="438666"/>
            <a:ext cx="7696200" cy="400110"/>
          </a:xfrm>
          <a:prstGeom prst="rect">
            <a:avLst/>
          </a:prstGeom>
        </p:spPr>
        <p:txBody>
          <a:bodyPr wrap="square">
            <a:spAutoFit/>
          </a:bodyPr>
          <a:lstStyle/>
          <a:p>
            <a:pPr>
              <a:spcBef>
                <a:spcPct val="50000"/>
              </a:spcBef>
            </a:pPr>
            <a:r>
              <a:rPr lang="en-US" sz="2000" b="1" dirty="0" err="1">
                <a:solidFill>
                  <a:srgbClr val="FF0000"/>
                </a:solidFill>
              </a:rPr>
              <a:t>Đặc</a:t>
            </a:r>
            <a:r>
              <a:rPr lang="en-US" sz="2000" b="1" dirty="0">
                <a:solidFill>
                  <a:srgbClr val="FF0000"/>
                </a:solidFill>
              </a:rPr>
              <a:t> </a:t>
            </a:r>
            <a:r>
              <a:rPr lang="en-US" sz="2000" b="1" dirty="0" err="1">
                <a:solidFill>
                  <a:srgbClr val="FF0000"/>
                </a:solidFill>
              </a:rPr>
              <a:t>trưng</a:t>
            </a:r>
            <a:r>
              <a:rPr lang="en-US" sz="2000" b="1" dirty="0">
                <a:solidFill>
                  <a:srgbClr val="FF0000"/>
                </a:solidFill>
              </a:rPr>
              <a:t> </a:t>
            </a:r>
            <a:r>
              <a:rPr lang="en-US" sz="2000" b="1" dirty="0" err="1">
                <a:solidFill>
                  <a:srgbClr val="FF0000"/>
                </a:solidFill>
              </a:rPr>
              <a:t>khai</a:t>
            </a:r>
            <a:r>
              <a:rPr lang="en-US" sz="2000" b="1" dirty="0">
                <a:solidFill>
                  <a:srgbClr val="FF0000"/>
                </a:solidFill>
              </a:rPr>
              <a:t> </a:t>
            </a:r>
            <a:r>
              <a:rPr lang="en-US" sz="2000" b="1" dirty="0" err="1">
                <a:solidFill>
                  <a:srgbClr val="FF0000"/>
                </a:solidFill>
              </a:rPr>
              <a:t>thác</a:t>
            </a:r>
            <a:r>
              <a:rPr lang="en-US" sz="2000" b="1" dirty="0">
                <a:solidFill>
                  <a:srgbClr val="FF0000"/>
                </a:solidFill>
              </a:rPr>
              <a:t> </a:t>
            </a:r>
            <a:r>
              <a:rPr lang="en-US" sz="2000" b="1" dirty="0" err="1">
                <a:solidFill>
                  <a:srgbClr val="FF0000"/>
                </a:solidFill>
              </a:rPr>
              <a:t>mặt</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 </a:t>
            </a:r>
            <a:r>
              <a:rPr lang="en-US" sz="2000" b="1" dirty="0" err="1">
                <a:solidFill>
                  <a:srgbClr val="FF0000"/>
                </a:solidFill>
              </a:rPr>
              <a:t>các</a:t>
            </a:r>
            <a:r>
              <a:rPr lang="en-US" sz="2000" b="1" dirty="0">
                <a:solidFill>
                  <a:srgbClr val="FF0000"/>
                </a:solidFill>
              </a:rPr>
              <a:t> </a:t>
            </a:r>
            <a:r>
              <a:rPr lang="en-US" sz="2000" b="1" dirty="0" err="1">
                <a:solidFill>
                  <a:srgbClr val="FF0000"/>
                </a:solidFill>
              </a:rPr>
              <a:t>chỉ</a:t>
            </a:r>
            <a:r>
              <a:rPr lang="en-US" sz="2000" b="1" dirty="0">
                <a:solidFill>
                  <a:srgbClr val="FF0000"/>
                </a:solidFill>
              </a:rPr>
              <a:t> </a:t>
            </a:r>
            <a:r>
              <a:rPr lang="en-US" sz="2000" b="1" dirty="0" err="1">
                <a:solidFill>
                  <a:srgbClr val="FF0000"/>
                </a:solidFill>
              </a:rPr>
              <a:t>tiêu</a:t>
            </a:r>
            <a:r>
              <a:rPr lang="en-US" sz="2000" b="1" dirty="0">
                <a:solidFill>
                  <a:srgbClr val="FF0000"/>
                </a:solidFill>
              </a:rPr>
              <a:t> </a:t>
            </a:r>
            <a:r>
              <a:rPr lang="en-US" sz="2000" b="1" dirty="0" err="1">
                <a:solidFill>
                  <a:srgbClr val="FF0000"/>
                </a:solidFill>
              </a:rPr>
              <a:t>tổng</a:t>
            </a:r>
            <a:r>
              <a:rPr lang="en-US" sz="2000" b="1" dirty="0">
                <a:solidFill>
                  <a:srgbClr val="FF0000"/>
                </a:solidFill>
              </a:rPr>
              <a:t> </a:t>
            </a:r>
            <a:r>
              <a:rPr lang="en-US" sz="2000" b="1" dirty="0" err="1">
                <a:solidFill>
                  <a:srgbClr val="FF0000"/>
                </a:solidFill>
              </a:rPr>
              <a:t>hợp</a:t>
            </a:r>
            <a:endParaRPr lang="en-US" sz="2000" b="1" dirty="0">
              <a:solidFill>
                <a:srgbClr val="FF0000"/>
              </a:solidFill>
            </a:endParaRPr>
          </a:p>
        </p:txBody>
      </p:sp>
      <p:sp>
        <p:nvSpPr>
          <p:cNvPr id="5" name="Rectangle 2"/>
          <p:cNvSpPr txBox="1">
            <a:spLocks noChangeArrowheads="1"/>
          </p:cNvSpPr>
          <p:nvPr/>
        </p:nvSpPr>
        <p:spPr bwMode="auto">
          <a:xfrm>
            <a:off x="228600" y="1295400"/>
            <a:ext cx="8789194"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buNone/>
            </a:pPr>
            <a:r>
              <a:rPr lang="en-US" sz="1800" b="1" dirty="0" err="1">
                <a:solidFill>
                  <a:schemeClr val="accent2"/>
                </a:solidFill>
              </a:rPr>
              <a:t>Lựa</a:t>
            </a:r>
            <a:r>
              <a:rPr lang="en-US" sz="1800" b="1" dirty="0">
                <a:solidFill>
                  <a:schemeClr val="accent2"/>
                </a:solidFill>
              </a:rPr>
              <a:t> </a:t>
            </a:r>
            <a:r>
              <a:rPr lang="en-US" sz="1800" b="1" dirty="0" err="1">
                <a:solidFill>
                  <a:schemeClr val="accent2"/>
                </a:solidFill>
              </a:rPr>
              <a:t>chọn</a:t>
            </a:r>
            <a:r>
              <a:rPr lang="en-US" sz="1800" b="1" dirty="0">
                <a:solidFill>
                  <a:schemeClr val="accent2"/>
                </a:solidFill>
              </a:rPr>
              <a:t> </a:t>
            </a:r>
            <a:r>
              <a:rPr lang="en-US" sz="1800" b="1" dirty="0" err="1">
                <a:solidFill>
                  <a:schemeClr val="accent2"/>
                </a:solidFill>
              </a:rPr>
              <a:t>giải</a:t>
            </a:r>
            <a:r>
              <a:rPr lang="en-US" sz="1800" b="1" dirty="0">
                <a:solidFill>
                  <a:schemeClr val="accent2"/>
                </a:solidFill>
              </a:rPr>
              <a:t> </a:t>
            </a:r>
            <a:r>
              <a:rPr lang="en-US" sz="1800" b="1" dirty="0" err="1">
                <a:solidFill>
                  <a:schemeClr val="accent2"/>
                </a:solidFill>
              </a:rPr>
              <a:t>pháp</a:t>
            </a:r>
            <a:r>
              <a:rPr lang="en-US" sz="1800" b="1" dirty="0">
                <a:solidFill>
                  <a:schemeClr val="accent2"/>
                </a:solidFill>
              </a:rPr>
              <a:t> </a:t>
            </a:r>
            <a:r>
              <a:rPr lang="en-US" sz="1800" b="1" dirty="0" err="1">
                <a:solidFill>
                  <a:schemeClr val="accent2"/>
                </a:solidFill>
              </a:rPr>
              <a:t>theo</a:t>
            </a:r>
            <a:r>
              <a:rPr lang="en-US" sz="1800" b="1" dirty="0">
                <a:solidFill>
                  <a:schemeClr val="accent2"/>
                </a:solidFill>
              </a:rPr>
              <a:t> </a:t>
            </a:r>
            <a:r>
              <a:rPr lang="en-US" sz="1800" b="1" dirty="0" err="1">
                <a:solidFill>
                  <a:schemeClr val="accent2"/>
                </a:solidFill>
              </a:rPr>
              <a:t>độ</a:t>
            </a:r>
            <a:r>
              <a:rPr lang="en-US" sz="1800" b="1" dirty="0">
                <a:solidFill>
                  <a:schemeClr val="accent2"/>
                </a:solidFill>
              </a:rPr>
              <a:t> </a:t>
            </a:r>
            <a:r>
              <a:rPr lang="en-US" sz="1800" b="1" dirty="0" err="1">
                <a:solidFill>
                  <a:schemeClr val="accent2"/>
                </a:solidFill>
              </a:rPr>
              <a:t>ghồ</a:t>
            </a:r>
            <a:r>
              <a:rPr lang="en-US" sz="1800" b="1" dirty="0">
                <a:solidFill>
                  <a:schemeClr val="accent2"/>
                </a:solidFill>
              </a:rPr>
              <a:t> </a:t>
            </a:r>
            <a:r>
              <a:rPr lang="en-US" sz="1800" b="1" dirty="0" err="1">
                <a:solidFill>
                  <a:schemeClr val="accent2"/>
                </a:solidFill>
              </a:rPr>
              <a:t>ghề</a:t>
            </a:r>
            <a:endParaRPr lang="en-US" sz="1800" b="1" dirty="0">
              <a:solidFill>
                <a:schemeClr val="accent2"/>
              </a:solidFill>
            </a:endParaRPr>
          </a:p>
        </p:txBody>
      </p:sp>
    </p:spTree>
    <p:extLst>
      <p:ext uri="{BB962C8B-B14F-4D97-AF65-F5344CB8AC3E}">
        <p14:creationId xmlns:p14="http://schemas.microsoft.com/office/powerpoint/2010/main" val="1138663987"/>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58" name="Rectangle 22"/>
          <p:cNvSpPr>
            <a:spLocks noChangeArrowheads="1"/>
          </p:cNvSpPr>
          <p:nvPr/>
        </p:nvSpPr>
        <p:spPr bwMode="auto">
          <a:xfrm>
            <a:off x="304800" y="1140768"/>
            <a:ext cx="54016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buFont typeface="Symbol" pitchFamily="18" charset="2"/>
              <a:buNone/>
              <a:tabLst>
                <a:tab pos="228600" algn="l"/>
              </a:tabLst>
            </a:pPr>
            <a:r>
              <a:rPr lang="en-GB" sz="2400" b="1" dirty="0">
                <a:solidFill>
                  <a:schemeClr val="accent2"/>
                </a:solidFill>
              </a:rPr>
              <a:t> </a:t>
            </a:r>
            <a:r>
              <a:rPr lang="en-GB" sz="2400" b="1" dirty="0" err="1">
                <a:solidFill>
                  <a:schemeClr val="accent2"/>
                </a:solidFill>
              </a:rPr>
              <a:t>Chỉ</a:t>
            </a:r>
            <a:r>
              <a:rPr lang="en-GB" sz="2400" b="1" dirty="0">
                <a:solidFill>
                  <a:schemeClr val="accent2"/>
                </a:solidFill>
              </a:rPr>
              <a:t> </a:t>
            </a:r>
            <a:r>
              <a:rPr lang="en-GB" sz="2400" b="1" dirty="0" err="1">
                <a:solidFill>
                  <a:schemeClr val="accent2"/>
                </a:solidFill>
              </a:rPr>
              <a:t>số</a:t>
            </a:r>
            <a:r>
              <a:rPr lang="en-GB" sz="2400" b="1" dirty="0">
                <a:solidFill>
                  <a:schemeClr val="accent2"/>
                </a:solidFill>
              </a:rPr>
              <a:t> </a:t>
            </a:r>
            <a:r>
              <a:rPr lang="en-GB" sz="2400" b="1" dirty="0" err="1">
                <a:solidFill>
                  <a:schemeClr val="accent2"/>
                </a:solidFill>
              </a:rPr>
              <a:t>Vizir</a:t>
            </a:r>
            <a:r>
              <a:rPr lang="en-GB" sz="2400" b="1" dirty="0">
                <a:solidFill>
                  <a:schemeClr val="accent2"/>
                </a:solidFill>
              </a:rPr>
              <a:t> - </a:t>
            </a:r>
            <a:r>
              <a:rPr lang="en-GB" sz="2400" b="1" dirty="0" err="1">
                <a:solidFill>
                  <a:schemeClr val="accent2"/>
                </a:solidFill>
              </a:rPr>
              <a:t>các</a:t>
            </a:r>
            <a:r>
              <a:rPr lang="en-GB" sz="2400" b="1" dirty="0">
                <a:solidFill>
                  <a:schemeClr val="accent2"/>
                </a:solidFill>
              </a:rPr>
              <a:t> </a:t>
            </a:r>
            <a:r>
              <a:rPr lang="en-GB" sz="2400" b="1" dirty="0" err="1">
                <a:solidFill>
                  <a:schemeClr val="accent2"/>
                </a:solidFill>
              </a:rPr>
              <a:t>loại</a:t>
            </a:r>
            <a:r>
              <a:rPr lang="en-GB" sz="2400" b="1" dirty="0">
                <a:solidFill>
                  <a:schemeClr val="accent2"/>
                </a:solidFill>
              </a:rPr>
              <a:t> </a:t>
            </a:r>
            <a:r>
              <a:rPr lang="en-GB" sz="2400" b="1" dirty="0" err="1">
                <a:solidFill>
                  <a:schemeClr val="accent2"/>
                </a:solidFill>
              </a:rPr>
              <a:t>hình</a:t>
            </a:r>
            <a:r>
              <a:rPr lang="en-GB" sz="2400" b="1" dirty="0">
                <a:solidFill>
                  <a:schemeClr val="accent2"/>
                </a:solidFill>
              </a:rPr>
              <a:t> </a:t>
            </a:r>
            <a:r>
              <a:rPr lang="en-GB" sz="2400" b="1" dirty="0" err="1">
                <a:solidFill>
                  <a:schemeClr val="accent2"/>
                </a:solidFill>
              </a:rPr>
              <a:t>hư</a:t>
            </a:r>
            <a:r>
              <a:rPr lang="en-GB" sz="2400" b="1" dirty="0">
                <a:solidFill>
                  <a:schemeClr val="accent2"/>
                </a:solidFill>
              </a:rPr>
              <a:t> </a:t>
            </a:r>
            <a:r>
              <a:rPr lang="en-GB" sz="2400" b="1" dirty="0" err="1">
                <a:solidFill>
                  <a:schemeClr val="accent2"/>
                </a:solidFill>
              </a:rPr>
              <a:t>hỏng</a:t>
            </a:r>
            <a:endParaRPr lang="en-GB" sz="2400" b="1" dirty="0">
              <a:solidFill>
                <a:schemeClr val="accent2"/>
              </a:solidFill>
            </a:endParaRPr>
          </a:p>
        </p:txBody>
      </p:sp>
      <p:sp>
        <p:nvSpPr>
          <p:cNvPr id="14359" name="Rectangle 23"/>
          <p:cNvSpPr>
            <a:spLocks noChangeArrowheads="1"/>
          </p:cNvSpPr>
          <p:nvPr/>
        </p:nvSpPr>
        <p:spPr bwMode="auto">
          <a:xfrm>
            <a:off x="1003300" y="1752600"/>
            <a:ext cx="7521575" cy="4365625"/>
          </a:xfrm>
          <a:prstGeom prst="rect">
            <a:avLst/>
          </a:prstGeom>
          <a:noFill/>
          <a:ln w="38100" cmpd="dbl">
            <a:noFill/>
            <a:miter lim="800000"/>
            <a:headEnd/>
            <a:tailEnd/>
          </a:ln>
          <a:effectLst/>
        </p:spPr>
        <p:txBody>
          <a:bodyPr anchor="ctr">
            <a:spAutoFit/>
          </a:bodyPr>
          <a:lstStyle/>
          <a:p>
            <a:pPr>
              <a:lnSpc>
                <a:spcPct val="110000"/>
              </a:lnSpc>
              <a:spcBef>
                <a:spcPct val="20000"/>
              </a:spcBef>
              <a:spcAft>
                <a:spcPct val="20000"/>
              </a:spcAft>
              <a:buFontTx/>
              <a:buChar char="•"/>
            </a:pPr>
            <a:r>
              <a:rPr lang="en-GB" sz="2400" dirty="0"/>
              <a:t> </a:t>
            </a:r>
            <a:r>
              <a:rPr lang="en-GB" sz="2400" dirty="0" err="1"/>
              <a:t>Nứt</a:t>
            </a:r>
            <a:r>
              <a:rPr lang="en-GB" sz="2400" dirty="0"/>
              <a:t> </a:t>
            </a:r>
            <a:r>
              <a:rPr lang="en-GB" sz="2400" dirty="0" err="1"/>
              <a:t>dọc</a:t>
            </a:r>
            <a:r>
              <a:rPr lang="en-GB" sz="2400" dirty="0"/>
              <a:t> ở </a:t>
            </a:r>
            <a:r>
              <a:rPr lang="en-GB" sz="2400" dirty="0" err="1"/>
              <a:t>ba</a:t>
            </a:r>
            <a:r>
              <a:rPr lang="en-GB" sz="2400" dirty="0"/>
              <a:t> </a:t>
            </a:r>
            <a:r>
              <a:rPr lang="en-GB" sz="2400" dirty="0" err="1"/>
              <a:t>cấp</a:t>
            </a:r>
            <a:r>
              <a:rPr lang="en-GB" sz="2400" dirty="0"/>
              <a:t> </a:t>
            </a:r>
            <a:r>
              <a:rPr lang="en-GB" sz="2400" dirty="0" err="1"/>
              <a:t>độ</a:t>
            </a:r>
            <a:endParaRPr lang="en-US" sz="2400" dirty="0"/>
          </a:p>
          <a:p>
            <a:pPr>
              <a:lnSpc>
                <a:spcPct val="110000"/>
              </a:lnSpc>
              <a:spcBef>
                <a:spcPct val="20000"/>
              </a:spcBef>
              <a:spcAft>
                <a:spcPct val="20000"/>
              </a:spcAft>
              <a:buFontTx/>
              <a:buChar char="•"/>
            </a:pPr>
            <a:r>
              <a:rPr lang="en-GB" sz="2400" dirty="0"/>
              <a:t> </a:t>
            </a:r>
            <a:r>
              <a:rPr lang="en-GB" sz="2400" dirty="0" err="1"/>
              <a:t>Lún</a:t>
            </a:r>
            <a:r>
              <a:rPr lang="en-GB" sz="2400" dirty="0"/>
              <a:t> </a:t>
            </a:r>
            <a:r>
              <a:rPr lang="en-GB" sz="2400" dirty="0" err="1"/>
              <a:t>theo</a:t>
            </a:r>
            <a:r>
              <a:rPr lang="en-GB" sz="2400" dirty="0"/>
              <a:t> </a:t>
            </a:r>
            <a:r>
              <a:rPr lang="en-GB" sz="2400" dirty="0" err="1"/>
              <a:t>vệt</a:t>
            </a:r>
            <a:r>
              <a:rPr lang="en-GB" sz="2400" dirty="0"/>
              <a:t> </a:t>
            </a:r>
            <a:r>
              <a:rPr lang="en-GB" sz="2400" dirty="0" err="1"/>
              <a:t>bánh</a:t>
            </a:r>
            <a:r>
              <a:rPr lang="en-GB" sz="2400" dirty="0"/>
              <a:t> </a:t>
            </a:r>
            <a:r>
              <a:rPr lang="en-GB" sz="2400" dirty="0" err="1"/>
              <a:t>xe</a:t>
            </a:r>
            <a:r>
              <a:rPr lang="en-GB" sz="2400" dirty="0"/>
              <a:t>/</a:t>
            </a:r>
            <a:r>
              <a:rPr lang="en-GB" sz="2400" dirty="0" err="1"/>
              <a:t>sự</a:t>
            </a:r>
            <a:r>
              <a:rPr lang="en-GB" sz="2400" dirty="0"/>
              <a:t> </a:t>
            </a:r>
            <a:r>
              <a:rPr lang="en-GB" sz="2400" dirty="0" err="1"/>
              <a:t>biến</a:t>
            </a:r>
            <a:r>
              <a:rPr lang="en-GB" sz="2400" dirty="0"/>
              <a:t> </a:t>
            </a:r>
            <a:r>
              <a:rPr lang="en-GB" sz="2400" dirty="0" err="1"/>
              <a:t>dạng</a:t>
            </a:r>
            <a:r>
              <a:rPr lang="en-GB" sz="2400" dirty="0"/>
              <a:t> ở </a:t>
            </a:r>
            <a:r>
              <a:rPr lang="en-GB" sz="2400" dirty="0" err="1"/>
              <a:t>ba</a:t>
            </a:r>
            <a:r>
              <a:rPr lang="en-GB" sz="2400" dirty="0"/>
              <a:t> </a:t>
            </a:r>
            <a:r>
              <a:rPr lang="en-GB" sz="2400" dirty="0" err="1"/>
              <a:t>cấp</a:t>
            </a:r>
            <a:r>
              <a:rPr lang="en-GB" sz="2400" dirty="0"/>
              <a:t> </a:t>
            </a:r>
            <a:r>
              <a:rPr lang="en-GB" sz="2400" dirty="0" err="1"/>
              <a:t>độ</a:t>
            </a:r>
            <a:endParaRPr lang="en-US" sz="2400" dirty="0"/>
          </a:p>
          <a:p>
            <a:pPr>
              <a:lnSpc>
                <a:spcPct val="110000"/>
              </a:lnSpc>
              <a:spcBef>
                <a:spcPct val="20000"/>
              </a:spcBef>
              <a:spcAft>
                <a:spcPct val="20000"/>
              </a:spcAft>
              <a:buFontTx/>
              <a:buChar char="•"/>
            </a:pPr>
            <a:r>
              <a:rPr lang="en-GB" sz="2400" dirty="0"/>
              <a:t> </a:t>
            </a:r>
            <a:r>
              <a:rPr lang="en-GB" sz="2400" dirty="0" err="1"/>
              <a:t>Nứt</a:t>
            </a:r>
            <a:r>
              <a:rPr lang="en-GB" sz="2400" dirty="0"/>
              <a:t> </a:t>
            </a:r>
            <a:r>
              <a:rPr lang="en-GB" sz="2400" dirty="0" err="1"/>
              <a:t>rạn</a:t>
            </a:r>
            <a:r>
              <a:rPr lang="en-GB" sz="2400" dirty="0"/>
              <a:t> men </a:t>
            </a:r>
            <a:r>
              <a:rPr lang="en-GB" sz="2400" dirty="0" err="1"/>
              <a:t>sứ</a:t>
            </a:r>
            <a:r>
              <a:rPr lang="en-GB" sz="2400" dirty="0"/>
              <a:t> ở </a:t>
            </a:r>
            <a:r>
              <a:rPr lang="en-GB" sz="2400" dirty="0" err="1"/>
              <a:t>ba</a:t>
            </a:r>
            <a:r>
              <a:rPr lang="en-GB" sz="2400" dirty="0"/>
              <a:t> </a:t>
            </a:r>
            <a:r>
              <a:rPr lang="en-GB" sz="2400" dirty="0" err="1"/>
              <a:t>cấp</a:t>
            </a:r>
            <a:r>
              <a:rPr lang="en-GB" sz="2400" dirty="0"/>
              <a:t> </a:t>
            </a:r>
            <a:r>
              <a:rPr lang="en-GB" sz="2400" dirty="0" err="1"/>
              <a:t>độ</a:t>
            </a:r>
            <a:r>
              <a:rPr lang="en-GB" sz="2400" dirty="0"/>
              <a:t>.</a:t>
            </a:r>
            <a:endParaRPr lang="en-US" sz="2400" dirty="0"/>
          </a:p>
          <a:p>
            <a:pPr>
              <a:lnSpc>
                <a:spcPct val="110000"/>
              </a:lnSpc>
              <a:spcBef>
                <a:spcPct val="20000"/>
              </a:spcBef>
              <a:spcAft>
                <a:spcPct val="20000"/>
              </a:spcAft>
              <a:buFontTx/>
              <a:buChar char="•"/>
            </a:pPr>
            <a:r>
              <a:rPr lang="en-GB" sz="2400" dirty="0"/>
              <a:t> </a:t>
            </a:r>
            <a:r>
              <a:rPr lang="en-GB" sz="2400" dirty="0" err="1"/>
              <a:t>Miếng</a:t>
            </a:r>
            <a:r>
              <a:rPr lang="en-GB" sz="2400" dirty="0"/>
              <a:t> </a:t>
            </a:r>
            <a:r>
              <a:rPr lang="en-GB" sz="2400" dirty="0" err="1"/>
              <a:t>vá</a:t>
            </a:r>
            <a:r>
              <a:rPr lang="en-GB" sz="2400" dirty="0"/>
              <a:t> ở </a:t>
            </a:r>
            <a:r>
              <a:rPr lang="en-GB" sz="2400" dirty="0" err="1"/>
              <a:t>ba</a:t>
            </a:r>
            <a:r>
              <a:rPr lang="en-GB" sz="2400" dirty="0"/>
              <a:t> </a:t>
            </a:r>
            <a:r>
              <a:rPr lang="en-GB" sz="2400" dirty="0" err="1"/>
              <a:t>cấp</a:t>
            </a:r>
            <a:r>
              <a:rPr lang="en-GB" sz="2400" dirty="0"/>
              <a:t> </a:t>
            </a:r>
            <a:r>
              <a:rPr lang="en-GB" sz="2400" dirty="0" err="1"/>
              <a:t>độ</a:t>
            </a:r>
            <a:r>
              <a:rPr lang="en-GB" sz="2400" dirty="0"/>
              <a:t>.</a:t>
            </a:r>
            <a:endParaRPr lang="en-US" sz="2400" dirty="0"/>
          </a:p>
          <a:p>
            <a:pPr>
              <a:lnSpc>
                <a:spcPct val="110000"/>
              </a:lnSpc>
              <a:spcBef>
                <a:spcPct val="20000"/>
              </a:spcBef>
              <a:spcAft>
                <a:spcPct val="20000"/>
              </a:spcAft>
              <a:buFontTx/>
              <a:buChar char="•"/>
            </a:pPr>
            <a:r>
              <a:rPr lang="en-GB" sz="2400" dirty="0"/>
              <a:t> Ổ </a:t>
            </a:r>
            <a:r>
              <a:rPr lang="en-GB" sz="2400" dirty="0" err="1"/>
              <a:t>gà</a:t>
            </a:r>
            <a:r>
              <a:rPr lang="en-GB" sz="2400" dirty="0"/>
              <a:t> ở </a:t>
            </a:r>
            <a:r>
              <a:rPr lang="en-GB" sz="2400" dirty="0" err="1"/>
              <a:t>ba</a:t>
            </a:r>
            <a:r>
              <a:rPr lang="en-GB" sz="2400" dirty="0"/>
              <a:t> </a:t>
            </a:r>
            <a:r>
              <a:rPr lang="en-GB" sz="2400" dirty="0" err="1"/>
              <a:t>cấp</a:t>
            </a:r>
            <a:r>
              <a:rPr lang="en-GB" sz="2400" dirty="0"/>
              <a:t> </a:t>
            </a:r>
            <a:r>
              <a:rPr lang="en-GB" sz="2400" dirty="0" err="1"/>
              <a:t>độ</a:t>
            </a:r>
            <a:endParaRPr lang="en-US" sz="2400" dirty="0"/>
          </a:p>
          <a:p>
            <a:pPr>
              <a:lnSpc>
                <a:spcPct val="110000"/>
              </a:lnSpc>
              <a:spcBef>
                <a:spcPct val="20000"/>
              </a:spcBef>
              <a:spcAft>
                <a:spcPct val="20000"/>
              </a:spcAft>
              <a:buFontTx/>
              <a:buChar char="•"/>
            </a:pPr>
            <a:r>
              <a:rPr lang="en-GB" sz="2400" dirty="0"/>
              <a:t> </a:t>
            </a:r>
            <a:r>
              <a:rPr lang="en-GB" sz="2400" dirty="0" err="1"/>
              <a:t>Lớp</a:t>
            </a:r>
            <a:r>
              <a:rPr lang="en-GB" sz="2400" dirty="0"/>
              <a:t> </a:t>
            </a:r>
            <a:r>
              <a:rPr lang="en-GB" sz="2400" dirty="0" err="1"/>
              <a:t>vá</a:t>
            </a:r>
            <a:r>
              <a:rPr lang="en-GB" sz="2400" dirty="0"/>
              <a:t> </a:t>
            </a:r>
            <a:r>
              <a:rPr lang="en-GB" sz="2400" dirty="0" err="1"/>
              <a:t>láng</a:t>
            </a:r>
            <a:r>
              <a:rPr lang="en-GB" sz="2400" dirty="0"/>
              <a:t> ở </a:t>
            </a:r>
            <a:r>
              <a:rPr lang="en-GB" sz="2400" dirty="0" err="1"/>
              <a:t>ba</a:t>
            </a:r>
            <a:r>
              <a:rPr lang="en-GB" sz="2400" dirty="0"/>
              <a:t> </a:t>
            </a:r>
            <a:r>
              <a:rPr lang="en-GB" sz="2400" dirty="0" err="1"/>
              <a:t>cấp</a:t>
            </a:r>
            <a:r>
              <a:rPr lang="en-GB" sz="2400" dirty="0"/>
              <a:t> </a:t>
            </a:r>
            <a:r>
              <a:rPr lang="en-GB" sz="2400" dirty="0" err="1"/>
              <a:t>độ</a:t>
            </a:r>
            <a:endParaRPr lang="en-US" sz="2400" dirty="0"/>
          </a:p>
          <a:p>
            <a:pPr>
              <a:lnSpc>
                <a:spcPct val="110000"/>
              </a:lnSpc>
              <a:spcBef>
                <a:spcPct val="20000"/>
              </a:spcBef>
              <a:spcAft>
                <a:spcPct val="20000"/>
              </a:spcAft>
              <a:buFontTx/>
              <a:buChar char="•"/>
            </a:pPr>
            <a:r>
              <a:rPr lang="en-GB" sz="2400" dirty="0"/>
              <a:t> </a:t>
            </a:r>
            <a:r>
              <a:rPr lang="en-GB" sz="2400" dirty="0" err="1"/>
              <a:t>Nứt</a:t>
            </a:r>
            <a:r>
              <a:rPr lang="en-GB" sz="2400" dirty="0"/>
              <a:t> </a:t>
            </a:r>
            <a:r>
              <a:rPr lang="en-GB" sz="2400" dirty="0" err="1"/>
              <a:t>ngang</a:t>
            </a:r>
            <a:r>
              <a:rPr lang="en-GB" sz="2400" dirty="0"/>
              <a:t> ở </a:t>
            </a:r>
            <a:r>
              <a:rPr lang="en-GB" sz="2400" dirty="0" err="1"/>
              <a:t>ba</a:t>
            </a:r>
            <a:r>
              <a:rPr lang="en-GB" sz="2400" dirty="0"/>
              <a:t> </a:t>
            </a:r>
            <a:r>
              <a:rPr lang="en-GB" sz="2400" dirty="0" err="1"/>
              <a:t>cấp</a:t>
            </a:r>
            <a:r>
              <a:rPr lang="en-GB" sz="2400" dirty="0"/>
              <a:t> </a:t>
            </a:r>
            <a:r>
              <a:rPr lang="en-GB" sz="2400" dirty="0" err="1"/>
              <a:t>độ</a:t>
            </a:r>
            <a:r>
              <a:rPr lang="en-GB" sz="2400" dirty="0"/>
              <a:t>.</a:t>
            </a:r>
            <a:endParaRPr lang="en-US" sz="2400" dirty="0"/>
          </a:p>
          <a:p>
            <a:pPr>
              <a:lnSpc>
                <a:spcPct val="110000"/>
              </a:lnSpc>
              <a:spcBef>
                <a:spcPct val="20000"/>
              </a:spcBef>
              <a:spcAft>
                <a:spcPct val="20000"/>
              </a:spcAft>
              <a:buFontTx/>
              <a:buChar char="•"/>
            </a:pPr>
            <a:r>
              <a:rPr lang="en-GB" sz="2400" dirty="0"/>
              <a:t> </a:t>
            </a:r>
            <a:r>
              <a:rPr lang="en-GB" sz="2400" dirty="0" err="1"/>
              <a:t>Xói</a:t>
            </a:r>
            <a:r>
              <a:rPr lang="en-GB" sz="2400" dirty="0"/>
              <a:t> </a:t>
            </a:r>
            <a:r>
              <a:rPr lang="en-GB" sz="2400" dirty="0" err="1"/>
              <a:t>mòn</a:t>
            </a:r>
            <a:r>
              <a:rPr lang="en-GB" sz="2400" dirty="0"/>
              <a:t> </a:t>
            </a:r>
            <a:r>
              <a:rPr lang="en-GB" sz="2400" dirty="0" err="1"/>
              <a:t>đường</a:t>
            </a:r>
            <a:r>
              <a:rPr lang="en-GB" sz="2400" dirty="0"/>
              <a:t> </a:t>
            </a:r>
            <a:r>
              <a:rPr lang="en-GB" sz="2400" dirty="0" err="1"/>
              <a:t>viền</a:t>
            </a:r>
            <a:r>
              <a:rPr lang="en-GB" sz="2400" dirty="0"/>
              <a:t> ở </a:t>
            </a:r>
            <a:r>
              <a:rPr lang="en-GB" sz="2400" dirty="0" err="1"/>
              <a:t>ba</a:t>
            </a:r>
            <a:r>
              <a:rPr lang="en-GB" sz="2400" dirty="0"/>
              <a:t> </a:t>
            </a:r>
            <a:r>
              <a:rPr lang="en-GB" sz="2400" dirty="0" err="1"/>
              <a:t>cấp</a:t>
            </a:r>
            <a:r>
              <a:rPr lang="en-GB" sz="2400" dirty="0"/>
              <a:t> </a:t>
            </a:r>
            <a:r>
              <a:rPr lang="en-GB" sz="2400" dirty="0" err="1"/>
              <a:t>độ</a:t>
            </a:r>
            <a:endParaRPr lang="en-GB" sz="2400" dirty="0"/>
          </a:p>
        </p:txBody>
      </p:sp>
      <p:sp>
        <p:nvSpPr>
          <p:cNvPr id="5" name="Rectangle 4"/>
          <p:cNvSpPr/>
          <p:nvPr/>
        </p:nvSpPr>
        <p:spPr>
          <a:xfrm>
            <a:off x="228600" y="438666"/>
            <a:ext cx="7696200" cy="400110"/>
          </a:xfrm>
          <a:prstGeom prst="rect">
            <a:avLst/>
          </a:prstGeom>
        </p:spPr>
        <p:txBody>
          <a:bodyPr wrap="square">
            <a:spAutoFit/>
          </a:bodyPr>
          <a:lstStyle/>
          <a:p>
            <a:pPr>
              <a:spcBef>
                <a:spcPct val="50000"/>
              </a:spcBef>
            </a:pPr>
            <a:r>
              <a:rPr lang="en-US" sz="2000" b="1" dirty="0" err="1">
                <a:solidFill>
                  <a:srgbClr val="FF0000"/>
                </a:solidFill>
              </a:rPr>
              <a:t>Đặc</a:t>
            </a:r>
            <a:r>
              <a:rPr lang="en-US" sz="2000" b="1" dirty="0">
                <a:solidFill>
                  <a:srgbClr val="FF0000"/>
                </a:solidFill>
              </a:rPr>
              <a:t> </a:t>
            </a:r>
            <a:r>
              <a:rPr lang="en-US" sz="2000" b="1" dirty="0" err="1">
                <a:solidFill>
                  <a:srgbClr val="FF0000"/>
                </a:solidFill>
              </a:rPr>
              <a:t>trưng</a:t>
            </a:r>
            <a:r>
              <a:rPr lang="en-US" sz="2000" b="1" dirty="0">
                <a:solidFill>
                  <a:srgbClr val="FF0000"/>
                </a:solidFill>
              </a:rPr>
              <a:t> </a:t>
            </a:r>
            <a:r>
              <a:rPr lang="en-US" sz="2000" b="1" dirty="0" err="1">
                <a:solidFill>
                  <a:srgbClr val="FF0000"/>
                </a:solidFill>
              </a:rPr>
              <a:t>khai</a:t>
            </a:r>
            <a:r>
              <a:rPr lang="en-US" sz="2000" b="1" dirty="0">
                <a:solidFill>
                  <a:srgbClr val="FF0000"/>
                </a:solidFill>
              </a:rPr>
              <a:t> </a:t>
            </a:r>
            <a:r>
              <a:rPr lang="en-US" sz="2000" b="1" dirty="0" err="1">
                <a:solidFill>
                  <a:srgbClr val="FF0000"/>
                </a:solidFill>
              </a:rPr>
              <a:t>thác</a:t>
            </a:r>
            <a:r>
              <a:rPr lang="en-US" sz="2000" b="1" dirty="0">
                <a:solidFill>
                  <a:srgbClr val="FF0000"/>
                </a:solidFill>
              </a:rPr>
              <a:t> </a:t>
            </a:r>
            <a:r>
              <a:rPr lang="en-US" sz="2000" b="1" dirty="0" err="1">
                <a:solidFill>
                  <a:srgbClr val="FF0000"/>
                </a:solidFill>
              </a:rPr>
              <a:t>mặt</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 </a:t>
            </a:r>
            <a:r>
              <a:rPr lang="en-US" sz="2000" b="1" dirty="0" err="1">
                <a:solidFill>
                  <a:srgbClr val="FF0000"/>
                </a:solidFill>
              </a:rPr>
              <a:t>các</a:t>
            </a:r>
            <a:r>
              <a:rPr lang="en-US" sz="2000" b="1" dirty="0">
                <a:solidFill>
                  <a:srgbClr val="FF0000"/>
                </a:solidFill>
              </a:rPr>
              <a:t> </a:t>
            </a:r>
            <a:r>
              <a:rPr lang="en-US" sz="2000" b="1" dirty="0" err="1">
                <a:solidFill>
                  <a:srgbClr val="FF0000"/>
                </a:solidFill>
              </a:rPr>
              <a:t>chỉ</a:t>
            </a:r>
            <a:r>
              <a:rPr lang="en-US" sz="2000" b="1" dirty="0">
                <a:solidFill>
                  <a:srgbClr val="FF0000"/>
                </a:solidFill>
              </a:rPr>
              <a:t> </a:t>
            </a:r>
            <a:r>
              <a:rPr lang="en-US" sz="2000" b="1" dirty="0" err="1">
                <a:solidFill>
                  <a:srgbClr val="FF0000"/>
                </a:solidFill>
              </a:rPr>
              <a:t>tiêu</a:t>
            </a:r>
            <a:r>
              <a:rPr lang="en-US" sz="2000" b="1" dirty="0">
                <a:solidFill>
                  <a:srgbClr val="FF0000"/>
                </a:solidFill>
              </a:rPr>
              <a:t> </a:t>
            </a:r>
            <a:r>
              <a:rPr lang="en-US" sz="2000" b="1" dirty="0" err="1">
                <a:solidFill>
                  <a:srgbClr val="FF0000"/>
                </a:solidFill>
              </a:rPr>
              <a:t>tổng</a:t>
            </a:r>
            <a:r>
              <a:rPr lang="en-US" sz="2000" b="1" dirty="0">
                <a:solidFill>
                  <a:srgbClr val="FF0000"/>
                </a:solidFill>
              </a:rPr>
              <a:t> </a:t>
            </a:r>
            <a:r>
              <a:rPr lang="en-US" sz="2000" b="1" dirty="0" err="1">
                <a:solidFill>
                  <a:srgbClr val="FF0000"/>
                </a:solidFill>
              </a:rPr>
              <a:t>hợp</a:t>
            </a:r>
            <a:endParaRPr lang="en-US" sz="2000" b="1" dirty="0">
              <a:solidFill>
                <a:srgbClr val="FF0000"/>
              </a:solidFill>
            </a:endParaRPr>
          </a:p>
        </p:txBody>
      </p:sp>
    </p:spTree>
    <p:extLst>
      <p:ext uri="{BB962C8B-B14F-4D97-AF65-F5344CB8AC3E}">
        <p14:creationId xmlns:p14="http://schemas.microsoft.com/office/powerpoint/2010/main" val="1852647477"/>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4" name="Rectangle 6"/>
          <p:cNvSpPr>
            <a:spLocks noChangeArrowheads="1"/>
          </p:cNvSpPr>
          <p:nvPr/>
        </p:nvSpPr>
        <p:spPr bwMode="auto">
          <a:xfrm>
            <a:off x="0" y="2133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pic>
        <p:nvPicPr>
          <p:cNvPr id="17416"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389829"/>
            <a:ext cx="3581400" cy="2153471"/>
          </a:xfrm>
          <a:prstGeom prst="rect">
            <a:avLst/>
          </a:prstGeom>
          <a:noFill/>
          <a:extLst>
            <a:ext uri="{909E8E84-426E-40DD-AFC4-6F175D3DCCD1}">
              <a14:hiddenFill xmlns:a14="http://schemas.microsoft.com/office/drawing/2010/main">
                <a:solidFill>
                  <a:srgbClr val="FFFFFF"/>
                </a:solidFill>
              </a14:hiddenFill>
            </a:ext>
          </a:extLst>
        </p:spPr>
      </p:pic>
      <p:pic>
        <p:nvPicPr>
          <p:cNvPr id="17417"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1344010"/>
            <a:ext cx="3657600" cy="2199290"/>
          </a:xfrm>
          <a:prstGeom prst="rect">
            <a:avLst/>
          </a:prstGeom>
          <a:noFill/>
          <a:extLst>
            <a:ext uri="{909E8E84-426E-40DD-AFC4-6F175D3DCCD1}">
              <a14:hiddenFill xmlns:a14="http://schemas.microsoft.com/office/drawing/2010/main">
                <a:solidFill>
                  <a:srgbClr val="FFFFFF"/>
                </a:solidFill>
              </a14:hiddenFill>
            </a:ext>
          </a:extLst>
        </p:spPr>
      </p:pic>
      <p:sp>
        <p:nvSpPr>
          <p:cNvPr id="17418" name="AutoShape 10"/>
          <p:cNvSpPr>
            <a:spLocks noChangeArrowheads="1"/>
          </p:cNvSpPr>
          <p:nvPr/>
        </p:nvSpPr>
        <p:spPr bwMode="auto">
          <a:xfrm>
            <a:off x="4114800" y="3429000"/>
            <a:ext cx="914400" cy="228600"/>
          </a:xfrm>
          <a:prstGeom prst="downArrow">
            <a:avLst>
              <a:gd name="adj1" fmla="val 50000"/>
              <a:gd name="adj2" fmla="val 25000"/>
            </a:avLst>
          </a:prstGeom>
          <a:solidFill>
            <a:srgbClr val="FFFFFF"/>
          </a:solidFill>
          <a:ln w="9525">
            <a:solidFill>
              <a:srgbClr val="000000"/>
            </a:solidFill>
            <a:miter lim="800000"/>
            <a:headEnd/>
            <a:tailEnd/>
          </a:ln>
        </p:spPr>
        <p:txBody>
          <a:bodyPr/>
          <a:lstStyle/>
          <a:p>
            <a:endParaRPr lang="en-US"/>
          </a:p>
        </p:txBody>
      </p:sp>
      <p:pic>
        <p:nvPicPr>
          <p:cNvPr id="17419"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7350" y="3810000"/>
            <a:ext cx="3289300" cy="2501885"/>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22"/>
          <p:cNvSpPr>
            <a:spLocks noChangeArrowheads="1"/>
          </p:cNvSpPr>
          <p:nvPr/>
        </p:nvSpPr>
        <p:spPr bwMode="auto">
          <a:xfrm>
            <a:off x="685800" y="3776365"/>
            <a:ext cx="193758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buFont typeface="Symbol" pitchFamily="18" charset="2"/>
              <a:buNone/>
              <a:tabLst>
                <a:tab pos="228600" algn="l"/>
              </a:tabLst>
            </a:pPr>
            <a:r>
              <a:rPr lang="en-GB" sz="2400" b="1" dirty="0">
                <a:solidFill>
                  <a:schemeClr val="accent2"/>
                </a:solidFill>
              </a:rPr>
              <a:t> </a:t>
            </a:r>
            <a:r>
              <a:rPr lang="en-GB" sz="2400" b="1" dirty="0" err="1">
                <a:solidFill>
                  <a:schemeClr val="accent2"/>
                </a:solidFill>
              </a:rPr>
              <a:t>Chỉ</a:t>
            </a:r>
            <a:r>
              <a:rPr lang="en-GB" sz="2400" b="1" dirty="0">
                <a:solidFill>
                  <a:schemeClr val="accent2"/>
                </a:solidFill>
              </a:rPr>
              <a:t> </a:t>
            </a:r>
            <a:r>
              <a:rPr lang="en-GB" sz="2400" b="1" dirty="0" err="1">
                <a:solidFill>
                  <a:schemeClr val="accent2"/>
                </a:solidFill>
              </a:rPr>
              <a:t>số</a:t>
            </a:r>
            <a:r>
              <a:rPr lang="en-GB" sz="2400" b="1" dirty="0">
                <a:solidFill>
                  <a:schemeClr val="accent2"/>
                </a:solidFill>
              </a:rPr>
              <a:t> </a:t>
            </a:r>
            <a:r>
              <a:rPr lang="en-GB" sz="2400" b="1" dirty="0" err="1">
                <a:solidFill>
                  <a:schemeClr val="accent2"/>
                </a:solidFill>
              </a:rPr>
              <a:t>Vizir</a:t>
            </a:r>
            <a:endParaRPr lang="en-GB" sz="2400" b="1" dirty="0">
              <a:solidFill>
                <a:schemeClr val="accent2"/>
              </a:solidFill>
            </a:endParaRPr>
          </a:p>
        </p:txBody>
      </p:sp>
      <p:sp>
        <p:nvSpPr>
          <p:cNvPr id="9" name="Rectangle 8"/>
          <p:cNvSpPr/>
          <p:nvPr/>
        </p:nvSpPr>
        <p:spPr>
          <a:xfrm>
            <a:off x="228600" y="438666"/>
            <a:ext cx="7696200" cy="400110"/>
          </a:xfrm>
          <a:prstGeom prst="rect">
            <a:avLst/>
          </a:prstGeom>
        </p:spPr>
        <p:txBody>
          <a:bodyPr wrap="square">
            <a:spAutoFit/>
          </a:bodyPr>
          <a:lstStyle/>
          <a:p>
            <a:pPr>
              <a:spcBef>
                <a:spcPct val="50000"/>
              </a:spcBef>
            </a:pPr>
            <a:r>
              <a:rPr lang="en-US" sz="2000" b="1" dirty="0" err="1">
                <a:solidFill>
                  <a:srgbClr val="FF0000"/>
                </a:solidFill>
              </a:rPr>
              <a:t>Đặc</a:t>
            </a:r>
            <a:r>
              <a:rPr lang="en-US" sz="2000" b="1" dirty="0">
                <a:solidFill>
                  <a:srgbClr val="FF0000"/>
                </a:solidFill>
              </a:rPr>
              <a:t> </a:t>
            </a:r>
            <a:r>
              <a:rPr lang="en-US" sz="2000" b="1" dirty="0" err="1">
                <a:solidFill>
                  <a:srgbClr val="FF0000"/>
                </a:solidFill>
              </a:rPr>
              <a:t>trưng</a:t>
            </a:r>
            <a:r>
              <a:rPr lang="en-US" sz="2000" b="1" dirty="0">
                <a:solidFill>
                  <a:srgbClr val="FF0000"/>
                </a:solidFill>
              </a:rPr>
              <a:t> </a:t>
            </a:r>
            <a:r>
              <a:rPr lang="en-US" sz="2000" b="1" dirty="0" err="1">
                <a:solidFill>
                  <a:srgbClr val="FF0000"/>
                </a:solidFill>
              </a:rPr>
              <a:t>khai</a:t>
            </a:r>
            <a:r>
              <a:rPr lang="en-US" sz="2000" b="1" dirty="0">
                <a:solidFill>
                  <a:srgbClr val="FF0000"/>
                </a:solidFill>
              </a:rPr>
              <a:t> </a:t>
            </a:r>
            <a:r>
              <a:rPr lang="en-US" sz="2000" b="1" dirty="0" err="1">
                <a:solidFill>
                  <a:srgbClr val="FF0000"/>
                </a:solidFill>
              </a:rPr>
              <a:t>thác</a:t>
            </a:r>
            <a:r>
              <a:rPr lang="en-US" sz="2000" b="1" dirty="0">
                <a:solidFill>
                  <a:srgbClr val="FF0000"/>
                </a:solidFill>
              </a:rPr>
              <a:t> </a:t>
            </a:r>
            <a:r>
              <a:rPr lang="en-US" sz="2000" b="1" dirty="0" err="1">
                <a:solidFill>
                  <a:srgbClr val="FF0000"/>
                </a:solidFill>
              </a:rPr>
              <a:t>mặt</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 </a:t>
            </a:r>
            <a:r>
              <a:rPr lang="en-US" sz="2000" b="1" dirty="0" err="1">
                <a:solidFill>
                  <a:srgbClr val="FF0000"/>
                </a:solidFill>
              </a:rPr>
              <a:t>các</a:t>
            </a:r>
            <a:r>
              <a:rPr lang="en-US" sz="2000" b="1" dirty="0">
                <a:solidFill>
                  <a:srgbClr val="FF0000"/>
                </a:solidFill>
              </a:rPr>
              <a:t> </a:t>
            </a:r>
            <a:r>
              <a:rPr lang="en-US" sz="2000" b="1" dirty="0" err="1">
                <a:solidFill>
                  <a:srgbClr val="FF0000"/>
                </a:solidFill>
              </a:rPr>
              <a:t>chỉ</a:t>
            </a:r>
            <a:r>
              <a:rPr lang="en-US" sz="2000" b="1" dirty="0">
                <a:solidFill>
                  <a:srgbClr val="FF0000"/>
                </a:solidFill>
              </a:rPr>
              <a:t> </a:t>
            </a:r>
            <a:r>
              <a:rPr lang="en-US" sz="2000" b="1" dirty="0" err="1">
                <a:solidFill>
                  <a:srgbClr val="FF0000"/>
                </a:solidFill>
              </a:rPr>
              <a:t>tiêu</a:t>
            </a:r>
            <a:r>
              <a:rPr lang="en-US" sz="2000" b="1" dirty="0">
                <a:solidFill>
                  <a:srgbClr val="FF0000"/>
                </a:solidFill>
              </a:rPr>
              <a:t> </a:t>
            </a:r>
            <a:r>
              <a:rPr lang="en-US" sz="2000" b="1" dirty="0" err="1">
                <a:solidFill>
                  <a:srgbClr val="FF0000"/>
                </a:solidFill>
              </a:rPr>
              <a:t>tổng</a:t>
            </a:r>
            <a:r>
              <a:rPr lang="en-US" sz="2000" b="1" dirty="0">
                <a:solidFill>
                  <a:srgbClr val="FF0000"/>
                </a:solidFill>
              </a:rPr>
              <a:t> </a:t>
            </a:r>
            <a:r>
              <a:rPr lang="en-US" sz="2000" b="1" dirty="0" err="1">
                <a:solidFill>
                  <a:srgbClr val="FF0000"/>
                </a:solidFill>
              </a:rPr>
              <a:t>hợp</a:t>
            </a:r>
            <a:endParaRPr lang="en-US" sz="2000" b="1" dirty="0">
              <a:solidFill>
                <a:srgbClr val="FF0000"/>
              </a:solidFill>
            </a:endParaRPr>
          </a:p>
        </p:txBody>
      </p:sp>
    </p:spTree>
    <p:extLst>
      <p:ext uri="{BB962C8B-B14F-4D97-AF65-F5344CB8AC3E}">
        <p14:creationId xmlns:p14="http://schemas.microsoft.com/office/powerpoint/2010/main" val="1915580813"/>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ChangeArrowheads="1"/>
          </p:cNvSpPr>
          <p:nvPr/>
        </p:nvSpPr>
        <p:spPr bwMode="auto">
          <a:xfrm>
            <a:off x="0" y="2133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pic>
        <p:nvPicPr>
          <p:cNvPr id="18439"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3450" y="1264750"/>
            <a:ext cx="2813050" cy="2139643"/>
          </a:xfrm>
          <a:prstGeom prst="rect">
            <a:avLst/>
          </a:prstGeom>
          <a:noFill/>
          <a:extLst>
            <a:ext uri="{909E8E84-426E-40DD-AFC4-6F175D3DCCD1}">
              <a14:hiddenFill xmlns:a14="http://schemas.microsoft.com/office/drawing/2010/main">
                <a:solidFill>
                  <a:srgbClr val="FFFFFF"/>
                </a:solidFill>
              </a14:hiddenFill>
            </a:ext>
          </a:extLst>
        </p:spPr>
      </p:pic>
      <p:sp>
        <p:nvSpPr>
          <p:cNvPr id="18440" name="AutoShape 8"/>
          <p:cNvSpPr>
            <a:spLocks noChangeArrowheads="1"/>
          </p:cNvSpPr>
          <p:nvPr/>
        </p:nvSpPr>
        <p:spPr bwMode="auto">
          <a:xfrm>
            <a:off x="2673350" y="3455988"/>
            <a:ext cx="800100" cy="255588"/>
          </a:xfrm>
          <a:prstGeom prst="downArrow">
            <a:avLst>
              <a:gd name="adj1" fmla="val 50000"/>
              <a:gd name="adj2" fmla="val 25000"/>
            </a:avLst>
          </a:prstGeom>
          <a:solidFill>
            <a:srgbClr val="FFFFFF"/>
          </a:solidFill>
          <a:ln w="9525">
            <a:solidFill>
              <a:srgbClr val="000000"/>
            </a:solidFill>
            <a:miter lim="800000"/>
            <a:headEnd/>
            <a:tailEnd/>
          </a:ln>
        </p:spPr>
        <p:txBody>
          <a:bodyPr/>
          <a:lstStyle/>
          <a:p>
            <a:endParaRPr lang="en-US"/>
          </a:p>
        </p:txBody>
      </p:sp>
      <p:pic>
        <p:nvPicPr>
          <p:cNvPr id="18441"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399" y="3798975"/>
            <a:ext cx="3820041" cy="2449425"/>
          </a:xfrm>
          <a:prstGeom prst="rect">
            <a:avLst/>
          </a:prstGeom>
          <a:noFill/>
          <a:extLst>
            <a:ext uri="{909E8E84-426E-40DD-AFC4-6F175D3DCCD1}">
              <a14:hiddenFill xmlns:a14="http://schemas.microsoft.com/office/drawing/2010/main">
                <a:solidFill>
                  <a:srgbClr val="FFFFFF"/>
                </a:solidFill>
              </a14:hiddenFill>
            </a:ext>
          </a:extLst>
        </p:spPr>
      </p:pic>
      <p:sp>
        <p:nvSpPr>
          <p:cNvPr id="18442" name="AutoShape 10"/>
          <p:cNvSpPr>
            <a:spLocks noChangeArrowheads="1"/>
          </p:cNvSpPr>
          <p:nvPr/>
        </p:nvSpPr>
        <p:spPr bwMode="auto">
          <a:xfrm>
            <a:off x="5391150" y="4737937"/>
            <a:ext cx="342900" cy="571500"/>
          </a:xfrm>
          <a:prstGeom prst="rightArrow">
            <a:avLst>
              <a:gd name="adj1" fmla="val 50000"/>
              <a:gd name="adj2" fmla="val 25000"/>
            </a:avLst>
          </a:prstGeom>
          <a:solidFill>
            <a:srgbClr val="FFFFFF"/>
          </a:solidFill>
          <a:ln w="9525">
            <a:solidFill>
              <a:srgbClr val="000000"/>
            </a:solidFill>
            <a:miter lim="800000"/>
            <a:headEnd/>
            <a:tailEnd/>
          </a:ln>
        </p:spPr>
        <p:txBody>
          <a:bodyPr/>
          <a:lstStyle/>
          <a:p>
            <a:endParaRPr lang="en-US"/>
          </a:p>
        </p:txBody>
      </p:sp>
      <p:pic>
        <p:nvPicPr>
          <p:cNvPr id="18443"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72200" y="4528387"/>
            <a:ext cx="2324049" cy="9906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22"/>
          <p:cNvSpPr>
            <a:spLocks noChangeArrowheads="1"/>
          </p:cNvSpPr>
          <p:nvPr/>
        </p:nvSpPr>
        <p:spPr bwMode="auto">
          <a:xfrm>
            <a:off x="533400" y="1524000"/>
            <a:ext cx="193758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buFont typeface="Symbol" pitchFamily="18" charset="2"/>
              <a:buNone/>
              <a:tabLst>
                <a:tab pos="228600" algn="l"/>
              </a:tabLst>
            </a:pPr>
            <a:r>
              <a:rPr lang="en-GB" sz="2400" b="1" dirty="0">
                <a:solidFill>
                  <a:schemeClr val="accent2"/>
                </a:solidFill>
              </a:rPr>
              <a:t> </a:t>
            </a:r>
            <a:r>
              <a:rPr lang="en-GB" sz="2400" b="1" dirty="0" err="1">
                <a:solidFill>
                  <a:schemeClr val="accent2"/>
                </a:solidFill>
              </a:rPr>
              <a:t>Chỉ</a:t>
            </a:r>
            <a:r>
              <a:rPr lang="en-GB" sz="2400" b="1" dirty="0">
                <a:solidFill>
                  <a:schemeClr val="accent2"/>
                </a:solidFill>
              </a:rPr>
              <a:t> </a:t>
            </a:r>
            <a:r>
              <a:rPr lang="en-GB" sz="2400" b="1" dirty="0" err="1">
                <a:solidFill>
                  <a:schemeClr val="accent2"/>
                </a:solidFill>
              </a:rPr>
              <a:t>số</a:t>
            </a:r>
            <a:r>
              <a:rPr lang="en-GB" sz="2400" b="1" dirty="0">
                <a:solidFill>
                  <a:schemeClr val="accent2"/>
                </a:solidFill>
              </a:rPr>
              <a:t> </a:t>
            </a:r>
            <a:r>
              <a:rPr lang="en-GB" sz="2400" b="1" dirty="0" err="1">
                <a:solidFill>
                  <a:schemeClr val="accent2"/>
                </a:solidFill>
              </a:rPr>
              <a:t>Vizir</a:t>
            </a:r>
            <a:endParaRPr lang="en-GB" sz="2400" b="1" dirty="0">
              <a:solidFill>
                <a:schemeClr val="accent2"/>
              </a:solidFill>
            </a:endParaRPr>
          </a:p>
        </p:txBody>
      </p:sp>
      <p:sp>
        <p:nvSpPr>
          <p:cNvPr id="10" name="Rectangle 9"/>
          <p:cNvSpPr/>
          <p:nvPr/>
        </p:nvSpPr>
        <p:spPr>
          <a:xfrm>
            <a:off x="228600" y="438666"/>
            <a:ext cx="7696200" cy="400110"/>
          </a:xfrm>
          <a:prstGeom prst="rect">
            <a:avLst/>
          </a:prstGeom>
        </p:spPr>
        <p:txBody>
          <a:bodyPr wrap="square">
            <a:spAutoFit/>
          </a:bodyPr>
          <a:lstStyle/>
          <a:p>
            <a:pPr>
              <a:spcBef>
                <a:spcPct val="50000"/>
              </a:spcBef>
            </a:pPr>
            <a:r>
              <a:rPr lang="en-US" sz="2000" b="1" dirty="0" err="1">
                <a:solidFill>
                  <a:srgbClr val="FF0000"/>
                </a:solidFill>
              </a:rPr>
              <a:t>Đặc</a:t>
            </a:r>
            <a:r>
              <a:rPr lang="en-US" sz="2000" b="1" dirty="0">
                <a:solidFill>
                  <a:srgbClr val="FF0000"/>
                </a:solidFill>
              </a:rPr>
              <a:t> </a:t>
            </a:r>
            <a:r>
              <a:rPr lang="en-US" sz="2000" b="1" dirty="0" err="1">
                <a:solidFill>
                  <a:srgbClr val="FF0000"/>
                </a:solidFill>
              </a:rPr>
              <a:t>trưng</a:t>
            </a:r>
            <a:r>
              <a:rPr lang="en-US" sz="2000" b="1" dirty="0">
                <a:solidFill>
                  <a:srgbClr val="FF0000"/>
                </a:solidFill>
              </a:rPr>
              <a:t> </a:t>
            </a:r>
            <a:r>
              <a:rPr lang="en-US" sz="2000" b="1" dirty="0" err="1">
                <a:solidFill>
                  <a:srgbClr val="FF0000"/>
                </a:solidFill>
              </a:rPr>
              <a:t>khai</a:t>
            </a:r>
            <a:r>
              <a:rPr lang="en-US" sz="2000" b="1" dirty="0">
                <a:solidFill>
                  <a:srgbClr val="FF0000"/>
                </a:solidFill>
              </a:rPr>
              <a:t> </a:t>
            </a:r>
            <a:r>
              <a:rPr lang="en-US" sz="2000" b="1" dirty="0" err="1">
                <a:solidFill>
                  <a:srgbClr val="FF0000"/>
                </a:solidFill>
              </a:rPr>
              <a:t>thác</a:t>
            </a:r>
            <a:r>
              <a:rPr lang="en-US" sz="2000" b="1" dirty="0">
                <a:solidFill>
                  <a:srgbClr val="FF0000"/>
                </a:solidFill>
              </a:rPr>
              <a:t> </a:t>
            </a:r>
            <a:r>
              <a:rPr lang="en-US" sz="2000" b="1" dirty="0" err="1">
                <a:solidFill>
                  <a:srgbClr val="FF0000"/>
                </a:solidFill>
              </a:rPr>
              <a:t>mặt</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 </a:t>
            </a:r>
            <a:r>
              <a:rPr lang="en-US" sz="2000" b="1" dirty="0" err="1">
                <a:solidFill>
                  <a:srgbClr val="FF0000"/>
                </a:solidFill>
              </a:rPr>
              <a:t>các</a:t>
            </a:r>
            <a:r>
              <a:rPr lang="en-US" sz="2000" b="1" dirty="0">
                <a:solidFill>
                  <a:srgbClr val="FF0000"/>
                </a:solidFill>
              </a:rPr>
              <a:t> </a:t>
            </a:r>
            <a:r>
              <a:rPr lang="en-US" sz="2000" b="1" dirty="0" err="1">
                <a:solidFill>
                  <a:srgbClr val="FF0000"/>
                </a:solidFill>
              </a:rPr>
              <a:t>chỉ</a:t>
            </a:r>
            <a:r>
              <a:rPr lang="en-US" sz="2000" b="1" dirty="0">
                <a:solidFill>
                  <a:srgbClr val="FF0000"/>
                </a:solidFill>
              </a:rPr>
              <a:t> </a:t>
            </a:r>
            <a:r>
              <a:rPr lang="en-US" sz="2000" b="1" dirty="0" err="1">
                <a:solidFill>
                  <a:srgbClr val="FF0000"/>
                </a:solidFill>
              </a:rPr>
              <a:t>tiêu</a:t>
            </a:r>
            <a:r>
              <a:rPr lang="en-US" sz="2000" b="1" dirty="0">
                <a:solidFill>
                  <a:srgbClr val="FF0000"/>
                </a:solidFill>
              </a:rPr>
              <a:t> </a:t>
            </a:r>
            <a:r>
              <a:rPr lang="en-US" sz="2000" b="1" dirty="0" err="1">
                <a:solidFill>
                  <a:srgbClr val="FF0000"/>
                </a:solidFill>
              </a:rPr>
              <a:t>tổng</a:t>
            </a:r>
            <a:r>
              <a:rPr lang="en-US" sz="2000" b="1" dirty="0">
                <a:solidFill>
                  <a:srgbClr val="FF0000"/>
                </a:solidFill>
              </a:rPr>
              <a:t> </a:t>
            </a:r>
            <a:r>
              <a:rPr lang="en-US" sz="2000" b="1" dirty="0" err="1">
                <a:solidFill>
                  <a:srgbClr val="FF0000"/>
                </a:solidFill>
              </a:rPr>
              <a:t>hợp</a:t>
            </a:r>
            <a:endParaRPr lang="en-US" sz="2000" b="1" dirty="0">
              <a:solidFill>
                <a:srgbClr val="FF0000"/>
              </a:solidFill>
            </a:endParaRPr>
          </a:p>
        </p:txBody>
      </p:sp>
    </p:spTree>
    <p:extLst>
      <p:ext uri="{BB962C8B-B14F-4D97-AF65-F5344CB8AC3E}">
        <p14:creationId xmlns:p14="http://schemas.microsoft.com/office/powerpoint/2010/main" val="2051480351"/>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ChangeArrowheads="1"/>
          </p:cNvSpPr>
          <p:nvPr/>
        </p:nvSpPr>
        <p:spPr bwMode="auto">
          <a:xfrm>
            <a:off x="0" y="2133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9464" name="Rectangle 8"/>
          <p:cNvSpPr>
            <a:spLocks noChangeArrowheads="1"/>
          </p:cNvSpPr>
          <p:nvPr/>
        </p:nvSpPr>
        <p:spPr bwMode="auto">
          <a:xfrm>
            <a:off x="381000" y="1637404"/>
            <a:ext cx="8382000" cy="3973717"/>
          </a:xfrm>
          <a:prstGeom prst="rect">
            <a:avLst/>
          </a:prstGeom>
          <a:noFill/>
          <a:ln w="38100" cmpd="dbl">
            <a:noFill/>
            <a:miter lim="800000"/>
            <a:headEnd/>
            <a:tailEnd/>
          </a:ln>
          <a:effectLst/>
        </p:spPr>
        <p:txBody>
          <a:bodyPr anchor="ctr">
            <a:spAutoFit/>
          </a:bodyPr>
          <a:lstStyle/>
          <a:p>
            <a:pPr>
              <a:lnSpc>
                <a:spcPct val="130000"/>
              </a:lnSpc>
              <a:spcBef>
                <a:spcPct val="20000"/>
              </a:spcBef>
              <a:spcAft>
                <a:spcPct val="20000"/>
              </a:spcAft>
              <a:tabLst>
                <a:tab pos="679450" algn="l"/>
              </a:tabLst>
            </a:pPr>
            <a:r>
              <a:rPr lang="en-GB" sz="2200" b="1">
                <a:solidFill>
                  <a:schemeClr val="accent2"/>
                </a:solidFill>
              </a:rPr>
              <a:t>Chất lượng mặt đường đánh giá theo chỉ số Vizir I</a:t>
            </a:r>
            <a:r>
              <a:rPr lang="en-GB" sz="2200" b="1" baseline="-25000">
                <a:solidFill>
                  <a:schemeClr val="accent2"/>
                </a:solidFill>
              </a:rPr>
              <a:t>s</a:t>
            </a:r>
            <a:endParaRPr lang="en-US" sz="2200" b="1" baseline="-25000">
              <a:solidFill>
                <a:schemeClr val="accent2"/>
              </a:solidFill>
            </a:endParaRPr>
          </a:p>
          <a:p>
            <a:pPr>
              <a:lnSpc>
                <a:spcPct val="130000"/>
              </a:lnSpc>
              <a:spcBef>
                <a:spcPct val="20000"/>
              </a:spcBef>
              <a:spcAft>
                <a:spcPct val="20000"/>
              </a:spcAft>
              <a:buFontTx/>
              <a:buChar char="•"/>
              <a:tabLst>
                <a:tab pos="679450" algn="l"/>
              </a:tabLst>
            </a:pPr>
            <a:r>
              <a:rPr lang="en-GB" altLang="ja-JP" sz="2200">
                <a:ea typeface="ＭＳ Ｐゴシック" pitchFamily="34" charset="-128"/>
              </a:rPr>
              <a:t> I</a:t>
            </a:r>
            <a:r>
              <a:rPr lang="en-GB" altLang="ja-JP" sz="2200" baseline="-25000">
                <a:ea typeface="ＭＳ Ｐゴシック" pitchFamily="34" charset="-128"/>
              </a:rPr>
              <a:t>s</a:t>
            </a:r>
            <a:r>
              <a:rPr lang="en-GB" altLang="ja-JP" sz="2200">
                <a:ea typeface="ＭＳ Ｐゴシック" pitchFamily="34" charset="-128"/>
              </a:rPr>
              <a:t> = 1</a:t>
            </a:r>
            <a:r>
              <a:rPr lang="en-GB" altLang="ja-JP" sz="2200">
                <a:ea typeface="ＭＳ Ｐゴシック" pitchFamily="34" charset="-128"/>
                <a:sym typeface="Symbol" pitchFamily="18" charset="2"/>
              </a:rPr>
              <a:t></a:t>
            </a:r>
            <a:r>
              <a:rPr lang="en-GB" altLang="ja-JP" sz="2200">
                <a:ea typeface="ＭＳ Ｐゴシック" pitchFamily="34" charset="-128"/>
              </a:rPr>
              <a:t> 2: Nứt ít hoặc không nứt hoặc biến dạng; tình trạng mặt đường tốt, không cần bảo trì ngay.</a:t>
            </a:r>
            <a:endParaRPr lang="en-US" altLang="ja-JP" sz="2200">
              <a:ea typeface="ＭＳ Ｐゴシック" pitchFamily="34" charset="-128"/>
              <a:sym typeface="Symbol" pitchFamily="18" charset="2"/>
            </a:endParaRPr>
          </a:p>
          <a:p>
            <a:pPr>
              <a:lnSpc>
                <a:spcPct val="130000"/>
              </a:lnSpc>
              <a:spcBef>
                <a:spcPct val="20000"/>
              </a:spcBef>
              <a:spcAft>
                <a:spcPct val="20000"/>
              </a:spcAft>
              <a:buFontTx/>
              <a:buChar char="•"/>
              <a:tabLst>
                <a:tab pos="679450" algn="l"/>
              </a:tabLst>
            </a:pPr>
            <a:r>
              <a:rPr lang="en-GB" altLang="ja-JP" sz="2200">
                <a:ea typeface="ＭＳ Ｐゴシック" pitchFamily="34" charset="-128"/>
                <a:sym typeface="Symbol" pitchFamily="18" charset="2"/>
              </a:rPr>
              <a:t> I</a:t>
            </a:r>
            <a:r>
              <a:rPr lang="en-GB" altLang="ja-JP" sz="2200" baseline="-25000">
                <a:ea typeface="ＭＳ Ｐゴシック" pitchFamily="34" charset="-128"/>
                <a:sym typeface="Symbol" pitchFamily="18" charset="2"/>
              </a:rPr>
              <a:t>s</a:t>
            </a:r>
            <a:r>
              <a:rPr lang="en-GB" altLang="ja-JP" sz="2200">
                <a:ea typeface="ＭＳ Ｐゴシック" pitchFamily="34" charset="-128"/>
                <a:sym typeface="Symbol" pitchFamily="18" charset="2"/>
              </a:rPr>
              <a:t> = 3</a:t>
            </a:r>
            <a:r>
              <a:rPr lang="en-GB" altLang="ja-JP" sz="2200">
                <a:ea typeface="ＭＳ Ｐゴシック" pitchFamily="34" charset="-128"/>
              </a:rPr>
              <a:t> 4: Nứt một chút hoặc không biến dạng hoặc biến dạng mà không nứt; tình trạng mặt đường ở cấp trung, cần phải bảo trì nhanh mà không cần phải cân nhắc thêm nữa</a:t>
            </a:r>
            <a:endParaRPr lang="en-US" altLang="ja-JP" sz="2200">
              <a:ea typeface="ＭＳ Ｐゴシック" pitchFamily="34" charset="-128"/>
              <a:sym typeface="Symbol" pitchFamily="18" charset="2"/>
            </a:endParaRPr>
          </a:p>
          <a:p>
            <a:pPr>
              <a:lnSpc>
                <a:spcPct val="130000"/>
              </a:lnSpc>
              <a:spcBef>
                <a:spcPct val="20000"/>
              </a:spcBef>
              <a:spcAft>
                <a:spcPct val="20000"/>
              </a:spcAft>
              <a:buFontTx/>
              <a:buChar char="•"/>
              <a:tabLst>
                <a:tab pos="679450" algn="l"/>
              </a:tabLst>
            </a:pPr>
            <a:r>
              <a:rPr lang="en-GB" altLang="ja-JP" sz="2200">
                <a:ea typeface="ＭＳ Ｐゴシック" pitchFamily="34" charset="-128"/>
                <a:sym typeface="Symbol" pitchFamily="18" charset="2"/>
              </a:rPr>
              <a:t> I</a:t>
            </a:r>
            <a:r>
              <a:rPr lang="en-GB" altLang="ja-JP" sz="2200" baseline="-25000">
                <a:ea typeface="ＭＳ Ｐゴシック" pitchFamily="34" charset="-128"/>
                <a:sym typeface="Symbol" pitchFamily="18" charset="2"/>
              </a:rPr>
              <a:t>s</a:t>
            </a:r>
            <a:r>
              <a:rPr lang="en-GB" altLang="ja-JP" sz="2200">
                <a:ea typeface="ＭＳ Ｐゴシック" pitchFamily="34" charset="-128"/>
                <a:sym typeface="Symbol" pitchFamily="18" charset="2"/>
              </a:rPr>
              <a:t> = 5</a:t>
            </a:r>
            <a:r>
              <a:rPr lang="en-GB" altLang="ja-JP" sz="2200">
                <a:ea typeface="ＭＳ Ｐゴシック" pitchFamily="34" charset="-128"/>
              </a:rPr>
              <a:t> 7: Nứt và biến dạng trên phạm vi rộng; tình trạng mặt đường kém cần phải bảo trì lớn hoặc trải thảm</a:t>
            </a:r>
          </a:p>
        </p:txBody>
      </p:sp>
      <p:sp>
        <p:nvSpPr>
          <p:cNvPr id="5" name="Rectangle 4"/>
          <p:cNvSpPr/>
          <p:nvPr/>
        </p:nvSpPr>
        <p:spPr>
          <a:xfrm>
            <a:off x="228600" y="438666"/>
            <a:ext cx="7696200" cy="400110"/>
          </a:xfrm>
          <a:prstGeom prst="rect">
            <a:avLst/>
          </a:prstGeom>
        </p:spPr>
        <p:txBody>
          <a:bodyPr wrap="square">
            <a:spAutoFit/>
          </a:bodyPr>
          <a:lstStyle/>
          <a:p>
            <a:pPr>
              <a:spcBef>
                <a:spcPct val="50000"/>
              </a:spcBef>
            </a:pPr>
            <a:r>
              <a:rPr lang="en-US" sz="2000" b="1" dirty="0" err="1">
                <a:solidFill>
                  <a:srgbClr val="FF0000"/>
                </a:solidFill>
              </a:rPr>
              <a:t>Đặc</a:t>
            </a:r>
            <a:r>
              <a:rPr lang="en-US" sz="2000" b="1" dirty="0">
                <a:solidFill>
                  <a:srgbClr val="FF0000"/>
                </a:solidFill>
              </a:rPr>
              <a:t> </a:t>
            </a:r>
            <a:r>
              <a:rPr lang="en-US" sz="2000" b="1" dirty="0" err="1">
                <a:solidFill>
                  <a:srgbClr val="FF0000"/>
                </a:solidFill>
              </a:rPr>
              <a:t>trưng</a:t>
            </a:r>
            <a:r>
              <a:rPr lang="en-US" sz="2000" b="1" dirty="0">
                <a:solidFill>
                  <a:srgbClr val="FF0000"/>
                </a:solidFill>
              </a:rPr>
              <a:t> </a:t>
            </a:r>
            <a:r>
              <a:rPr lang="en-US" sz="2000" b="1" dirty="0" err="1">
                <a:solidFill>
                  <a:srgbClr val="FF0000"/>
                </a:solidFill>
              </a:rPr>
              <a:t>khai</a:t>
            </a:r>
            <a:r>
              <a:rPr lang="en-US" sz="2000" b="1" dirty="0">
                <a:solidFill>
                  <a:srgbClr val="FF0000"/>
                </a:solidFill>
              </a:rPr>
              <a:t> </a:t>
            </a:r>
            <a:r>
              <a:rPr lang="en-US" sz="2000" b="1" dirty="0" err="1">
                <a:solidFill>
                  <a:srgbClr val="FF0000"/>
                </a:solidFill>
              </a:rPr>
              <a:t>thác</a:t>
            </a:r>
            <a:r>
              <a:rPr lang="en-US" sz="2000" b="1" dirty="0">
                <a:solidFill>
                  <a:srgbClr val="FF0000"/>
                </a:solidFill>
              </a:rPr>
              <a:t> </a:t>
            </a:r>
            <a:r>
              <a:rPr lang="en-US" sz="2000" b="1" dirty="0" err="1">
                <a:solidFill>
                  <a:srgbClr val="FF0000"/>
                </a:solidFill>
              </a:rPr>
              <a:t>mặt</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 </a:t>
            </a:r>
            <a:r>
              <a:rPr lang="en-US" sz="2000" b="1" dirty="0" err="1">
                <a:solidFill>
                  <a:srgbClr val="FF0000"/>
                </a:solidFill>
              </a:rPr>
              <a:t>các</a:t>
            </a:r>
            <a:r>
              <a:rPr lang="en-US" sz="2000" b="1" dirty="0">
                <a:solidFill>
                  <a:srgbClr val="FF0000"/>
                </a:solidFill>
              </a:rPr>
              <a:t> </a:t>
            </a:r>
            <a:r>
              <a:rPr lang="en-US" sz="2000" b="1" dirty="0" err="1">
                <a:solidFill>
                  <a:srgbClr val="FF0000"/>
                </a:solidFill>
              </a:rPr>
              <a:t>chỉ</a:t>
            </a:r>
            <a:r>
              <a:rPr lang="en-US" sz="2000" b="1" dirty="0">
                <a:solidFill>
                  <a:srgbClr val="FF0000"/>
                </a:solidFill>
              </a:rPr>
              <a:t> </a:t>
            </a:r>
            <a:r>
              <a:rPr lang="en-US" sz="2000" b="1" dirty="0" err="1">
                <a:solidFill>
                  <a:srgbClr val="FF0000"/>
                </a:solidFill>
              </a:rPr>
              <a:t>tiêu</a:t>
            </a:r>
            <a:r>
              <a:rPr lang="en-US" sz="2000" b="1" dirty="0">
                <a:solidFill>
                  <a:srgbClr val="FF0000"/>
                </a:solidFill>
              </a:rPr>
              <a:t> </a:t>
            </a:r>
            <a:r>
              <a:rPr lang="en-US" sz="2000" b="1" dirty="0" err="1">
                <a:solidFill>
                  <a:srgbClr val="FF0000"/>
                </a:solidFill>
              </a:rPr>
              <a:t>tổng</a:t>
            </a:r>
            <a:r>
              <a:rPr lang="en-US" sz="2000" b="1" dirty="0">
                <a:solidFill>
                  <a:srgbClr val="FF0000"/>
                </a:solidFill>
              </a:rPr>
              <a:t> </a:t>
            </a:r>
            <a:r>
              <a:rPr lang="en-US" sz="2000" b="1" dirty="0" err="1">
                <a:solidFill>
                  <a:srgbClr val="FF0000"/>
                </a:solidFill>
              </a:rPr>
              <a:t>hợp</a:t>
            </a:r>
            <a:endParaRPr lang="en-US" sz="2000" b="1" dirty="0">
              <a:solidFill>
                <a:srgbClr val="FF0000"/>
              </a:solidFill>
            </a:endParaRPr>
          </a:p>
        </p:txBody>
      </p:sp>
    </p:spTree>
    <p:extLst>
      <p:ext uri="{BB962C8B-B14F-4D97-AF65-F5344CB8AC3E}">
        <p14:creationId xmlns:p14="http://schemas.microsoft.com/office/powerpoint/2010/main" val="2396650497"/>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2"/>
          <p:cNvSpPr>
            <a:spLocks noChangeArrowheads="1"/>
          </p:cNvSpPr>
          <p:nvPr/>
        </p:nvSpPr>
        <p:spPr bwMode="auto">
          <a:xfrm>
            <a:off x="381000" y="1270566"/>
            <a:ext cx="6721392" cy="661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115888" lvl="1">
              <a:spcBef>
                <a:spcPts val="600"/>
              </a:spcBef>
            </a:pPr>
            <a:r>
              <a:rPr lang="en-US" altLang="ja-JP" sz="1600" b="1" dirty="0">
                <a:solidFill>
                  <a:schemeClr val="tx1">
                    <a:lumMod val="50000"/>
                  </a:schemeClr>
                </a:solidFill>
              </a:rPr>
              <a:t>MCI (</a:t>
            </a:r>
            <a:r>
              <a:rPr lang="en-US" altLang="ja-JP" sz="1600" b="1" dirty="0" err="1">
                <a:solidFill>
                  <a:schemeClr val="tx1">
                    <a:lumMod val="50000"/>
                  </a:schemeClr>
                </a:solidFill>
              </a:rPr>
              <a:t>Chỉ</a:t>
            </a:r>
            <a:r>
              <a:rPr lang="en-US" altLang="ja-JP" sz="1600" b="1" dirty="0">
                <a:solidFill>
                  <a:schemeClr val="tx1">
                    <a:lumMod val="50000"/>
                  </a:schemeClr>
                </a:solidFill>
              </a:rPr>
              <a:t> </a:t>
            </a:r>
            <a:r>
              <a:rPr lang="en-US" altLang="ja-JP" sz="1600" b="1" dirty="0" err="1">
                <a:solidFill>
                  <a:schemeClr val="tx1">
                    <a:lumMod val="50000"/>
                  </a:schemeClr>
                </a:solidFill>
              </a:rPr>
              <a:t>số</a:t>
            </a:r>
            <a:r>
              <a:rPr lang="en-US" altLang="ja-JP" sz="1600" b="1" dirty="0">
                <a:solidFill>
                  <a:schemeClr val="tx1">
                    <a:lumMod val="50000"/>
                  </a:schemeClr>
                </a:solidFill>
              </a:rPr>
              <a:t> </a:t>
            </a:r>
            <a:r>
              <a:rPr lang="en-US" altLang="ja-JP" sz="1600" b="1" dirty="0" err="1">
                <a:solidFill>
                  <a:schemeClr val="tx1">
                    <a:lumMod val="50000"/>
                  </a:schemeClr>
                </a:solidFill>
              </a:rPr>
              <a:t>kiểm</a:t>
            </a:r>
            <a:r>
              <a:rPr lang="en-US" altLang="ja-JP" sz="1600" b="1" dirty="0">
                <a:solidFill>
                  <a:schemeClr val="tx1">
                    <a:lumMod val="50000"/>
                  </a:schemeClr>
                </a:solidFill>
              </a:rPr>
              <a:t> </a:t>
            </a:r>
            <a:r>
              <a:rPr lang="en-US" altLang="ja-JP" sz="1600" b="1" dirty="0" err="1">
                <a:solidFill>
                  <a:schemeClr val="tx1">
                    <a:lumMod val="50000"/>
                  </a:schemeClr>
                </a:solidFill>
              </a:rPr>
              <a:t>soát</a:t>
            </a:r>
            <a:r>
              <a:rPr lang="en-US" altLang="ja-JP" sz="1600" b="1" dirty="0">
                <a:solidFill>
                  <a:schemeClr val="tx1">
                    <a:lumMod val="50000"/>
                  </a:schemeClr>
                </a:solidFill>
              </a:rPr>
              <a:t> </a:t>
            </a:r>
            <a:r>
              <a:rPr lang="en-US" altLang="ja-JP" sz="1600" b="1" dirty="0" err="1">
                <a:solidFill>
                  <a:schemeClr val="tx1">
                    <a:lumMod val="50000"/>
                  </a:schemeClr>
                </a:solidFill>
              </a:rPr>
              <a:t>bảo</a:t>
            </a:r>
            <a:r>
              <a:rPr lang="en-US" altLang="ja-JP" sz="1600" b="1" dirty="0">
                <a:solidFill>
                  <a:schemeClr val="tx1">
                    <a:lumMod val="50000"/>
                  </a:schemeClr>
                </a:solidFill>
              </a:rPr>
              <a:t> </a:t>
            </a:r>
            <a:r>
              <a:rPr lang="en-US" altLang="ja-JP" sz="1600" b="1" dirty="0" err="1">
                <a:solidFill>
                  <a:schemeClr val="tx1">
                    <a:lumMod val="50000"/>
                  </a:schemeClr>
                </a:solidFill>
              </a:rPr>
              <a:t>trì</a:t>
            </a:r>
            <a:r>
              <a:rPr lang="en-US" altLang="ja-JP" sz="1600" b="1" dirty="0">
                <a:solidFill>
                  <a:schemeClr val="tx1">
                    <a:lumMod val="50000"/>
                  </a:schemeClr>
                </a:solidFill>
              </a:rPr>
              <a:t>)</a:t>
            </a:r>
          </a:p>
          <a:p>
            <a:pPr lvl="1" indent="-341313">
              <a:spcBef>
                <a:spcPts val="600"/>
              </a:spcBef>
              <a:buFontTx/>
              <a:buNone/>
            </a:pPr>
            <a:r>
              <a:rPr lang="en-US" altLang="ja-JP" sz="1600" b="1" dirty="0">
                <a:solidFill>
                  <a:schemeClr val="tx1">
                    <a:lumMod val="50000"/>
                  </a:schemeClr>
                </a:solidFill>
              </a:rPr>
              <a:t>(</a:t>
            </a:r>
            <a:r>
              <a:rPr lang="en-US" altLang="ja-JP" sz="1600" b="1" dirty="0" err="1">
                <a:solidFill>
                  <a:schemeClr val="tx1">
                    <a:lumMod val="50000"/>
                  </a:schemeClr>
                </a:solidFill>
              </a:rPr>
              <a:t>được</a:t>
            </a:r>
            <a:r>
              <a:rPr lang="en-US" altLang="ja-JP" sz="1600" b="1" dirty="0">
                <a:solidFill>
                  <a:schemeClr val="tx1">
                    <a:lumMod val="50000"/>
                  </a:schemeClr>
                </a:solidFill>
              </a:rPr>
              <a:t> </a:t>
            </a:r>
            <a:r>
              <a:rPr lang="en-US" altLang="ja-JP" sz="1600" b="1" dirty="0" err="1">
                <a:solidFill>
                  <a:schemeClr val="tx1">
                    <a:lumMod val="50000"/>
                  </a:schemeClr>
                </a:solidFill>
              </a:rPr>
              <a:t>xây</a:t>
            </a:r>
            <a:r>
              <a:rPr lang="en-US" altLang="ja-JP" sz="1600" b="1" dirty="0">
                <a:solidFill>
                  <a:schemeClr val="tx1">
                    <a:lumMod val="50000"/>
                  </a:schemeClr>
                </a:solidFill>
              </a:rPr>
              <a:t> </a:t>
            </a:r>
            <a:r>
              <a:rPr lang="en-US" altLang="ja-JP" sz="1600" b="1" dirty="0" err="1">
                <a:solidFill>
                  <a:schemeClr val="tx1">
                    <a:lumMod val="50000"/>
                  </a:schemeClr>
                </a:solidFill>
              </a:rPr>
              <a:t>dựng</a:t>
            </a:r>
            <a:r>
              <a:rPr lang="en-US" altLang="ja-JP" sz="1600" b="1" dirty="0">
                <a:solidFill>
                  <a:schemeClr val="tx1">
                    <a:lumMod val="50000"/>
                  </a:schemeClr>
                </a:solidFill>
              </a:rPr>
              <a:t> </a:t>
            </a:r>
            <a:r>
              <a:rPr lang="en-US" altLang="ja-JP" sz="1600" b="1" dirty="0" err="1">
                <a:solidFill>
                  <a:schemeClr val="tx1">
                    <a:lumMod val="50000"/>
                  </a:schemeClr>
                </a:solidFill>
              </a:rPr>
              <a:t>bởi</a:t>
            </a:r>
            <a:r>
              <a:rPr lang="en-US" altLang="ja-JP" sz="1600" b="1" dirty="0">
                <a:solidFill>
                  <a:schemeClr val="tx1">
                    <a:lumMod val="50000"/>
                  </a:schemeClr>
                </a:solidFill>
              </a:rPr>
              <a:t> </a:t>
            </a:r>
            <a:r>
              <a:rPr lang="en-US" altLang="ja-JP" sz="1600" b="1" dirty="0" err="1">
                <a:solidFill>
                  <a:schemeClr val="tx1">
                    <a:lumMod val="50000"/>
                  </a:schemeClr>
                </a:solidFill>
              </a:rPr>
              <a:t>Bộ</a:t>
            </a:r>
            <a:r>
              <a:rPr lang="en-US" altLang="ja-JP" sz="1600" b="1" dirty="0">
                <a:solidFill>
                  <a:schemeClr val="tx1">
                    <a:lumMod val="50000"/>
                  </a:schemeClr>
                </a:solidFill>
              </a:rPr>
              <a:t> </a:t>
            </a:r>
            <a:r>
              <a:rPr lang="en-US" altLang="ja-JP" sz="1600" b="1" dirty="0" err="1">
                <a:solidFill>
                  <a:schemeClr val="tx1">
                    <a:lumMod val="50000"/>
                  </a:schemeClr>
                </a:solidFill>
              </a:rPr>
              <a:t>Đất</a:t>
            </a:r>
            <a:r>
              <a:rPr lang="en-US" altLang="ja-JP" sz="1600" b="1" dirty="0">
                <a:solidFill>
                  <a:schemeClr val="tx1">
                    <a:lumMod val="50000"/>
                  </a:schemeClr>
                </a:solidFill>
              </a:rPr>
              <a:t> </a:t>
            </a:r>
            <a:r>
              <a:rPr lang="en-US" altLang="ja-JP" sz="1600" b="1" dirty="0" err="1">
                <a:solidFill>
                  <a:schemeClr val="tx1">
                    <a:lumMod val="50000"/>
                  </a:schemeClr>
                </a:solidFill>
              </a:rPr>
              <a:t>đai</a:t>
            </a:r>
            <a:r>
              <a:rPr lang="en-US" altLang="ja-JP" sz="1600" b="1" dirty="0">
                <a:solidFill>
                  <a:schemeClr val="tx1">
                    <a:lumMod val="50000"/>
                  </a:schemeClr>
                </a:solidFill>
              </a:rPr>
              <a:t>, </a:t>
            </a:r>
            <a:r>
              <a:rPr lang="en-US" altLang="ja-JP" sz="1600" b="1" dirty="0" err="1">
                <a:solidFill>
                  <a:schemeClr val="tx1">
                    <a:lumMod val="50000"/>
                  </a:schemeClr>
                </a:solidFill>
              </a:rPr>
              <a:t>Hạ</a:t>
            </a:r>
            <a:r>
              <a:rPr lang="en-US" altLang="ja-JP" sz="1600" b="1" dirty="0">
                <a:solidFill>
                  <a:schemeClr val="tx1">
                    <a:lumMod val="50000"/>
                  </a:schemeClr>
                </a:solidFill>
              </a:rPr>
              <a:t> </a:t>
            </a:r>
            <a:r>
              <a:rPr lang="en-US" altLang="ja-JP" sz="1600" b="1" dirty="0" err="1">
                <a:solidFill>
                  <a:schemeClr val="tx1">
                    <a:lumMod val="50000"/>
                  </a:schemeClr>
                </a:solidFill>
              </a:rPr>
              <a:t>tầng</a:t>
            </a:r>
            <a:r>
              <a:rPr lang="en-US" altLang="ja-JP" sz="1600" b="1" dirty="0">
                <a:solidFill>
                  <a:schemeClr val="tx1">
                    <a:lumMod val="50000"/>
                  </a:schemeClr>
                </a:solidFill>
              </a:rPr>
              <a:t> </a:t>
            </a:r>
            <a:r>
              <a:rPr lang="en-US" altLang="ja-JP" sz="1600" b="1" dirty="0" err="1">
                <a:solidFill>
                  <a:schemeClr val="tx1">
                    <a:lumMod val="50000"/>
                  </a:schemeClr>
                </a:solidFill>
              </a:rPr>
              <a:t>và</a:t>
            </a:r>
            <a:r>
              <a:rPr lang="en-US" altLang="ja-JP" sz="1600" b="1" dirty="0">
                <a:solidFill>
                  <a:schemeClr val="tx1">
                    <a:lumMod val="50000"/>
                  </a:schemeClr>
                </a:solidFill>
              </a:rPr>
              <a:t> </a:t>
            </a:r>
            <a:r>
              <a:rPr lang="en-US" altLang="ja-JP" sz="1600" b="1" dirty="0" err="1">
                <a:solidFill>
                  <a:schemeClr val="tx1">
                    <a:lumMod val="50000"/>
                  </a:schemeClr>
                </a:solidFill>
              </a:rPr>
              <a:t>Giao</a:t>
            </a:r>
            <a:r>
              <a:rPr lang="en-US" altLang="ja-JP" sz="1600" b="1" dirty="0">
                <a:solidFill>
                  <a:schemeClr val="tx1">
                    <a:lumMod val="50000"/>
                  </a:schemeClr>
                </a:solidFill>
              </a:rPr>
              <a:t> </a:t>
            </a:r>
            <a:r>
              <a:rPr lang="en-US" altLang="ja-JP" sz="1600" b="1" dirty="0" err="1">
                <a:solidFill>
                  <a:schemeClr val="tx1">
                    <a:lumMod val="50000"/>
                  </a:schemeClr>
                </a:solidFill>
              </a:rPr>
              <a:t>thông</a:t>
            </a:r>
            <a:r>
              <a:rPr lang="en-US" altLang="ja-JP" sz="1600" b="1" dirty="0">
                <a:solidFill>
                  <a:schemeClr val="tx1">
                    <a:lumMod val="50000"/>
                  </a:schemeClr>
                </a:solidFill>
              </a:rPr>
              <a:t> </a:t>
            </a:r>
            <a:r>
              <a:rPr lang="en-US" altLang="ja-JP" sz="1600" b="1" dirty="0" err="1">
                <a:solidFill>
                  <a:schemeClr val="tx1">
                    <a:lumMod val="50000"/>
                  </a:schemeClr>
                </a:solidFill>
              </a:rPr>
              <a:t>Nhật</a:t>
            </a:r>
            <a:r>
              <a:rPr lang="en-US" altLang="ja-JP" sz="1600" b="1" dirty="0">
                <a:solidFill>
                  <a:schemeClr val="tx1">
                    <a:lumMod val="50000"/>
                  </a:schemeClr>
                </a:solidFill>
              </a:rPr>
              <a:t> </a:t>
            </a:r>
            <a:r>
              <a:rPr lang="en-US" altLang="ja-JP" sz="1600" b="1" dirty="0" err="1">
                <a:solidFill>
                  <a:schemeClr val="tx1">
                    <a:lumMod val="50000"/>
                  </a:schemeClr>
                </a:solidFill>
              </a:rPr>
              <a:t>Bản</a:t>
            </a:r>
            <a:r>
              <a:rPr lang="en-US" altLang="ja-JP" sz="1600" b="1" dirty="0">
                <a:solidFill>
                  <a:schemeClr val="tx1">
                    <a:lumMod val="50000"/>
                  </a:schemeClr>
                </a:solidFill>
              </a:rPr>
              <a:t> )</a:t>
            </a:r>
          </a:p>
        </p:txBody>
      </p:sp>
      <p:sp>
        <p:nvSpPr>
          <p:cNvPr id="5" name="Text Box 11"/>
          <p:cNvSpPr txBox="1">
            <a:spLocks noChangeArrowheads="1"/>
          </p:cNvSpPr>
          <p:nvPr/>
        </p:nvSpPr>
        <p:spPr bwMode="auto">
          <a:xfrm>
            <a:off x="1793996" y="1981200"/>
            <a:ext cx="6318250" cy="3048000"/>
          </a:xfrm>
          <a:prstGeom prst="rect">
            <a:avLst/>
          </a:prstGeom>
          <a:noFill/>
          <a:ln w="9525">
            <a:noFill/>
            <a:miter lim="800000"/>
            <a:headEnd/>
            <a:tailEnd/>
          </a:ln>
          <a:effectLst/>
        </p:spPr>
        <p:txBody>
          <a:bodyPr/>
          <a:lstStyle>
            <a:defPPr>
              <a:defRPr lang="ja-JP"/>
            </a:defPPr>
            <a:lvl1pPr algn="l" rtl="0" fontAlgn="base">
              <a:spcBef>
                <a:spcPct val="0"/>
              </a:spcBef>
              <a:spcAft>
                <a:spcPct val="0"/>
              </a:spcAft>
              <a:defRPr kumimoji="1" kern="1200">
                <a:solidFill>
                  <a:schemeClr val="tx1"/>
                </a:solidFill>
                <a:latin typeface="Arial" charset="0"/>
                <a:ea typeface="ＭＳ Ｐゴシック" pitchFamily="50"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pitchFamily="50"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pitchFamily="50"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pitchFamily="50"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pitchFamily="50" charset="-128"/>
                <a:cs typeface="+mn-cs"/>
              </a:defRPr>
            </a:lvl5pPr>
            <a:lvl6pPr marL="2286000" algn="l" defTabSz="914400" rtl="0" eaLnBrk="1" latinLnBrk="0" hangingPunct="1">
              <a:defRPr kumimoji="1" kern="1200">
                <a:solidFill>
                  <a:schemeClr val="tx1"/>
                </a:solidFill>
                <a:latin typeface="Arial" charset="0"/>
                <a:ea typeface="ＭＳ Ｐゴシック" pitchFamily="50" charset="-128"/>
                <a:cs typeface="+mn-cs"/>
              </a:defRPr>
            </a:lvl6pPr>
            <a:lvl7pPr marL="2743200" algn="l" defTabSz="914400" rtl="0" eaLnBrk="1" latinLnBrk="0" hangingPunct="1">
              <a:defRPr kumimoji="1" kern="1200">
                <a:solidFill>
                  <a:schemeClr val="tx1"/>
                </a:solidFill>
                <a:latin typeface="Arial" charset="0"/>
                <a:ea typeface="ＭＳ Ｐゴシック" pitchFamily="50" charset="-128"/>
                <a:cs typeface="+mn-cs"/>
              </a:defRPr>
            </a:lvl7pPr>
            <a:lvl8pPr marL="3200400" algn="l" defTabSz="914400" rtl="0" eaLnBrk="1" latinLnBrk="0" hangingPunct="1">
              <a:defRPr kumimoji="1" kern="1200">
                <a:solidFill>
                  <a:schemeClr val="tx1"/>
                </a:solidFill>
                <a:latin typeface="Arial" charset="0"/>
                <a:ea typeface="ＭＳ Ｐゴシック" pitchFamily="50" charset="-128"/>
                <a:cs typeface="+mn-cs"/>
              </a:defRPr>
            </a:lvl8pPr>
            <a:lvl9pPr marL="3657600" algn="l" defTabSz="914400" rtl="0" eaLnBrk="1" latinLnBrk="0" hangingPunct="1">
              <a:defRPr kumimoji="1" kern="1200">
                <a:solidFill>
                  <a:schemeClr val="tx1"/>
                </a:solidFill>
                <a:latin typeface="Arial" charset="0"/>
                <a:ea typeface="ＭＳ Ｐゴシック" pitchFamily="50" charset="-128"/>
                <a:cs typeface="+mn-cs"/>
              </a:defRPr>
            </a:lvl9pPr>
          </a:lstStyle>
          <a:p>
            <a:pPr eaLnBrk="1" hangingPunct="1"/>
            <a:r>
              <a:rPr lang="ja-JP" altLang="en-US" sz="2000" dirty="0">
                <a:solidFill>
                  <a:schemeClr val="tx1">
                    <a:lumMod val="50000"/>
                  </a:schemeClr>
                </a:solidFill>
                <a:effectLst>
                  <a:outerShdw blurRad="38100" dist="38100" dir="2700000" algn="tl">
                    <a:srgbClr val="C0C0C0"/>
                  </a:outerShdw>
                </a:effectLst>
                <a:latin typeface="Calibri" pitchFamily="34" charset="0"/>
              </a:rPr>
              <a:t>　</a:t>
            </a:r>
            <a:r>
              <a:rPr lang="en-US" altLang="ja-JP" sz="2000" dirty="0">
                <a:solidFill>
                  <a:schemeClr val="tx1">
                    <a:lumMod val="50000"/>
                  </a:schemeClr>
                </a:solidFill>
                <a:effectLst>
                  <a:outerShdw blurRad="38100" dist="38100" dir="2700000" algn="tl">
                    <a:srgbClr val="C0C0C0"/>
                  </a:outerShdw>
                </a:effectLst>
                <a:latin typeface="Calibri" pitchFamily="34" charset="0"/>
              </a:rPr>
              <a:t>MCI 1 </a:t>
            </a:r>
            <a:r>
              <a:rPr lang="ja-JP" altLang="en-US" sz="2000" dirty="0">
                <a:solidFill>
                  <a:schemeClr val="tx1">
                    <a:lumMod val="50000"/>
                  </a:schemeClr>
                </a:solidFill>
                <a:effectLst>
                  <a:outerShdw blurRad="38100" dist="38100" dir="2700000" algn="tl">
                    <a:srgbClr val="C0C0C0"/>
                  </a:outerShdw>
                </a:effectLst>
                <a:latin typeface="Calibri" pitchFamily="34" charset="0"/>
              </a:rPr>
              <a:t>＝ </a:t>
            </a:r>
            <a:r>
              <a:rPr lang="en-US" altLang="ja-JP" sz="2000" dirty="0">
                <a:solidFill>
                  <a:schemeClr val="tx1">
                    <a:lumMod val="50000"/>
                  </a:schemeClr>
                </a:solidFill>
                <a:effectLst>
                  <a:outerShdw blurRad="38100" dist="38100" dir="2700000" algn="tl">
                    <a:srgbClr val="C0C0C0"/>
                  </a:outerShdw>
                </a:effectLst>
                <a:latin typeface="Calibri" pitchFamily="34" charset="0"/>
              </a:rPr>
              <a:t>10 </a:t>
            </a:r>
            <a:r>
              <a:rPr lang="ja-JP" altLang="en-US" sz="2000" dirty="0">
                <a:solidFill>
                  <a:schemeClr val="tx1">
                    <a:lumMod val="50000"/>
                  </a:schemeClr>
                </a:solidFill>
                <a:effectLst>
                  <a:outerShdw blurRad="38100" dist="38100" dir="2700000" algn="tl">
                    <a:srgbClr val="C0C0C0"/>
                  </a:outerShdw>
                </a:effectLst>
                <a:latin typeface="Calibri" pitchFamily="34" charset="0"/>
              </a:rPr>
              <a:t>－ </a:t>
            </a:r>
            <a:r>
              <a:rPr lang="en-US" altLang="ja-JP" sz="2000" dirty="0">
                <a:solidFill>
                  <a:schemeClr val="tx1">
                    <a:lumMod val="50000"/>
                  </a:schemeClr>
                </a:solidFill>
                <a:effectLst>
                  <a:outerShdw blurRad="38100" dist="38100" dir="2700000" algn="tl">
                    <a:srgbClr val="C0C0C0"/>
                  </a:outerShdw>
                </a:effectLst>
                <a:latin typeface="Calibri" pitchFamily="34" charset="0"/>
              </a:rPr>
              <a:t>1.48C</a:t>
            </a:r>
            <a:r>
              <a:rPr lang="en-US" altLang="ja-JP" sz="2000" baseline="30000" dirty="0">
                <a:solidFill>
                  <a:schemeClr val="tx1">
                    <a:lumMod val="50000"/>
                  </a:schemeClr>
                </a:solidFill>
                <a:effectLst>
                  <a:outerShdw blurRad="38100" dist="38100" dir="2700000" algn="tl">
                    <a:srgbClr val="C0C0C0"/>
                  </a:outerShdw>
                </a:effectLst>
                <a:latin typeface="Calibri" pitchFamily="34" charset="0"/>
              </a:rPr>
              <a:t>0.3</a:t>
            </a:r>
            <a:r>
              <a:rPr lang="en-US" altLang="ja-JP" sz="2000" dirty="0">
                <a:solidFill>
                  <a:schemeClr val="tx1">
                    <a:lumMod val="50000"/>
                  </a:schemeClr>
                </a:solidFill>
                <a:effectLst>
                  <a:outerShdw blurRad="38100" dist="38100" dir="2700000" algn="tl">
                    <a:srgbClr val="C0C0C0"/>
                  </a:outerShdw>
                </a:effectLst>
                <a:latin typeface="Calibri" pitchFamily="34" charset="0"/>
              </a:rPr>
              <a:t> </a:t>
            </a:r>
            <a:r>
              <a:rPr lang="ja-JP" altLang="en-US" sz="2000" dirty="0">
                <a:solidFill>
                  <a:schemeClr val="tx1">
                    <a:lumMod val="50000"/>
                  </a:schemeClr>
                </a:solidFill>
                <a:effectLst>
                  <a:outerShdw blurRad="38100" dist="38100" dir="2700000" algn="tl">
                    <a:srgbClr val="C0C0C0"/>
                  </a:outerShdw>
                </a:effectLst>
                <a:latin typeface="Calibri" pitchFamily="34" charset="0"/>
              </a:rPr>
              <a:t>－ </a:t>
            </a:r>
            <a:r>
              <a:rPr lang="en-US" altLang="ja-JP" sz="2000" dirty="0">
                <a:solidFill>
                  <a:schemeClr val="tx1">
                    <a:lumMod val="50000"/>
                  </a:schemeClr>
                </a:solidFill>
                <a:effectLst>
                  <a:outerShdw blurRad="38100" dist="38100" dir="2700000" algn="tl">
                    <a:srgbClr val="C0C0C0"/>
                  </a:outerShdw>
                </a:effectLst>
                <a:latin typeface="Calibri" pitchFamily="34" charset="0"/>
              </a:rPr>
              <a:t>0.29D</a:t>
            </a:r>
            <a:r>
              <a:rPr lang="en-US" altLang="ja-JP" sz="2000" baseline="30000" dirty="0">
                <a:solidFill>
                  <a:schemeClr val="tx1">
                    <a:lumMod val="50000"/>
                  </a:schemeClr>
                </a:solidFill>
                <a:effectLst>
                  <a:outerShdw blurRad="38100" dist="38100" dir="2700000" algn="tl">
                    <a:srgbClr val="C0C0C0"/>
                  </a:outerShdw>
                </a:effectLst>
                <a:latin typeface="Calibri" pitchFamily="34" charset="0"/>
              </a:rPr>
              <a:t>0.7</a:t>
            </a:r>
            <a:r>
              <a:rPr lang="en-US" altLang="ja-JP" sz="2000" dirty="0">
                <a:solidFill>
                  <a:schemeClr val="tx1">
                    <a:lumMod val="50000"/>
                  </a:schemeClr>
                </a:solidFill>
                <a:effectLst>
                  <a:outerShdw blurRad="38100" dist="38100" dir="2700000" algn="tl">
                    <a:srgbClr val="C0C0C0"/>
                  </a:outerShdw>
                </a:effectLst>
                <a:latin typeface="Calibri" pitchFamily="34" charset="0"/>
              </a:rPr>
              <a:t> </a:t>
            </a:r>
            <a:r>
              <a:rPr lang="ja-JP" altLang="en-US" sz="2000" dirty="0">
                <a:solidFill>
                  <a:schemeClr val="tx1">
                    <a:lumMod val="50000"/>
                  </a:schemeClr>
                </a:solidFill>
                <a:effectLst>
                  <a:outerShdw blurRad="38100" dist="38100" dir="2700000" algn="tl">
                    <a:srgbClr val="C0C0C0"/>
                  </a:outerShdw>
                </a:effectLst>
                <a:latin typeface="Calibri" pitchFamily="34" charset="0"/>
              </a:rPr>
              <a:t>－ </a:t>
            </a:r>
            <a:r>
              <a:rPr lang="en-US" altLang="ja-JP" sz="2000" dirty="0">
                <a:solidFill>
                  <a:schemeClr val="tx1">
                    <a:lumMod val="50000"/>
                  </a:schemeClr>
                </a:solidFill>
                <a:effectLst>
                  <a:outerShdw blurRad="38100" dist="38100" dir="2700000" algn="tl">
                    <a:srgbClr val="C0C0C0"/>
                  </a:outerShdw>
                </a:effectLst>
                <a:latin typeface="Calibri" pitchFamily="34" charset="0"/>
              </a:rPr>
              <a:t>0.47σ</a:t>
            </a:r>
            <a:r>
              <a:rPr lang="en-US" altLang="ja-JP" sz="2000" baseline="30000" dirty="0">
                <a:solidFill>
                  <a:schemeClr val="tx1">
                    <a:lumMod val="50000"/>
                  </a:schemeClr>
                </a:solidFill>
                <a:effectLst>
                  <a:outerShdw blurRad="38100" dist="38100" dir="2700000" algn="tl">
                    <a:srgbClr val="C0C0C0"/>
                  </a:outerShdw>
                </a:effectLst>
                <a:latin typeface="Calibri" pitchFamily="34" charset="0"/>
              </a:rPr>
              <a:t>0.2</a:t>
            </a:r>
            <a:r>
              <a:rPr lang="en-US" altLang="ja-JP" sz="2000" dirty="0">
                <a:solidFill>
                  <a:schemeClr val="tx1">
                    <a:lumMod val="50000"/>
                  </a:schemeClr>
                </a:solidFill>
                <a:effectLst>
                  <a:outerShdw blurRad="38100" dist="38100" dir="2700000" algn="tl">
                    <a:srgbClr val="C0C0C0"/>
                  </a:outerShdw>
                </a:effectLst>
                <a:latin typeface="Calibri" pitchFamily="34" charset="0"/>
              </a:rPr>
              <a:t> </a:t>
            </a:r>
            <a:r>
              <a:rPr lang="ja-JP" altLang="en-US" sz="2000" dirty="0">
                <a:solidFill>
                  <a:schemeClr val="tx1">
                    <a:lumMod val="50000"/>
                  </a:schemeClr>
                </a:solidFill>
                <a:effectLst>
                  <a:outerShdw blurRad="38100" dist="38100" dir="2700000" algn="tl">
                    <a:srgbClr val="C0C0C0"/>
                  </a:outerShdw>
                </a:effectLst>
                <a:latin typeface="Calibri" pitchFamily="34" charset="0"/>
              </a:rPr>
              <a:t>　　</a:t>
            </a:r>
          </a:p>
          <a:p>
            <a:pPr eaLnBrk="1" hangingPunct="1"/>
            <a:r>
              <a:rPr lang="ja-JP" altLang="en-US" sz="2000" dirty="0">
                <a:solidFill>
                  <a:schemeClr val="tx1">
                    <a:lumMod val="50000"/>
                  </a:schemeClr>
                </a:solidFill>
                <a:effectLst>
                  <a:outerShdw blurRad="38100" dist="38100" dir="2700000" algn="tl">
                    <a:srgbClr val="C0C0C0"/>
                  </a:outerShdw>
                </a:effectLst>
                <a:latin typeface="Calibri" pitchFamily="34" charset="0"/>
              </a:rPr>
              <a:t>　</a:t>
            </a:r>
            <a:r>
              <a:rPr lang="en-US" altLang="ja-JP" sz="2000" dirty="0">
                <a:solidFill>
                  <a:schemeClr val="tx1">
                    <a:lumMod val="50000"/>
                  </a:schemeClr>
                </a:solidFill>
                <a:effectLst>
                  <a:outerShdw blurRad="38100" dist="38100" dir="2700000" algn="tl">
                    <a:srgbClr val="C0C0C0"/>
                  </a:outerShdw>
                </a:effectLst>
                <a:latin typeface="Calibri" pitchFamily="34" charset="0"/>
              </a:rPr>
              <a:t>MCI 2 </a:t>
            </a:r>
            <a:r>
              <a:rPr lang="ja-JP" altLang="en-US" sz="2000" dirty="0">
                <a:solidFill>
                  <a:schemeClr val="tx1">
                    <a:lumMod val="50000"/>
                  </a:schemeClr>
                </a:solidFill>
                <a:effectLst>
                  <a:outerShdw blurRad="38100" dist="38100" dir="2700000" algn="tl">
                    <a:srgbClr val="C0C0C0"/>
                  </a:outerShdw>
                </a:effectLst>
                <a:latin typeface="Calibri" pitchFamily="34" charset="0"/>
              </a:rPr>
              <a:t>＝ </a:t>
            </a:r>
            <a:r>
              <a:rPr lang="en-US" altLang="ja-JP" sz="2000" dirty="0">
                <a:solidFill>
                  <a:schemeClr val="tx1">
                    <a:lumMod val="50000"/>
                  </a:schemeClr>
                </a:solidFill>
                <a:effectLst>
                  <a:outerShdw blurRad="38100" dist="38100" dir="2700000" algn="tl">
                    <a:srgbClr val="C0C0C0"/>
                  </a:outerShdw>
                </a:effectLst>
                <a:latin typeface="Calibri" pitchFamily="34" charset="0"/>
              </a:rPr>
              <a:t>10 </a:t>
            </a:r>
            <a:r>
              <a:rPr lang="ja-JP" altLang="en-US" sz="2000" dirty="0">
                <a:solidFill>
                  <a:schemeClr val="tx1">
                    <a:lumMod val="50000"/>
                  </a:schemeClr>
                </a:solidFill>
                <a:effectLst>
                  <a:outerShdw blurRad="38100" dist="38100" dir="2700000" algn="tl">
                    <a:srgbClr val="C0C0C0"/>
                  </a:outerShdw>
                </a:effectLst>
                <a:latin typeface="Calibri" pitchFamily="34" charset="0"/>
              </a:rPr>
              <a:t>－ </a:t>
            </a:r>
            <a:r>
              <a:rPr lang="en-US" altLang="ja-JP" sz="2000" dirty="0">
                <a:solidFill>
                  <a:schemeClr val="tx1">
                    <a:lumMod val="50000"/>
                  </a:schemeClr>
                </a:solidFill>
                <a:effectLst>
                  <a:outerShdw blurRad="38100" dist="38100" dir="2700000" algn="tl">
                    <a:srgbClr val="C0C0C0"/>
                  </a:outerShdw>
                </a:effectLst>
                <a:latin typeface="Calibri" pitchFamily="34" charset="0"/>
              </a:rPr>
              <a:t>1.51C</a:t>
            </a:r>
            <a:r>
              <a:rPr lang="en-US" altLang="ja-JP" sz="2000" baseline="30000" dirty="0">
                <a:solidFill>
                  <a:schemeClr val="tx1">
                    <a:lumMod val="50000"/>
                  </a:schemeClr>
                </a:solidFill>
                <a:effectLst>
                  <a:outerShdw blurRad="38100" dist="38100" dir="2700000" algn="tl">
                    <a:srgbClr val="C0C0C0"/>
                  </a:outerShdw>
                </a:effectLst>
                <a:latin typeface="Calibri" pitchFamily="34" charset="0"/>
              </a:rPr>
              <a:t>0.3</a:t>
            </a:r>
            <a:r>
              <a:rPr lang="en-US" altLang="ja-JP" sz="2000" dirty="0">
                <a:solidFill>
                  <a:schemeClr val="tx1">
                    <a:lumMod val="50000"/>
                  </a:schemeClr>
                </a:solidFill>
                <a:effectLst>
                  <a:outerShdw blurRad="38100" dist="38100" dir="2700000" algn="tl">
                    <a:srgbClr val="C0C0C0"/>
                  </a:outerShdw>
                </a:effectLst>
                <a:latin typeface="Calibri" pitchFamily="34" charset="0"/>
              </a:rPr>
              <a:t> </a:t>
            </a:r>
            <a:r>
              <a:rPr lang="ja-JP" altLang="en-US" sz="2000" dirty="0">
                <a:solidFill>
                  <a:schemeClr val="tx1">
                    <a:lumMod val="50000"/>
                  </a:schemeClr>
                </a:solidFill>
                <a:effectLst>
                  <a:outerShdw blurRad="38100" dist="38100" dir="2700000" algn="tl">
                    <a:srgbClr val="C0C0C0"/>
                  </a:outerShdw>
                </a:effectLst>
                <a:latin typeface="Calibri" pitchFamily="34" charset="0"/>
              </a:rPr>
              <a:t>－ </a:t>
            </a:r>
            <a:r>
              <a:rPr lang="en-US" altLang="ja-JP" sz="2000" dirty="0">
                <a:solidFill>
                  <a:schemeClr val="tx1">
                    <a:lumMod val="50000"/>
                  </a:schemeClr>
                </a:solidFill>
                <a:effectLst>
                  <a:outerShdw blurRad="38100" dist="38100" dir="2700000" algn="tl">
                    <a:srgbClr val="C0C0C0"/>
                  </a:outerShdw>
                </a:effectLst>
                <a:latin typeface="Calibri" pitchFamily="34" charset="0"/>
              </a:rPr>
              <a:t>0.3D</a:t>
            </a:r>
            <a:r>
              <a:rPr lang="en-US" altLang="ja-JP" sz="2000" baseline="30000" dirty="0">
                <a:solidFill>
                  <a:schemeClr val="tx1">
                    <a:lumMod val="50000"/>
                  </a:schemeClr>
                </a:solidFill>
                <a:effectLst>
                  <a:outerShdw blurRad="38100" dist="38100" dir="2700000" algn="tl">
                    <a:srgbClr val="C0C0C0"/>
                  </a:outerShdw>
                </a:effectLst>
                <a:latin typeface="Calibri" pitchFamily="34" charset="0"/>
              </a:rPr>
              <a:t>0.7</a:t>
            </a:r>
            <a:endParaRPr lang="en-US" altLang="ja-JP" sz="2000" dirty="0">
              <a:solidFill>
                <a:schemeClr val="tx1">
                  <a:lumMod val="50000"/>
                </a:schemeClr>
              </a:solidFill>
              <a:effectLst>
                <a:outerShdw blurRad="38100" dist="38100" dir="2700000" algn="tl">
                  <a:srgbClr val="C0C0C0"/>
                </a:outerShdw>
              </a:effectLst>
              <a:latin typeface="Calibri" pitchFamily="34" charset="0"/>
            </a:endParaRPr>
          </a:p>
          <a:p>
            <a:pPr eaLnBrk="1" hangingPunct="1"/>
            <a:r>
              <a:rPr lang="ja-JP" altLang="en-US" sz="2000" dirty="0">
                <a:solidFill>
                  <a:schemeClr val="tx1">
                    <a:lumMod val="50000"/>
                  </a:schemeClr>
                </a:solidFill>
                <a:effectLst>
                  <a:outerShdw blurRad="38100" dist="38100" dir="2700000" algn="tl">
                    <a:srgbClr val="C0C0C0"/>
                  </a:outerShdw>
                </a:effectLst>
                <a:latin typeface="Calibri" pitchFamily="34" charset="0"/>
              </a:rPr>
              <a:t>　</a:t>
            </a:r>
            <a:r>
              <a:rPr lang="en-US" altLang="ja-JP" sz="2000" dirty="0">
                <a:solidFill>
                  <a:schemeClr val="tx1">
                    <a:lumMod val="50000"/>
                  </a:schemeClr>
                </a:solidFill>
                <a:effectLst>
                  <a:outerShdw blurRad="38100" dist="38100" dir="2700000" algn="tl">
                    <a:srgbClr val="C0C0C0"/>
                  </a:outerShdw>
                </a:effectLst>
                <a:latin typeface="Calibri" pitchFamily="34" charset="0"/>
              </a:rPr>
              <a:t>MCI 3 </a:t>
            </a:r>
            <a:r>
              <a:rPr lang="ja-JP" altLang="en-US" sz="2000" dirty="0">
                <a:solidFill>
                  <a:schemeClr val="tx1">
                    <a:lumMod val="50000"/>
                  </a:schemeClr>
                </a:solidFill>
                <a:effectLst>
                  <a:outerShdw blurRad="38100" dist="38100" dir="2700000" algn="tl">
                    <a:srgbClr val="C0C0C0"/>
                  </a:outerShdw>
                </a:effectLst>
                <a:latin typeface="Calibri" pitchFamily="34" charset="0"/>
              </a:rPr>
              <a:t>＝ </a:t>
            </a:r>
            <a:r>
              <a:rPr lang="en-US" altLang="ja-JP" sz="2000" dirty="0">
                <a:solidFill>
                  <a:schemeClr val="tx1">
                    <a:lumMod val="50000"/>
                  </a:schemeClr>
                </a:solidFill>
                <a:effectLst>
                  <a:outerShdw blurRad="38100" dist="38100" dir="2700000" algn="tl">
                    <a:srgbClr val="C0C0C0"/>
                  </a:outerShdw>
                </a:effectLst>
                <a:latin typeface="Calibri" pitchFamily="34" charset="0"/>
              </a:rPr>
              <a:t>10 </a:t>
            </a:r>
            <a:r>
              <a:rPr lang="ja-JP" altLang="en-US" sz="2000" dirty="0">
                <a:solidFill>
                  <a:schemeClr val="tx1">
                    <a:lumMod val="50000"/>
                  </a:schemeClr>
                </a:solidFill>
                <a:effectLst>
                  <a:outerShdw blurRad="38100" dist="38100" dir="2700000" algn="tl">
                    <a:srgbClr val="C0C0C0"/>
                  </a:outerShdw>
                </a:effectLst>
                <a:latin typeface="Calibri" pitchFamily="34" charset="0"/>
              </a:rPr>
              <a:t>－ </a:t>
            </a:r>
            <a:r>
              <a:rPr lang="en-US" altLang="ja-JP" sz="2000" dirty="0">
                <a:solidFill>
                  <a:schemeClr val="tx1">
                    <a:lumMod val="50000"/>
                  </a:schemeClr>
                </a:solidFill>
                <a:effectLst>
                  <a:outerShdw blurRad="38100" dist="38100" dir="2700000" algn="tl">
                    <a:srgbClr val="C0C0C0"/>
                  </a:outerShdw>
                </a:effectLst>
                <a:latin typeface="Calibri" pitchFamily="34" charset="0"/>
              </a:rPr>
              <a:t>2.23C</a:t>
            </a:r>
            <a:r>
              <a:rPr lang="en-US" altLang="ja-JP" sz="2000" baseline="30000" dirty="0">
                <a:solidFill>
                  <a:schemeClr val="tx1">
                    <a:lumMod val="50000"/>
                  </a:schemeClr>
                </a:solidFill>
                <a:effectLst>
                  <a:outerShdw blurRad="38100" dist="38100" dir="2700000" algn="tl">
                    <a:srgbClr val="C0C0C0"/>
                  </a:outerShdw>
                </a:effectLst>
                <a:latin typeface="Calibri" pitchFamily="34" charset="0"/>
              </a:rPr>
              <a:t>0.3</a:t>
            </a:r>
            <a:endParaRPr lang="en-US" altLang="ja-JP" sz="2000" dirty="0">
              <a:solidFill>
                <a:schemeClr val="tx1">
                  <a:lumMod val="50000"/>
                </a:schemeClr>
              </a:solidFill>
              <a:effectLst>
                <a:outerShdw blurRad="38100" dist="38100" dir="2700000" algn="tl">
                  <a:srgbClr val="C0C0C0"/>
                </a:outerShdw>
              </a:effectLst>
              <a:latin typeface="Calibri" pitchFamily="34" charset="0"/>
            </a:endParaRPr>
          </a:p>
          <a:p>
            <a:pPr eaLnBrk="1" hangingPunct="1"/>
            <a:r>
              <a:rPr lang="ja-JP" altLang="en-US" sz="2000" dirty="0">
                <a:solidFill>
                  <a:schemeClr val="tx1">
                    <a:lumMod val="50000"/>
                  </a:schemeClr>
                </a:solidFill>
                <a:effectLst>
                  <a:outerShdw blurRad="38100" dist="38100" dir="2700000" algn="tl">
                    <a:srgbClr val="C0C0C0"/>
                  </a:outerShdw>
                </a:effectLst>
                <a:latin typeface="Calibri" pitchFamily="34" charset="0"/>
              </a:rPr>
              <a:t>　</a:t>
            </a:r>
            <a:r>
              <a:rPr lang="en-US" altLang="ja-JP" sz="2000" dirty="0">
                <a:solidFill>
                  <a:schemeClr val="tx1">
                    <a:lumMod val="50000"/>
                  </a:schemeClr>
                </a:solidFill>
                <a:effectLst>
                  <a:outerShdw blurRad="38100" dist="38100" dir="2700000" algn="tl">
                    <a:srgbClr val="C0C0C0"/>
                  </a:outerShdw>
                </a:effectLst>
                <a:latin typeface="Calibri" pitchFamily="34" charset="0"/>
              </a:rPr>
              <a:t>MCI 4 </a:t>
            </a:r>
            <a:r>
              <a:rPr lang="ja-JP" altLang="en-US" sz="2000" dirty="0">
                <a:solidFill>
                  <a:schemeClr val="tx1">
                    <a:lumMod val="50000"/>
                  </a:schemeClr>
                </a:solidFill>
                <a:effectLst>
                  <a:outerShdw blurRad="38100" dist="38100" dir="2700000" algn="tl">
                    <a:srgbClr val="C0C0C0"/>
                  </a:outerShdw>
                </a:effectLst>
                <a:latin typeface="Calibri" pitchFamily="34" charset="0"/>
              </a:rPr>
              <a:t>＝ </a:t>
            </a:r>
            <a:r>
              <a:rPr lang="en-US" altLang="ja-JP" sz="2000" dirty="0">
                <a:solidFill>
                  <a:schemeClr val="tx1">
                    <a:lumMod val="50000"/>
                  </a:schemeClr>
                </a:solidFill>
                <a:effectLst>
                  <a:outerShdw blurRad="38100" dist="38100" dir="2700000" algn="tl">
                    <a:srgbClr val="C0C0C0"/>
                  </a:outerShdw>
                </a:effectLst>
                <a:latin typeface="Calibri" pitchFamily="34" charset="0"/>
              </a:rPr>
              <a:t>10 </a:t>
            </a:r>
            <a:r>
              <a:rPr lang="ja-JP" altLang="en-US" sz="2000" dirty="0">
                <a:solidFill>
                  <a:schemeClr val="tx1">
                    <a:lumMod val="50000"/>
                  </a:schemeClr>
                </a:solidFill>
                <a:effectLst>
                  <a:outerShdw blurRad="38100" dist="38100" dir="2700000" algn="tl">
                    <a:srgbClr val="C0C0C0"/>
                  </a:outerShdw>
                </a:effectLst>
                <a:latin typeface="Calibri" pitchFamily="34" charset="0"/>
              </a:rPr>
              <a:t>－ </a:t>
            </a:r>
            <a:r>
              <a:rPr lang="en-US" altLang="ja-JP" sz="2000" dirty="0">
                <a:solidFill>
                  <a:schemeClr val="tx1">
                    <a:lumMod val="50000"/>
                  </a:schemeClr>
                </a:solidFill>
                <a:effectLst>
                  <a:outerShdw blurRad="38100" dist="38100" dir="2700000" algn="tl">
                    <a:srgbClr val="C0C0C0"/>
                  </a:outerShdw>
                </a:effectLst>
                <a:latin typeface="Calibri" pitchFamily="34" charset="0"/>
              </a:rPr>
              <a:t>0.54C</a:t>
            </a:r>
            <a:r>
              <a:rPr lang="en-US" altLang="ja-JP" sz="2000" baseline="30000" dirty="0">
                <a:solidFill>
                  <a:schemeClr val="tx1">
                    <a:lumMod val="50000"/>
                  </a:schemeClr>
                </a:solidFill>
                <a:effectLst>
                  <a:outerShdw blurRad="38100" dist="38100" dir="2700000" algn="tl">
                    <a:srgbClr val="C0C0C0"/>
                  </a:outerShdw>
                </a:effectLst>
                <a:latin typeface="Calibri" pitchFamily="34" charset="0"/>
              </a:rPr>
              <a:t>0.7</a:t>
            </a:r>
            <a:endParaRPr lang="en-US" altLang="ja-JP" sz="2000" dirty="0">
              <a:solidFill>
                <a:schemeClr val="tx1">
                  <a:lumMod val="50000"/>
                </a:schemeClr>
              </a:solidFill>
              <a:effectLst>
                <a:outerShdw blurRad="38100" dist="38100" dir="2700000" algn="tl">
                  <a:srgbClr val="C0C0C0"/>
                </a:outerShdw>
              </a:effectLst>
              <a:latin typeface="Calibri" pitchFamily="34" charset="0"/>
            </a:endParaRPr>
          </a:p>
          <a:p>
            <a:pPr eaLnBrk="1" hangingPunct="1"/>
            <a:endParaRPr lang="en-US" altLang="ja-JP" sz="2000" dirty="0">
              <a:solidFill>
                <a:schemeClr val="tx1">
                  <a:lumMod val="50000"/>
                </a:schemeClr>
              </a:solidFill>
              <a:effectLst>
                <a:outerShdw blurRad="38100" dist="38100" dir="2700000" algn="tl">
                  <a:srgbClr val="C0C0C0"/>
                </a:outerShdw>
              </a:effectLst>
              <a:latin typeface="Calibri" pitchFamily="34" charset="0"/>
            </a:endParaRPr>
          </a:p>
          <a:p>
            <a:pPr eaLnBrk="1" hangingPunct="1"/>
            <a:r>
              <a:rPr lang="en-US" altLang="ja-JP" sz="2000" dirty="0">
                <a:solidFill>
                  <a:schemeClr val="tx1">
                    <a:lumMod val="50000"/>
                  </a:schemeClr>
                </a:solidFill>
                <a:effectLst>
                  <a:outerShdw blurRad="38100" dist="38100" dir="2700000" algn="tl">
                    <a:srgbClr val="C0C0C0"/>
                  </a:outerShdw>
                </a:effectLst>
                <a:latin typeface="Calibri" pitchFamily="34" charset="0"/>
              </a:rPr>
              <a:t>   MCI = min{MCI1</a:t>
            </a:r>
            <a:r>
              <a:rPr lang="ja-JP" altLang="en-US" sz="2000" dirty="0">
                <a:solidFill>
                  <a:schemeClr val="tx1">
                    <a:lumMod val="50000"/>
                  </a:schemeClr>
                </a:solidFill>
                <a:effectLst>
                  <a:outerShdw blurRad="38100" dist="38100" dir="2700000" algn="tl">
                    <a:srgbClr val="C0C0C0"/>
                  </a:outerShdw>
                </a:effectLst>
                <a:latin typeface="Calibri" pitchFamily="34" charset="0"/>
              </a:rPr>
              <a:t>～</a:t>
            </a:r>
            <a:r>
              <a:rPr lang="en-US" altLang="ja-JP" sz="2000" dirty="0">
                <a:solidFill>
                  <a:schemeClr val="tx1">
                    <a:lumMod val="50000"/>
                  </a:schemeClr>
                </a:solidFill>
                <a:effectLst>
                  <a:outerShdw blurRad="38100" dist="38100" dir="2700000" algn="tl">
                    <a:srgbClr val="C0C0C0"/>
                  </a:outerShdw>
                </a:effectLst>
                <a:latin typeface="Calibri" pitchFamily="34" charset="0"/>
              </a:rPr>
              <a:t>MCI4}</a:t>
            </a:r>
          </a:p>
          <a:p>
            <a:pPr eaLnBrk="1" hangingPunct="1"/>
            <a:r>
              <a:rPr lang="ja-JP" altLang="en-US" sz="2000" dirty="0">
                <a:solidFill>
                  <a:schemeClr val="tx1">
                    <a:lumMod val="50000"/>
                  </a:schemeClr>
                </a:solidFill>
                <a:effectLst>
                  <a:outerShdw blurRad="38100" dist="38100" dir="2700000" algn="tl">
                    <a:srgbClr val="C0C0C0"/>
                  </a:outerShdw>
                </a:effectLst>
                <a:latin typeface="Calibri" pitchFamily="34" charset="0"/>
              </a:rPr>
              <a:t>　   </a:t>
            </a:r>
            <a:r>
              <a:rPr lang="en-US" altLang="ja-JP" sz="2000" dirty="0">
                <a:solidFill>
                  <a:schemeClr val="tx1">
                    <a:lumMod val="50000"/>
                  </a:schemeClr>
                </a:solidFill>
                <a:effectLst>
                  <a:outerShdw blurRad="38100" dist="38100" dir="2700000" algn="tl">
                    <a:srgbClr val="C0C0C0"/>
                  </a:outerShdw>
                </a:effectLst>
                <a:latin typeface="Calibri" pitchFamily="34" charset="0"/>
              </a:rPr>
              <a:t>C	</a:t>
            </a:r>
            <a:r>
              <a:rPr lang="ja-JP" altLang="en-US" sz="2000" dirty="0">
                <a:solidFill>
                  <a:schemeClr val="tx1">
                    <a:lumMod val="50000"/>
                  </a:schemeClr>
                </a:solidFill>
                <a:effectLst>
                  <a:outerShdw blurRad="38100" dist="38100" dir="2700000" algn="tl">
                    <a:srgbClr val="C0C0C0"/>
                  </a:outerShdw>
                </a:effectLst>
                <a:latin typeface="Calibri" pitchFamily="34" charset="0"/>
              </a:rPr>
              <a:t>：  </a:t>
            </a:r>
            <a:r>
              <a:rPr lang="en-US" altLang="ja-JP" sz="2000" dirty="0" err="1">
                <a:solidFill>
                  <a:schemeClr val="tx1">
                    <a:lumMod val="50000"/>
                  </a:schemeClr>
                </a:solidFill>
                <a:effectLst>
                  <a:outerShdw blurRad="38100" dist="38100" dir="2700000" algn="tl">
                    <a:srgbClr val="C0C0C0"/>
                  </a:outerShdw>
                </a:effectLst>
                <a:latin typeface="Calibri" pitchFamily="34" charset="0"/>
              </a:rPr>
              <a:t>Phần</a:t>
            </a:r>
            <a:r>
              <a:rPr lang="en-US" altLang="ja-JP" sz="2000" dirty="0">
                <a:solidFill>
                  <a:schemeClr val="tx1">
                    <a:lumMod val="50000"/>
                  </a:schemeClr>
                </a:solidFill>
                <a:effectLst>
                  <a:outerShdw blurRad="38100" dist="38100" dir="2700000" algn="tl">
                    <a:srgbClr val="C0C0C0"/>
                  </a:outerShdw>
                </a:effectLst>
                <a:latin typeface="Calibri" pitchFamily="34" charset="0"/>
              </a:rPr>
              <a:t> </a:t>
            </a:r>
            <a:r>
              <a:rPr lang="en-US" altLang="ja-JP" sz="2000" dirty="0" err="1">
                <a:solidFill>
                  <a:schemeClr val="tx1">
                    <a:lumMod val="50000"/>
                  </a:schemeClr>
                </a:solidFill>
                <a:effectLst>
                  <a:outerShdw blurRad="38100" dist="38100" dir="2700000" algn="tl">
                    <a:srgbClr val="C0C0C0"/>
                  </a:outerShdw>
                </a:effectLst>
                <a:latin typeface="Calibri" pitchFamily="34" charset="0"/>
              </a:rPr>
              <a:t>trăm</a:t>
            </a:r>
            <a:r>
              <a:rPr lang="en-US" altLang="ja-JP" sz="2000" dirty="0">
                <a:solidFill>
                  <a:schemeClr val="tx1">
                    <a:lumMod val="50000"/>
                  </a:schemeClr>
                </a:solidFill>
                <a:effectLst>
                  <a:outerShdw blurRad="38100" dist="38100" dir="2700000" algn="tl">
                    <a:srgbClr val="C0C0C0"/>
                  </a:outerShdw>
                </a:effectLst>
                <a:latin typeface="Calibri" pitchFamily="34" charset="0"/>
              </a:rPr>
              <a:t> </a:t>
            </a:r>
            <a:r>
              <a:rPr lang="en-US" altLang="ja-JP" sz="2000" dirty="0" err="1">
                <a:solidFill>
                  <a:schemeClr val="tx1">
                    <a:lumMod val="50000"/>
                  </a:schemeClr>
                </a:solidFill>
                <a:effectLst>
                  <a:outerShdw blurRad="38100" dist="38100" dir="2700000" algn="tl">
                    <a:srgbClr val="C0C0C0"/>
                  </a:outerShdw>
                </a:effectLst>
                <a:latin typeface="Calibri" pitchFamily="34" charset="0"/>
              </a:rPr>
              <a:t>nứt</a:t>
            </a:r>
            <a:r>
              <a:rPr lang="en-US" altLang="ja-JP" sz="2000" dirty="0">
                <a:solidFill>
                  <a:schemeClr val="tx1">
                    <a:lumMod val="50000"/>
                  </a:schemeClr>
                </a:solidFill>
                <a:effectLst>
                  <a:outerShdw blurRad="38100" dist="38100" dir="2700000" algn="tl">
                    <a:srgbClr val="C0C0C0"/>
                  </a:outerShdw>
                </a:effectLst>
                <a:latin typeface="Calibri" pitchFamily="34" charset="0"/>
              </a:rPr>
              <a:t> </a:t>
            </a:r>
            <a:r>
              <a:rPr lang="en-US" altLang="ja-JP" sz="2000" dirty="0" err="1">
                <a:solidFill>
                  <a:schemeClr val="tx1">
                    <a:lumMod val="50000"/>
                  </a:schemeClr>
                </a:solidFill>
                <a:effectLst>
                  <a:outerShdw blurRad="38100" dist="38100" dir="2700000" algn="tl">
                    <a:srgbClr val="C0C0C0"/>
                  </a:outerShdw>
                </a:effectLst>
                <a:latin typeface="Calibri" pitchFamily="34" charset="0"/>
              </a:rPr>
              <a:t>của</a:t>
            </a:r>
            <a:r>
              <a:rPr lang="en-US" altLang="ja-JP" sz="2000" dirty="0">
                <a:solidFill>
                  <a:schemeClr val="tx1">
                    <a:lumMod val="50000"/>
                  </a:schemeClr>
                </a:solidFill>
                <a:effectLst>
                  <a:outerShdw blurRad="38100" dist="38100" dir="2700000" algn="tl">
                    <a:srgbClr val="C0C0C0"/>
                  </a:outerShdw>
                </a:effectLst>
                <a:latin typeface="Calibri" pitchFamily="34" charset="0"/>
              </a:rPr>
              <a:t> </a:t>
            </a:r>
            <a:r>
              <a:rPr lang="en-US" altLang="ja-JP" sz="2000" dirty="0" err="1">
                <a:solidFill>
                  <a:schemeClr val="tx1">
                    <a:lumMod val="50000"/>
                  </a:schemeClr>
                </a:solidFill>
                <a:effectLst>
                  <a:outerShdw blurRad="38100" dist="38100" dir="2700000" algn="tl">
                    <a:srgbClr val="C0C0C0"/>
                  </a:outerShdw>
                </a:effectLst>
                <a:latin typeface="Calibri" pitchFamily="34" charset="0"/>
              </a:rPr>
              <a:t>mặt</a:t>
            </a:r>
            <a:r>
              <a:rPr lang="en-US" altLang="ja-JP" sz="2000" dirty="0">
                <a:solidFill>
                  <a:schemeClr val="tx1">
                    <a:lumMod val="50000"/>
                  </a:schemeClr>
                </a:solidFill>
                <a:effectLst>
                  <a:outerShdw blurRad="38100" dist="38100" dir="2700000" algn="tl">
                    <a:srgbClr val="C0C0C0"/>
                  </a:outerShdw>
                </a:effectLst>
                <a:latin typeface="Calibri" pitchFamily="34" charset="0"/>
              </a:rPr>
              <a:t> </a:t>
            </a:r>
            <a:r>
              <a:rPr lang="en-US" altLang="ja-JP" sz="2000" dirty="0" err="1">
                <a:solidFill>
                  <a:schemeClr val="tx1">
                    <a:lumMod val="50000"/>
                  </a:schemeClr>
                </a:solidFill>
                <a:effectLst>
                  <a:outerShdw blurRad="38100" dist="38100" dir="2700000" algn="tl">
                    <a:srgbClr val="C0C0C0"/>
                  </a:outerShdw>
                </a:effectLst>
                <a:latin typeface="Calibri" pitchFamily="34" charset="0"/>
              </a:rPr>
              <a:t>đường</a:t>
            </a:r>
            <a:r>
              <a:rPr lang="en-US" altLang="ja-JP" sz="2000" dirty="0">
                <a:solidFill>
                  <a:schemeClr val="tx1">
                    <a:lumMod val="50000"/>
                  </a:schemeClr>
                </a:solidFill>
                <a:effectLst>
                  <a:outerShdw blurRad="38100" dist="38100" dir="2700000" algn="tl">
                    <a:srgbClr val="C0C0C0"/>
                  </a:outerShdw>
                </a:effectLst>
                <a:latin typeface="Calibri" pitchFamily="34" charset="0"/>
              </a:rPr>
              <a:t> (%)</a:t>
            </a:r>
          </a:p>
          <a:p>
            <a:pPr eaLnBrk="1" hangingPunct="1"/>
            <a:r>
              <a:rPr lang="ja-JP" altLang="en-US" sz="2000" dirty="0">
                <a:solidFill>
                  <a:schemeClr val="tx1">
                    <a:lumMod val="50000"/>
                  </a:schemeClr>
                </a:solidFill>
                <a:effectLst>
                  <a:outerShdw blurRad="38100" dist="38100" dir="2700000" algn="tl">
                    <a:srgbClr val="C0C0C0"/>
                  </a:outerShdw>
                </a:effectLst>
                <a:latin typeface="Calibri" pitchFamily="34" charset="0"/>
              </a:rPr>
              <a:t>　   </a:t>
            </a:r>
            <a:r>
              <a:rPr lang="en-US" altLang="ja-JP" sz="2000" dirty="0">
                <a:solidFill>
                  <a:schemeClr val="tx1">
                    <a:lumMod val="50000"/>
                  </a:schemeClr>
                </a:solidFill>
                <a:effectLst>
                  <a:outerShdw blurRad="38100" dist="38100" dir="2700000" algn="tl">
                    <a:srgbClr val="C0C0C0"/>
                  </a:outerShdw>
                </a:effectLst>
                <a:latin typeface="Calibri" pitchFamily="34" charset="0"/>
              </a:rPr>
              <a:t>D	</a:t>
            </a:r>
            <a:r>
              <a:rPr lang="ja-JP" altLang="en-US" sz="2000" dirty="0">
                <a:solidFill>
                  <a:schemeClr val="tx1">
                    <a:lumMod val="50000"/>
                  </a:schemeClr>
                </a:solidFill>
                <a:effectLst>
                  <a:outerShdw blurRad="38100" dist="38100" dir="2700000" algn="tl">
                    <a:srgbClr val="C0C0C0"/>
                  </a:outerShdw>
                </a:effectLst>
                <a:latin typeface="Calibri" pitchFamily="34" charset="0"/>
              </a:rPr>
              <a:t>：  </a:t>
            </a:r>
            <a:r>
              <a:rPr lang="en-US" altLang="ja-JP" sz="2000" dirty="0" err="1">
                <a:solidFill>
                  <a:schemeClr val="tx1">
                    <a:lumMod val="50000"/>
                  </a:schemeClr>
                </a:solidFill>
                <a:effectLst>
                  <a:outerShdw blurRad="38100" dist="38100" dir="2700000" algn="tl">
                    <a:srgbClr val="C0C0C0"/>
                  </a:outerShdw>
                </a:effectLst>
                <a:latin typeface="Calibri" pitchFamily="34" charset="0"/>
              </a:rPr>
              <a:t>Chiều</a:t>
            </a:r>
            <a:r>
              <a:rPr lang="en-US" altLang="ja-JP" sz="2000" dirty="0">
                <a:solidFill>
                  <a:schemeClr val="tx1">
                    <a:lumMod val="50000"/>
                  </a:schemeClr>
                </a:solidFill>
                <a:effectLst>
                  <a:outerShdw blurRad="38100" dist="38100" dir="2700000" algn="tl">
                    <a:srgbClr val="C0C0C0"/>
                  </a:outerShdw>
                </a:effectLst>
                <a:latin typeface="Calibri" pitchFamily="34" charset="0"/>
              </a:rPr>
              <a:t> </a:t>
            </a:r>
            <a:r>
              <a:rPr lang="en-US" altLang="ja-JP" sz="2000" dirty="0" err="1">
                <a:solidFill>
                  <a:schemeClr val="tx1">
                    <a:lumMod val="50000"/>
                  </a:schemeClr>
                </a:solidFill>
                <a:effectLst>
                  <a:outerShdw blurRad="38100" dist="38100" dir="2700000" algn="tl">
                    <a:srgbClr val="C0C0C0"/>
                  </a:outerShdw>
                </a:effectLst>
                <a:latin typeface="Calibri" pitchFamily="34" charset="0"/>
              </a:rPr>
              <a:t>sâu</a:t>
            </a:r>
            <a:r>
              <a:rPr lang="en-US" altLang="ja-JP" sz="2000" dirty="0">
                <a:solidFill>
                  <a:schemeClr val="tx1">
                    <a:lumMod val="50000"/>
                  </a:schemeClr>
                </a:solidFill>
                <a:effectLst>
                  <a:outerShdw blurRad="38100" dist="38100" dir="2700000" algn="tl">
                    <a:srgbClr val="C0C0C0"/>
                  </a:outerShdw>
                </a:effectLst>
                <a:latin typeface="Calibri" pitchFamily="34" charset="0"/>
              </a:rPr>
              <a:t> </a:t>
            </a:r>
            <a:r>
              <a:rPr lang="en-US" altLang="ja-JP" sz="2000" dirty="0" err="1">
                <a:solidFill>
                  <a:schemeClr val="tx1">
                    <a:lumMod val="50000"/>
                  </a:schemeClr>
                </a:solidFill>
                <a:effectLst>
                  <a:outerShdw blurRad="38100" dist="38100" dir="2700000" algn="tl">
                    <a:srgbClr val="C0C0C0"/>
                  </a:outerShdw>
                </a:effectLst>
                <a:latin typeface="Calibri" pitchFamily="34" charset="0"/>
              </a:rPr>
              <a:t>vệt</a:t>
            </a:r>
            <a:r>
              <a:rPr lang="en-US" altLang="ja-JP" sz="2000" dirty="0">
                <a:solidFill>
                  <a:schemeClr val="tx1">
                    <a:lumMod val="50000"/>
                  </a:schemeClr>
                </a:solidFill>
                <a:effectLst>
                  <a:outerShdw blurRad="38100" dist="38100" dir="2700000" algn="tl">
                    <a:srgbClr val="C0C0C0"/>
                  </a:outerShdw>
                </a:effectLst>
                <a:latin typeface="Calibri" pitchFamily="34" charset="0"/>
              </a:rPr>
              <a:t> </a:t>
            </a:r>
            <a:r>
              <a:rPr lang="en-US" altLang="ja-JP" sz="2000" dirty="0" err="1">
                <a:solidFill>
                  <a:schemeClr val="tx1">
                    <a:lumMod val="50000"/>
                  </a:schemeClr>
                </a:solidFill>
                <a:effectLst>
                  <a:outerShdw blurRad="38100" dist="38100" dir="2700000" algn="tl">
                    <a:srgbClr val="C0C0C0"/>
                  </a:outerShdw>
                </a:effectLst>
                <a:latin typeface="Calibri" pitchFamily="34" charset="0"/>
              </a:rPr>
              <a:t>lún</a:t>
            </a:r>
            <a:r>
              <a:rPr lang="en-US" altLang="ja-JP" sz="2000" dirty="0">
                <a:solidFill>
                  <a:schemeClr val="tx1">
                    <a:lumMod val="50000"/>
                  </a:schemeClr>
                </a:solidFill>
                <a:effectLst>
                  <a:outerShdw blurRad="38100" dist="38100" dir="2700000" algn="tl">
                    <a:srgbClr val="C0C0C0"/>
                  </a:outerShdw>
                </a:effectLst>
                <a:latin typeface="Calibri" pitchFamily="34" charset="0"/>
              </a:rPr>
              <a:t> (mm)</a:t>
            </a:r>
          </a:p>
          <a:p>
            <a:pPr eaLnBrk="1" hangingPunct="1"/>
            <a:r>
              <a:rPr lang="ja-JP" altLang="en-US" sz="2000" dirty="0">
                <a:solidFill>
                  <a:schemeClr val="tx1">
                    <a:lumMod val="50000"/>
                  </a:schemeClr>
                </a:solidFill>
                <a:effectLst>
                  <a:outerShdw blurRad="38100" dist="38100" dir="2700000" algn="tl">
                    <a:srgbClr val="C0C0C0"/>
                  </a:outerShdw>
                </a:effectLst>
                <a:latin typeface="Calibri" pitchFamily="34" charset="0"/>
              </a:rPr>
              <a:t>　   </a:t>
            </a:r>
            <a:r>
              <a:rPr lang="en-US" altLang="ja-JP" sz="2000" dirty="0">
                <a:solidFill>
                  <a:schemeClr val="tx1">
                    <a:lumMod val="50000"/>
                  </a:schemeClr>
                </a:solidFill>
                <a:effectLst>
                  <a:outerShdw blurRad="38100" dist="38100" dir="2700000" algn="tl">
                    <a:srgbClr val="C0C0C0"/>
                  </a:outerShdw>
                </a:effectLst>
                <a:latin typeface="Calibri" pitchFamily="34" charset="0"/>
              </a:rPr>
              <a:t>σ	</a:t>
            </a:r>
            <a:r>
              <a:rPr lang="ja-JP" altLang="en-US" sz="2000" dirty="0">
                <a:solidFill>
                  <a:schemeClr val="tx1">
                    <a:lumMod val="50000"/>
                  </a:schemeClr>
                </a:solidFill>
                <a:effectLst>
                  <a:outerShdw blurRad="38100" dist="38100" dir="2700000" algn="tl">
                    <a:srgbClr val="C0C0C0"/>
                  </a:outerShdw>
                </a:effectLst>
                <a:latin typeface="Calibri" pitchFamily="34" charset="0"/>
              </a:rPr>
              <a:t>：  </a:t>
            </a:r>
            <a:r>
              <a:rPr lang="en-US" altLang="ja-JP" sz="2000" dirty="0" err="1">
                <a:solidFill>
                  <a:schemeClr val="tx1">
                    <a:lumMod val="50000"/>
                  </a:schemeClr>
                </a:solidFill>
                <a:effectLst>
                  <a:outerShdw blurRad="38100" dist="38100" dir="2700000" algn="tl">
                    <a:srgbClr val="C0C0C0"/>
                  </a:outerShdw>
                </a:effectLst>
                <a:latin typeface="Calibri" pitchFamily="34" charset="0"/>
              </a:rPr>
              <a:t>Chỉ</a:t>
            </a:r>
            <a:r>
              <a:rPr lang="en-US" altLang="ja-JP" sz="2000" dirty="0">
                <a:solidFill>
                  <a:schemeClr val="tx1">
                    <a:lumMod val="50000"/>
                  </a:schemeClr>
                </a:solidFill>
                <a:effectLst>
                  <a:outerShdw blurRad="38100" dist="38100" dir="2700000" algn="tl">
                    <a:srgbClr val="C0C0C0"/>
                  </a:outerShdw>
                </a:effectLst>
                <a:latin typeface="Calibri" pitchFamily="34" charset="0"/>
              </a:rPr>
              <a:t> </a:t>
            </a:r>
            <a:r>
              <a:rPr lang="en-US" altLang="ja-JP" sz="2000" dirty="0" err="1">
                <a:solidFill>
                  <a:schemeClr val="tx1">
                    <a:lumMod val="50000"/>
                  </a:schemeClr>
                </a:solidFill>
                <a:effectLst>
                  <a:outerShdw blurRad="38100" dist="38100" dir="2700000" algn="tl">
                    <a:srgbClr val="C0C0C0"/>
                  </a:outerShdw>
                </a:effectLst>
                <a:latin typeface="Calibri" pitchFamily="34" charset="0"/>
              </a:rPr>
              <a:t>số</a:t>
            </a:r>
            <a:r>
              <a:rPr lang="en-US" altLang="ja-JP" sz="2000" dirty="0">
                <a:solidFill>
                  <a:schemeClr val="tx1">
                    <a:lumMod val="50000"/>
                  </a:schemeClr>
                </a:solidFill>
                <a:effectLst>
                  <a:outerShdw blurRad="38100" dist="38100" dir="2700000" algn="tl">
                    <a:srgbClr val="C0C0C0"/>
                  </a:outerShdw>
                </a:effectLst>
                <a:latin typeface="Calibri" pitchFamily="34" charset="0"/>
              </a:rPr>
              <a:t> </a:t>
            </a:r>
            <a:r>
              <a:rPr lang="en-US" altLang="ja-JP" sz="2000" dirty="0" err="1">
                <a:solidFill>
                  <a:schemeClr val="tx1">
                    <a:lumMod val="50000"/>
                  </a:schemeClr>
                </a:solidFill>
                <a:effectLst>
                  <a:outerShdw blurRad="38100" dist="38100" dir="2700000" algn="tl">
                    <a:srgbClr val="C0C0C0"/>
                  </a:outerShdw>
                </a:effectLst>
                <a:latin typeface="Calibri" pitchFamily="34" charset="0"/>
              </a:rPr>
              <a:t>trắc</a:t>
            </a:r>
            <a:r>
              <a:rPr lang="en-US" altLang="ja-JP" sz="2000" dirty="0">
                <a:solidFill>
                  <a:schemeClr val="tx1">
                    <a:lumMod val="50000"/>
                  </a:schemeClr>
                </a:solidFill>
                <a:effectLst>
                  <a:outerShdw blurRad="38100" dist="38100" dir="2700000" algn="tl">
                    <a:srgbClr val="C0C0C0"/>
                  </a:outerShdw>
                </a:effectLst>
                <a:latin typeface="Calibri" pitchFamily="34" charset="0"/>
              </a:rPr>
              <a:t> </a:t>
            </a:r>
            <a:r>
              <a:rPr lang="en-US" altLang="ja-JP" sz="2000" dirty="0" err="1">
                <a:solidFill>
                  <a:schemeClr val="tx1">
                    <a:lumMod val="50000"/>
                  </a:schemeClr>
                </a:solidFill>
                <a:effectLst>
                  <a:outerShdw blurRad="38100" dist="38100" dir="2700000" algn="tl">
                    <a:srgbClr val="C0C0C0"/>
                  </a:outerShdw>
                </a:effectLst>
                <a:latin typeface="Calibri" pitchFamily="34" charset="0"/>
              </a:rPr>
              <a:t>dọc</a:t>
            </a:r>
            <a:r>
              <a:rPr lang="en-US" altLang="ja-JP" sz="2000" dirty="0">
                <a:solidFill>
                  <a:schemeClr val="tx1">
                    <a:lumMod val="50000"/>
                  </a:schemeClr>
                </a:solidFill>
                <a:effectLst>
                  <a:outerShdw blurRad="38100" dist="38100" dir="2700000" algn="tl">
                    <a:srgbClr val="C0C0C0"/>
                  </a:outerShdw>
                </a:effectLst>
                <a:latin typeface="Calibri" pitchFamily="34" charset="0"/>
              </a:rPr>
              <a:t> (</a:t>
            </a:r>
            <a:r>
              <a:rPr lang="en-US" altLang="ja-JP" sz="2000" dirty="0" err="1">
                <a:solidFill>
                  <a:schemeClr val="tx1">
                    <a:lumMod val="50000"/>
                  </a:schemeClr>
                </a:solidFill>
                <a:effectLst>
                  <a:outerShdw blurRad="38100" dist="38100" dir="2700000" algn="tl">
                    <a:srgbClr val="C0C0C0"/>
                  </a:outerShdw>
                </a:effectLst>
                <a:latin typeface="Calibri" pitchFamily="34" charset="0"/>
              </a:rPr>
              <a:t>độ</a:t>
            </a:r>
            <a:r>
              <a:rPr lang="en-US" altLang="ja-JP" sz="2000" dirty="0">
                <a:solidFill>
                  <a:schemeClr val="tx1">
                    <a:lumMod val="50000"/>
                  </a:schemeClr>
                </a:solidFill>
                <a:effectLst>
                  <a:outerShdw blurRad="38100" dist="38100" dir="2700000" algn="tl">
                    <a:srgbClr val="C0C0C0"/>
                  </a:outerShdw>
                </a:effectLst>
                <a:latin typeface="Calibri" pitchFamily="34" charset="0"/>
              </a:rPr>
              <a:t> </a:t>
            </a:r>
            <a:r>
              <a:rPr lang="en-US" altLang="ja-JP" sz="2000" dirty="0" err="1">
                <a:solidFill>
                  <a:schemeClr val="tx1">
                    <a:lumMod val="50000"/>
                  </a:schemeClr>
                </a:solidFill>
                <a:effectLst>
                  <a:outerShdw blurRad="38100" dist="38100" dir="2700000" algn="tl">
                    <a:srgbClr val="C0C0C0"/>
                  </a:outerShdw>
                </a:effectLst>
                <a:latin typeface="Calibri" pitchFamily="34" charset="0"/>
              </a:rPr>
              <a:t>gồ</a:t>
            </a:r>
            <a:r>
              <a:rPr lang="en-US" altLang="ja-JP" sz="2000" dirty="0">
                <a:solidFill>
                  <a:schemeClr val="tx1">
                    <a:lumMod val="50000"/>
                  </a:schemeClr>
                </a:solidFill>
                <a:effectLst>
                  <a:outerShdw blurRad="38100" dist="38100" dir="2700000" algn="tl">
                    <a:srgbClr val="C0C0C0"/>
                  </a:outerShdw>
                </a:effectLst>
                <a:latin typeface="Calibri" pitchFamily="34" charset="0"/>
              </a:rPr>
              <a:t> </a:t>
            </a:r>
            <a:r>
              <a:rPr lang="en-US" altLang="ja-JP" sz="2000" dirty="0" err="1">
                <a:solidFill>
                  <a:schemeClr val="tx1">
                    <a:lumMod val="50000"/>
                  </a:schemeClr>
                </a:solidFill>
                <a:effectLst>
                  <a:outerShdw blurRad="38100" dist="38100" dir="2700000" algn="tl">
                    <a:srgbClr val="C0C0C0"/>
                  </a:outerShdw>
                </a:effectLst>
                <a:latin typeface="Calibri" pitchFamily="34" charset="0"/>
              </a:rPr>
              <a:t>ghề</a:t>
            </a:r>
            <a:r>
              <a:rPr lang="en-US" altLang="ja-JP" sz="2000" dirty="0">
                <a:solidFill>
                  <a:schemeClr val="tx1">
                    <a:lumMod val="50000"/>
                  </a:schemeClr>
                </a:solidFill>
                <a:effectLst>
                  <a:outerShdw blurRad="38100" dist="38100" dir="2700000" algn="tl">
                    <a:srgbClr val="C0C0C0"/>
                  </a:outerShdw>
                </a:effectLst>
                <a:latin typeface="Calibri" pitchFamily="34" charset="0"/>
              </a:rPr>
              <a:t>) (mm)</a:t>
            </a:r>
          </a:p>
        </p:txBody>
      </p:sp>
      <p:sp>
        <p:nvSpPr>
          <p:cNvPr id="6" name="Line 12"/>
          <p:cNvSpPr>
            <a:spLocks noChangeShapeType="1"/>
          </p:cNvSpPr>
          <p:nvPr/>
        </p:nvSpPr>
        <p:spPr bwMode="auto">
          <a:xfrm>
            <a:off x="942974" y="5330031"/>
            <a:ext cx="7488237" cy="0"/>
          </a:xfrm>
          <a:prstGeom prst="line">
            <a:avLst/>
          </a:prstGeom>
          <a:noFill/>
          <a:ln w="28575">
            <a:solidFill>
              <a:srgbClr val="008000"/>
            </a:solidFill>
            <a:round/>
            <a:headEnd type="stealth" w="lg" len="lg"/>
            <a:tailEnd type="stealth" w="lg" len="lg"/>
          </a:ln>
          <a:extLst>
            <a:ext uri="{909E8E84-426E-40DD-AFC4-6F175D3DCCD1}">
              <a14:hiddenFill xmlns:a14="http://schemas.microsoft.com/office/drawing/2010/main">
                <a:noFill/>
              </a14:hiddenFill>
            </a:ext>
          </a:extLst>
        </p:spPr>
        <p:txBody>
          <a:bodyPr/>
          <a:lstStyle>
            <a:defPPr>
              <a:defRPr lang="ja-JP"/>
            </a:defPPr>
            <a:lvl1pPr algn="l" rtl="0" fontAlgn="base">
              <a:spcBef>
                <a:spcPct val="0"/>
              </a:spcBef>
              <a:spcAft>
                <a:spcPct val="0"/>
              </a:spcAft>
              <a:defRPr kumimoji="1" kern="1200">
                <a:solidFill>
                  <a:schemeClr val="tx1"/>
                </a:solidFill>
                <a:latin typeface="Arial" charset="0"/>
                <a:ea typeface="ＭＳ Ｐゴシック" pitchFamily="50"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pitchFamily="50"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pitchFamily="50"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pitchFamily="50"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pitchFamily="50" charset="-128"/>
                <a:cs typeface="+mn-cs"/>
              </a:defRPr>
            </a:lvl5pPr>
            <a:lvl6pPr marL="2286000" algn="l" defTabSz="914400" rtl="0" eaLnBrk="1" latinLnBrk="0" hangingPunct="1">
              <a:defRPr kumimoji="1" kern="1200">
                <a:solidFill>
                  <a:schemeClr val="tx1"/>
                </a:solidFill>
                <a:latin typeface="Arial" charset="0"/>
                <a:ea typeface="ＭＳ Ｐゴシック" pitchFamily="50" charset="-128"/>
                <a:cs typeface="+mn-cs"/>
              </a:defRPr>
            </a:lvl6pPr>
            <a:lvl7pPr marL="2743200" algn="l" defTabSz="914400" rtl="0" eaLnBrk="1" latinLnBrk="0" hangingPunct="1">
              <a:defRPr kumimoji="1" kern="1200">
                <a:solidFill>
                  <a:schemeClr val="tx1"/>
                </a:solidFill>
                <a:latin typeface="Arial" charset="0"/>
                <a:ea typeface="ＭＳ Ｐゴシック" pitchFamily="50" charset="-128"/>
                <a:cs typeface="+mn-cs"/>
              </a:defRPr>
            </a:lvl7pPr>
            <a:lvl8pPr marL="3200400" algn="l" defTabSz="914400" rtl="0" eaLnBrk="1" latinLnBrk="0" hangingPunct="1">
              <a:defRPr kumimoji="1" kern="1200">
                <a:solidFill>
                  <a:schemeClr val="tx1"/>
                </a:solidFill>
                <a:latin typeface="Arial" charset="0"/>
                <a:ea typeface="ＭＳ Ｐゴシック" pitchFamily="50" charset="-128"/>
                <a:cs typeface="+mn-cs"/>
              </a:defRPr>
            </a:lvl8pPr>
            <a:lvl9pPr marL="3657600" algn="l" defTabSz="914400" rtl="0" eaLnBrk="1" latinLnBrk="0" hangingPunct="1">
              <a:defRPr kumimoji="1" kern="1200">
                <a:solidFill>
                  <a:schemeClr val="tx1"/>
                </a:solidFill>
                <a:latin typeface="Arial" charset="0"/>
                <a:ea typeface="ＭＳ Ｐゴシック" pitchFamily="50" charset="-128"/>
                <a:cs typeface="+mn-cs"/>
              </a:defRPr>
            </a:lvl9pPr>
          </a:lstStyle>
          <a:p>
            <a:endParaRPr lang="en-US"/>
          </a:p>
        </p:txBody>
      </p:sp>
      <p:sp>
        <p:nvSpPr>
          <p:cNvPr id="7" name="Text Box 13"/>
          <p:cNvSpPr txBox="1">
            <a:spLocks noChangeArrowheads="1"/>
          </p:cNvSpPr>
          <p:nvPr/>
        </p:nvSpPr>
        <p:spPr bwMode="auto">
          <a:xfrm>
            <a:off x="942974" y="5017294"/>
            <a:ext cx="9572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pitchFamily="50"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pitchFamily="50"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pitchFamily="50"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pitchFamily="50"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pitchFamily="50" charset="-128"/>
                <a:cs typeface="+mn-cs"/>
              </a:defRPr>
            </a:lvl5pPr>
            <a:lvl6pPr marL="2286000" algn="l" defTabSz="914400" rtl="0" eaLnBrk="1" latinLnBrk="0" hangingPunct="1">
              <a:defRPr kumimoji="1" kern="1200">
                <a:solidFill>
                  <a:schemeClr val="tx1"/>
                </a:solidFill>
                <a:latin typeface="Arial" charset="0"/>
                <a:ea typeface="ＭＳ Ｐゴシック" pitchFamily="50" charset="-128"/>
                <a:cs typeface="+mn-cs"/>
              </a:defRPr>
            </a:lvl6pPr>
            <a:lvl7pPr marL="2743200" algn="l" defTabSz="914400" rtl="0" eaLnBrk="1" latinLnBrk="0" hangingPunct="1">
              <a:defRPr kumimoji="1" kern="1200">
                <a:solidFill>
                  <a:schemeClr val="tx1"/>
                </a:solidFill>
                <a:latin typeface="Arial" charset="0"/>
                <a:ea typeface="ＭＳ Ｐゴシック" pitchFamily="50" charset="-128"/>
                <a:cs typeface="+mn-cs"/>
              </a:defRPr>
            </a:lvl7pPr>
            <a:lvl8pPr marL="3200400" algn="l" defTabSz="914400" rtl="0" eaLnBrk="1" latinLnBrk="0" hangingPunct="1">
              <a:defRPr kumimoji="1" kern="1200">
                <a:solidFill>
                  <a:schemeClr val="tx1"/>
                </a:solidFill>
                <a:latin typeface="Arial" charset="0"/>
                <a:ea typeface="ＭＳ Ｐゴシック" pitchFamily="50" charset="-128"/>
                <a:cs typeface="+mn-cs"/>
              </a:defRPr>
            </a:lvl8pPr>
            <a:lvl9pPr marL="3657600" algn="l" defTabSz="914400" rtl="0" eaLnBrk="1" latinLnBrk="0" hangingPunct="1">
              <a:defRPr kumimoji="1" kern="1200">
                <a:solidFill>
                  <a:schemeClr val="tx1"/>
                </a:solidFill>
                <a:latin typeface="Arial" charset="0"/>
                <a:ea typeface="ＭＳ Ｐゴシック" pitchFamily="50" charset="-128"/>
                <a:cs typeface="+mn-cs"/>
              </a:defRPr>
            </a:lvl9pPr>
          </a:lstStyle>
          <a:p>
            <a:pPr eaLnBrk="1" hangingPunct="1"/>
            <a:r>
              <a:rPr lang="en-US" altLang="ja-JP" sz="1400"/>
              <a:t>MCI=10.0</a:t>
            </a:r>
          </a:p>
        </p:txBody>
      </p:sp>
      <p:sp>
        <p:nvSpPr>
          <p:cNvPr id="8" name="Text Box 14"/>
          <p:cNvSpPr txBox="1">
            <a:spLocks noChangeArrowheads="1"/>
          </p:cNvSpPr>
          <p:nvPr/>
        </p:nvSpPr>
        <p:spPr bwMode="auto">
          <a:xfrm>
            <a:off x="7423149" y="5017294"/>
            <a:ext cx="8588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pitchFamily="50"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pitchFamily="50"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pitchFamily="50"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pitchFamily="50"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pitchFamily="50" charset="-128"/>
                <a:cs typeface="+mn-cs"/>
              </a:defRPr>
            </a:lvl5pPr>
            <a:lvl6pPr marL="2286000" algn="l" defTabSz="914400" rtl="0" eaLnBrk="1" latinLnBrk="0" hangingPunct="1">
              <a:defRPr kumimoji="1" kern="1200">
                <a:solidFill>
                  <a:schemeClr val="tx1"/>
                </a:solidFill>
                <a:latin typeface="Arial" charset="0"/>
                <a:ea typeface="ＭＳ Ｐゴシック" pitchFamily="50" charset="-128"/>
                <a:cs typeface="+mn-cs"/>
              </a:defRPr>
            </a:lvl6pPr>
            <a:lvl7pPr marL="2743200" algn="l" defTabSz="914400" rtl="0" eaLnBrk="1" latinLnBrk="0" hangingPunct="1">
              <a:defRPr kumimoji="1" kern="1200">
                <a:solidFill>
                  <a:schemeClr val="tx1"/>
                </a:solidFill>
                <a:latin typeface="Arial" charset="0"/>
                <a:ea typeface="ＭＳ Ｐゴシック" pitchFamily="50" charset="-128"/>
                <a:cs typeface="+mn-cs"/>
              </a:defRPr>
            </a:lvl7pPr>
            <a:lvl8pPr marL="3200400" algn="l" defTabSz="914400" rtl="0" eaLnBrk="1" latinLnBrk="0" hangingPunct="1">
              <a:defRPr kumimoji="1" kern="1200">
                <a:solidFill>
                  <a:schemeClr val="tx1"/>
                </a:solidFill>
                <a:latin typeface="Arial" charset="0"/>
                <a:ea typeface="ＭＳ Ｐゴシック" pitchFamily="50" charset="-128"/>
                <a:cs typeface="+mn-cs"/>
              </a:defRPr>
            </a:lvl8pPr>
            <a:lvl9pPr marL="3657600" algn="l" defTabSz="914400" rtl="0" eaLnBrk="1" latinLnBrk="0" hangingPunct="1">
              <a:defRPr kumimoji="1" kern="1200">
                <a:solidFill>
                  <a:schemeClr val="tx1"/>
                </a:solidFill>
                <a:latin typeface="Arial" charset="0"/>
                <a:ea typeface="ＭＳ Ｐゴシック" pitchFamily="50" charset="-128"/>
                <a:cs typeface="+mn-cs"/>
              </a:defRPr>
            </a:lvl9pPr>
          </a:lstStyle>
          <a:p>
            <a:pPr eaLnBrk="1" hangingPunct="1"/>
            <a:r>
              <a:rPr lang="en-US" altLang="ja-JP" sz="1400"/>
              <a:t>MCI=1.0</a:t>
            </a:r>
          </a:p>
        </p:txBody>
      </p:sp>
      <p:sp>
        <p:nvSpPr>
          <p:cNvPr id="10" name="Line 15"/>
          <p:cNvSpPr>
            <a:spLocks noChangeShapeType="1"/>
          </p:cNvSpPr>
          <p:nvPr/>
        </p:nvSpPr>
        <p:spPr bwMode="auto">
          <a:xfrm>
            <a:off x="2054224" y="5169694"/>
            <a:ext cx="5184775"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defPPr>
              <a:defRPr lang="ja-JP"/>
            </a:defPPr>
            <a:lvl1pPr algn="l" rtl="0" fontAlgn="base">
              <a:spcBef>
                <a:spcPct val="0"/>
              </a:spcBef>
              <a:spcAft>
                <a:spcPct val="0"/>
              </a:spcAft>
              <a:defRPr kumimoji="1" kern="1200">
                <a:solidFill>
                  <a:schemeClr val="tx1"/>
                </a:solidFill>
                <a:latin typeface="Arial" charset="0"/>
                <a:ea typeface="ＭＳ Ｐゴシック" pitchFamily="50"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pitchFamily="50"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pitchFamily="50"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pitchFamily="50"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pitchFamily="50" charset="-128"/>
                <a:cs typeface="+mn-cs"/>
              </a:defRPr>
            </a:lvl5pPr>
            <a:lvl6pPr marL="2286000" algn="l" defTabSz="914400" rtl="0" eaLnBrk="1" latinLnBrk="0" hangingPunct="1">
              <a:defRPr kumimoji="1" kern="1200">
                <a:solidFill>
                  <a:schemeClr val="tx1"/>
                </a:solidFill>
                <a:latin typeface="Arial" charset="0"/>
                <a:ea typeface="ＭＳ Ｐゴシック" pitchFamily="50" charset="-128"/>
                <a:cs typeface="+mn-cs"/>
              </a:defRPr>
            </a:lvl6pPr>
            <a:lvl7pPr marL="2743200" algn="l" defTabSz="914400" rtl="0" eaLnBrk="1" latinLnBrk="0" hangingPunct="1">
              <a:defRPr kumimoji="1" kern="1200">
                <a:solidFill>
                  <a:schemeClr val="tx1"/>
                </a:solidFill>
                <a:latin typeface="Arial" charset="0"/>
                <a:ea typeface="ＭＳ Ｐゴシック" pitchFamily="50" charset="-128"/>
                <a:cs typeface="+mn-cs"/>
              </a:defRPr>
            </a:lvl7pPr>
            <a:lvl8pPr marL="3200400" algn="l" defTabSz="914400" rtl="0" eaLnBrk="1" latinLnBrk="0" hangingPunct="1">
              <a:defRPr kumimoji="1" kern="1200">
                <a:solidFill>
                  <a:schemeClr val="tx1"/>
                </a:solidFill>
                <a:latin typeface="Arial" charset="0"/>
                <a:ea typeface="ＭＳ Ｐゴシック" pitchFamily="50" charset="-128"/>
                <a:cs typeface="+mn-cs"/>
              </a:defRPr>
            </a:lvl8pPr>
            <a:lvl9pPr marL="3657600" algn="l" defTabSz="914400" rtl="0" eaLnBrk="1" latinLnBrk="0" hangingPunct="1">
              <a:defRPr kumimoji="1" kern="1200">
                <a:solidFill>
                  <a:schemeClr val="tx1"/>
                </a:solidFill>
                <a:latin typeface="Arial" charset="0"/>
                <a:ea typeface="ＭＳ Ｐゴシック" pitchFamily="50" charset="-128"/>
                <a:cs typeface="+mn-cs"/>
              </a:defRPr>
            </a:lvl9pPr>
          </a:lstStyle>
          <a:p>
            <a:endParaRPr lang="en-US"/>
          </a:p>
        </p:txBody>
      </p:sp>
      <p:sp>
        <p:nvSpPr>
          <p:cNvPr id="11" name="Text Box 16"/>
          <p:cNvSpPr txBox="1">
            <a:spLocks noChangeArrowheads="1"/>
          </p:cNvSpPr>
          <p:nvPr/>
        </p:nvSpPr>
        <p:spPr bwMode="auto">
          <a:xfrm>
            <a:off x="1085849" y="5396706"/>
            <a:ext cx="54213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pitchFamily="50"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pitchFamily="50"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pitchFamily="50"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pitchFamily="50"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pitchFamily="50" charset="-128"/>
                <a:cs typeface="+mn-cs"/>
              </a:defRPr>
            </a:lvl5pPr>
            <a:lvl6pPr marL="2286000" algn="l" defTabSz="914400" rtl="0" eaLnBrk="1" latinLnBrk="0" hangingPunct="1">
              <a:defRPr kumimoji="1" kern="1200">
                <a:solidFill>
                  <a:schemeClr val="tx1"/>
                </a:solidFill>
                <a:latin typeface="Arial" charset="0"/>
                <a:ea typeface="ＭＳ Ｐゴシック" pitchFamily="50" charset="-128"/>
                <a:cs typeface="+mn-cs"/>
              </a:defRPr>
            </a:lvl6pPr>
            <a:lvl7pPr marL="2743200" algn="l" defTabSz="914400" rtl="0" eaLnBrk="1" latinLnBrk="0" hangingPunct="1">
              <a:defRPr kumimoji="1" kern="1200">
                <a:solidFill>
                  <a:schemeClr val="tx1"/>
                </a:solidFill>
                <a:latin typeface="Arial" charset="0"/>
                <a:ea typeface="ＭＳ Ｐゴシック" pitchFamily="50" charset="-128"/>
                <a:cs typeface="+mn-cs"/>
              </a:defRPr>
            </a:lvl7pPr>
            <a:lvl8pPr marL="3200400" algn="l" defTabSz="914400" rtl="0" eaLnBrk="1" latinLnBrk="0" hangingPunct="1">
              <a:defRPr kumimoji="1" kern="1200">
                <a:solidFill>
                  <a:schemeClr val="tx1"/>
                </a:solidFill>
                <a:latin typeface="Arial" charset="0"/>
                <a:ea typeface="ＭＳ Ｐゴシック" pitchFamily="50" charset="-128"/>
                <a:cs typeface="+mn-cs"/>
              </a:defRPr>
            </a:lvl8pPr>
            <a:lvl9pPr marL="3657600" algn="l" defTabSz="914400" rtl="0" eaLnBrk="1" latinLnBrk="0" hangingPunct="1">
              <a:defRPr kumimoji="1" kern="1200">
                <a:solidFill>
                  <a:schemeClr val="tx1"/>
                </a:solidFill>
                <a:latin typeface="Arial" charset="0"/>
                <a:ea typeface="ＭＳ Ｐゴシック" pitchFamily="50" charset="-128"/>
                <a:cs typeface="+mn-cs"/>
              </a:defRPr>
            </a:lvl9pPr>
          </a:lstStyle>
          <a:p>
            <a:pPr eaLnBrk="1" hangingPunct="1"/>
            <a:r>
              <a:rPr lang="en-US" altLang="ja-JP" sz="1400" b="1" dirty="0">
                <a:solidFill>
                  <a:srgbClr val="003399"/>
                </a:solidFill>
              </a:rPr>
              <a:t>TỐT</a:t>
            </a:r>
          </a:p>
        </p:txBody>
      </p:sp>
      <p:sp>
        <p:nvSpPr>
          <p:cNvPr id="12" name="Text Box 17"/>
          <p:cNvSpPr txBox="1">
            <a:spLocks noChangeArrowheads="1"/>
          </p:cNvSpPr>
          <p:nvPr/>
        </p:nvSpPr>
        <p:spPr bwMode="auto">
          <a:xfrm>
            <a:off x="7278686" y="5396706"/>
            <a:ext cx="58381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pitchFamily="50"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pitchFamily="50"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pitchFamily="50"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pitchFamily="50"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pitchFamily="50" charset="-128"/>
                <a:cs typeface="+mn-cs"/>
              </a:defRPr>
            </a:lvl5pPr>
            <a:lvl6pPr marL="2286000" algn="l" defTabSz="914400" rtl="0" eaLnBrk="1" latinLnBrk="0" hangingPunct="1">
              <a:defRPr kumimoji="1" kern="1200">
                <a:solidFill>
                  <a:schemeClr val="tx1"/>
                </a:solidFill>
                <a:latin typeface="Arial" charset="0"/>
                <a:ea typeface="ＭＳ Ｐゴシック" pitchFamily="50" charset="-128"/>
                <a:cs typeface="+mn-cs"/>
              </a:defRPr>
            </a:lvl6pPr>
            <a:lvl7pPr marL="2743200" algn="l" defTabSz="914400" rtl="0" eaLnBrk="1" latinLnBrk="0" hangingPunct="1">
              <a:defRPr kumimoji="1" kern="1200">
                <a:solidFill>
                  <a:schemeClr val="tx1"/>
                </a:solidFill>
                <a:latin typeface="Arial" charset="0"/>
                <a:ea typeface="ＭＳ Ｐゴシック" pitchFamily="50" charset="-128"/>
                <a:cs typeface="+mn-cs"/>
              </a:defRPr>
            </a:lvl7pPr>
            <a:lvl8pPr marL="3200400" algn="l" defTabSz="914400" rtl="0" eaLnBrk="1" latinLnBrk="0" hangingPunct="1">
              <a:defRPr kumimoji="1" kern="1200">
                <a:solidFill>
                  <a:schemeClr val="tx1"/>
                </a:solidFill>
                <a:latin typeface="Arial" charset="0"/>
                <a:ea typeface="ＭＳ Ｐゴシック" pitchFamily="50" charset="-128"/>
                <a:cs typeface="+mn-cs"/>
              </a:defRPr>
            </a:lvl8pPr>
            <a:lvl9pPr marL="3657600" algn="l" defTabSz="914400" rtl="0" eaLnBrk="1" latinLnBrk="0" hangingPunct="1">
              <a:defRPr kumimoji="1" kern="1200">
                <a:solidFill>
                  <a:schemeClr val="tx1"/>
                </a:solidFill>
                <a:latin typeface="Arial" charset="0"/>
                <a:ea typeface="ＭＳ Ｐゴシック" pitchFamily="50" charset="-128"/>
                <a:cs typeface="+mn-cs"/>
              </a:defRPr>
            </a:lvl9pPr>
          </a:lstStyle>
          <a:p>
            <a:pPr eaLnBrk="1" hangingPunct="1"/>
            <a:r>
              <a:rPr lang="en-US" altLang="ja-JP" sz="1400" b="1" dirty="0">
                <a:solidFill>
                  <a:srgbClr val="FF0000"/>
                </a:solidFill>
              </a:rPr>
              <a:t>KÉM</a:t>
            </a:r>
          </a:p>
        </p:txBody>
      </p:sp>
      <p:sp>
        <p:nvSpPr>
          <p:cNvPr id="13" name="Rectangle 12"/>
          <p:cNvSpPr/>
          <p:nvPr/>
        </p:nvSpPr>
        <p:spPr>
          <a:xfrm>
            <a:off x="228600" y="438666"/>
            <a:ext cx="7696200" cy="400110"/>
          </a:xfrm>
          <a:prstGeom prst="rect">
            <a:avLst/>
          </a:prstGeom>
        </p:spPr>
        <p:txBody>
          <a:bodyPr wrap="square">
            <a:spAutoFit/>
          </a:bodyPr>
          <a:lstStyle/>
          <a:p>
            <a:pPr>
              <a:spcBef>
                <a:spcPct val="50000"/>
              </a:spcBef>
            </a:pPr>
            <a:r>
              <a:rPr lang="en-US" sz="2000" b="1" dirty="0" err="1">
                <a:solidFill>
                  <a:srgbClr val="FF0000"/>
                </a:solidFill>
              </a:rPr>
              <a:t>Đặc</a:t>
            </a:r>
            <a:r>
              <a:rPr lang="en-US" sz="2000" b="1" dirty="0">
                <a:solidFill>
                  <a:srgbClr val="FF0000"/>
                </a:solidFill>
              </a:rPr>
              <a:t> </a:t>
            </a:r>
            <a:r>
              <a:rPr lang="en-US" sz="2000" b="1" dirty="0" err="1">
                <a:solidFill>
                  <a:srgbClr val="FF0000"/>
                </a:solidFill>
              </a:rPr>
              <a:t>trưng</a:t>
            </a:r>
            <a:r>
              <a:rPr lang="en-US" sz="2000" b="1" dirty="0">
                <a:solidFill>
                  <a:srgbClr val="FF0000"/>
                </a:solidFill>
              </a:rPr>
              <a:t> </a:t>
            </a:r>
            <a:r>
              <a:rPr lang="en-US" sz="2000" b="1" dirty="0" err="1">
                <a:solidFill>
                  <a:srgbClr val="FF0000"/>
                </a:solidFill>
              </a:rPr>
              <a:t>khai</a:t>
            </a:r>
            <a:r>
              <a:rPr lang="en-US" sz="2000" b="1" dirty="0">
                <a:solidFill>
                  <a:srgbClr val="FF0000"/>
                </a:solidFill>
              </a:rPr>
              <a:t> </a:t>
            </a:r>
            <a:r>
              <a:rPr lang="en-US" sz="2000" b="1" dirty="0" err="1">
                <a:solidFill>
                  <a:srgbClr val="FF0000"/>
                </a:solidFill>
              </a:rPr>
              <a:t>thác</a:t>
            </a:r>
            <a:r>
              <a:rPr lang="en-US" sz="2000" b="1" dirty="0">
                <a:solidFill>
                  <a:srgbClr val="FF0000"/>
                </a:solidFill>
              </a:rPr>
              <a:t> </a:t>
            </a:r>
            <a:r>
              <a:rPr lang="en-US" sz="2000" b="1" dirty="0" err="1">
                <a:solidFill>
                  <a:srgbClr val="FF0000"/>
                </a:solidFill>
              </a:rPr>
              <a:t>mặt</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 </a:t>
            </a:r>
            <a:r>
              <a:rPr lang="en-US" sz="2000" b="1" dirty="0" err="1">
                <a:solidFill>
                  <a:srgbClr val="FF0000"/>
                </a:solidFill>
              </a:rPr>
              <a:t>các</a:t>
            </a:r>
            <a:r>
              <a:rPr lang="en-US" sz="2000" b="1" dirty="0">
                <a:solidFill>
                  <a:srgbClr val="FF0000"/>
                </a:solidFill>
              </a:rPr>
              <a:t> </a:t>
            </a:r>
            <a:r>
              <a:rPr lang="en-US" sz="2000" b="1" dirty="0" err="1">
                <a:solidFill>
                  <a:srgbClr val="FF0000"/>
                </a:solidFill>
              </a:rPr>
              <a:t>chỉ</a:t>
            </a:r>
            <a:r>
              <a:rPr lang="en-US" sz="2000" b="1" dirty="0">
                <a:solidFill>
                  <a:srgbClr val="FF0000"/>
                </a:solidFill>
              </a:rPr>
              <a:t> </a:t>
            </a:r>
            <a:r>
              <a:rPr lang="en-US" sz="2000" b="1" dirty="0" err="1">
                <a:solidFill>
                  <a:srgbClr val="FF0000"/>
                </a:solidFill>
              </a:rPr>
              <a:t>tiêu</a:t>
            </a:r>
            <a:r>
              <a:rPr lang="en-US" sz="2000" b="1" dirty="0">
                <a:solidFill>
                  <a:srgbClr val="FF0000"/>
                </a:solidFill>
              </a:rPr>
              <a:t> </a:t>
            </a:r>
            <a:r>
              <a:rPr lang="en-US" sz="2000" b="1" dirty="0" err="1">
                <a:solidFill>
                  <a:srgbClr val="FF0000"/>
                </a:solidFill>
              </a:rPr>
              <a:t>tổng</a:t>
            </a:r>
            <a:r>
              <a:rPr lang="en-US" sz="2000" b="1" dirty="0">
                <a:solidFill>
                  <a:srgbClr val="FF0000"/>
                </a:solidFill>
              </a:rPr>
              <a:t> </a:t>
            </a:r>
            <a:r>
              <a:rPr lang="en-US" sz="2000" b="1" dirty="0" err="1">
                <a:solidFill>
                  <a:srgbClr val="FF0000"/>
                </a:solidFill>
              </a:rPr>
              <a:t>hợp</a:t>
            </a:r>
            <a:endParaRPr lang="en-US" sz="2000" b="1" dirty="0">
              <a:solidFill>
                <a:srgbClr val="FF0000"/>
              </a:solidFill>
            </a:endParaRPr>
          </a:p>
        </p:txBody>
      </p:sp>
    </p:spTree>
    <p:extLst>
      <p:ext uri="{BB962C8B-B14F-4D97-AF65-F5344CB8AC3E}">
        <p14:creationId xmlns:p14="http://schemas.microsoft.com/office/powerpoint/2010/main" val="37021418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Slide Number Placeholder 4"/>
          <p:cNvSpPr>
            <a:spLocks noGrp="1"/>
          </p:cNvSpPr>
          <p:nvPr>
            <p:ph type="sldNum" sz="quarter" idx="12"/>
          </p:nvPr>
        </p:nvSpPr>
        <p:spPr/>
        <p:txBody>
          <a:bodyPr/>
          <a:lstStyle/>
          <a:p>
            <a:fld id="{1FADEDBE-0980-4BC1-8472-196BC63C557D}" type="slidenum">
              <a:rPr lang="en-US" smtClean="0"/>
              <a:pPr/>
              <a:t>35</a:t>
            </a:fld>
            <a:endParaRPr lang="en-US" dirty="0"/>
          </a:p>
        </p:txBody>
      </p:sp>
      <p:sp>
        <p:nvSpPr>
          <p:cNvPr id="592913" name="Rectangle 17" descr="Pink tissue paper"/>
          <p:cNvSpPr>
            <a:spLocks noChangeArrowheads="1"/>
          </p:cNvSpPr>
          <p:nvPr/>
        </p:nvSpPr>
        <p:spPr bwMode="auto">
          <a:xfrm>
            <a:off x="990600" y="1305818"/>
            <a:ext cx="7392987" cy="1077218"/>
          </a:xfrm>
          <a:prstGeom prst="rect">
            <a:avLst/>
          </a:prstGeom>
          <a:blipFill dpi="0" rotWithShape="1">
            <a:blip r:embed="rId2"/>
            <a:srcRect/>
            <a:tile tx="0" ty="0" sx="100000" sy="100000" flip="none" algn="tl"/>
          </a:blipFill>
          <a:ln w="38100" cmpd="dbl">
            <a:solidFill>
              <a:srgbClr val="8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666750" indent="-666750" algn="ctr">
              <a:buFont typeface="Wingdings" pitchFamily="2" charset="2"/>
              <a:buNone/>
            </a:pPr>
            <a:r>
              <a:rPr lang="en-US" sz="1600" dirty="0" err="1">
                <a:latin typeface="+mn-lt"/>
              </a:rPr>
              <a:t>K</a:t>
            </a:r>
            <a:r>
              <a:rPr lang="en-US" sz="1600" baseline="-25000" dirty="0" err="1">
                <a:latin typeface="+mn-lt"/>
              </a:rPr>
              <a:t>bp</a:t>
            </a:r>
            <a:r>
              <a:rPr lang="en-US" sz="1600" dirty="0">
                <a:latin typeface="+mn-lt"/>
              </a:rPr>
              <a:t> = </a:t>
            </a:r>
            <a:r>
              <a:rPr lang="en-US" sz="1600" dirty="0" err="1">
                <a:latin typeface="+mn-lt"/>
              </a:rPr>
              <a:t>S</a:t>
            </a:r>
            <a:r>
              <a:rPr lang="en-US" sz="1600" baseline="-25000" dirty="0" err="1">
                <a:latin typeface="+mn-lt"/>
              </a:rPr>
              <a:t>gh</a:t>
            </a:r>
            <a:r>
              <a:rPr lang="en-US" sz="1600" dirty="0">
                <a:latin typeface="+mn-lt"/>
              </a:rPr>
              <a:t>/ </a:t>
            </a:r>
            <a:r>
              <a:rPr lang="en-US" sz="1600" baseline="-25000" dirty="0" err="1">
                <a:latin typeface="+mn-lt"/>
              </a:rPr>
              <a:t>Sttế</a:t>
            </a:r>
            <a:endParaRPr lang="en-US" sz="1600" baseline="-25000" dirty="0">
              <a:latin typeface="+mn-lt"/>
            </a:endParaRPr>
          </a:p>
          <a:p>
            <a:pPr marL="666750" indent="-666750">
              <a:buFont typeface="Wingdings" pitchFamily="2" charset="2"/>
              <a:buNone/>
            </a:pPr>
            <a:r>
              <a:rPr lang="en-US" sz="1600" dirty="0" err="1">
                <a:latin typeface="+mn-lt"/>
              </a:rPr>
              <a:t>K</a:t>
            </a:r>
            <a:r>
              <a:rPr lang="en-US" sz="1600" baseline="-25000" dirty="0" err="1">
                <a:latin typeface="+mn-lt"/>
              </a:rPr>
              <a:t>bp</a:t>
            </a:r>
            <a:r>
              <a:rPr lang="en-US" sz="1600" dirty="0">
                <a:latin typeface="+mn-lt"/>
              </a:rPr>
              <a:t> - </a:t>
            </a:r>
            <a:r>
              <a:rPr lang="en-US" sz="1600" dirty="0" err="1">
                <a:latin typeface="+mn-lt"/>
              </a:rPr>
              <a:t>hệ</a:t>
            </a:r>
            <a:r>
              <a:rPr lang="en-US" sz="1600" dirty="0">
                <a:latin typeface="+mn-lt"/>
              </a:rPr>
              <a:t> </a:t>
            </a:r>
            <a:r>
              <a:rPr lang="en-US" sz="1600" dirty="0" err="1">
                <a:latin typeface="+mn-lt"/>
              </a:rPr>
              <a:t>số</a:t>
            </a:r>
            <a:r>
              <a:rPr lang="en-US" sz="1600" dirty="0">
                <a:latin typeface="+mn-lt"/>
              </a:rPr>
              <a:t> </a:t>
            </a:r>
            <a:r>
              <a:rPr lang="en-US" sz="1600" dirty="0" err="1">
                <a:latin typeface="+mn-lt"/>
              </a:rPr>
              <a:t>độ</a:t>
            </a:r>
            <a:r>
              <a:rPr lang="en-US" sz="1600" dirty="0">
                <a:latin typeface="+mn-lt"/>
              </a:rPr>
              <a:t> </a:t>
            </a:r>
            <a:r>
              <a:rPr lang="en-US" sz="1600" dirty="0" err="1">
                <a:latin typeface="+mn-lt"/>
              </a:rPr>
              <a:t>bằng</a:t>
            </a:r>
            <a:r>
              <a:rPr lang="en-US" sz="1600" dirty="0">
                <a:latin typeface="+mn-lt"/>
              </a:rPr>
              <a:t> </a:t>
            </a:r>
            <a:r>
              <a:rPr lang="en-US" sz="1600" dirty="0" err="1">
                <a:latin typeface="+mn-lt"/>
              </a:rPr>
              <a:t>phẳng</a:t>
            </a:r>
            <a:r>
              <a:rPr lang="en-US" sz="1600" dirty="0">
                <a:latin typeface="+mn-lt"/>
              </a:rPr>
              <a:t> </a:t>
            </a:r>
            <a:r>
              <a:rPr lang="en-US" sz="1600" dirty="0" err="1">
                <a:latin typeface="+mn-lt"/>
              </a:rPr>
              <a:t>của</a:t>
            </a:r>
            <a:r>
              <a:rPr lang="en-US" sz="1600" dirty="0">
                <a:latin typeface="+mn-lt"/>
              </a:rPr>
              <a:t> </a:t>
            </a:r>
            <a:r>
              <a:rPr lang="en-US" sz="1600" dirty="0" err="1">
                <a:latin typeface="+mn-lt"/>
              </a:rPr>
              <a:t>mặt</a:t>
            </a:r>
            <a:r>
              <a:rPr lang="en-US" sz="1600" dirty="0">
                <a:latin typeface="+mn-lt"/>
              </a:rPr>
              <a:t> </a:t>
            </a:r>
            <a:r>
              <a:rPr lang="en-US" sz="1600" dirty="0" err="1">
                <a:latin typeface="+mn-lt"/>
              </a:rPr>
              <a:t>đường</a:t>
            </a:r>
            <a:endParaRPr lang="en-US" sz="1600" dirty="0">
              <a:latin typeface="+mn-lt"/>
            </a:endParaRPr>
          </a:p>
          <a:p>
            <a:pPr marL="666750" indent="-666750">
              <a:buFont typeface="Wingdings" pitchFamily="2" charset="2"/>
              <a:buNone/>
            </a:pPr>
            <a:r>
              <a:rPr lang="en-US" sz="1600" dirty="0" err="1">
                <a:latin typeface="+mn-lt"/>
              </a:rPr>
              <a:t>S</a:t>
            </a:r>
            <a:r>
              <a:rPr lang="en-US" sz="1600" baseline="-25000" dirty="0" err="1">
                <a:latin typeface="+mn-lt"/>
              </a:rPr>
              <a:t>gh</a:t>
            </a:r>
            <a:r>
              <a:rPr lang="en-US" sz="1600" dirty="0">
                <a:latin typeface="+mn-lt"/>
              </a:rPr>
              <a:t> - </a:t>
            </a:r>
            <a:r>
              <a:rPr lang="en-US" sz="1600" dirty="0" err="1">
                <a:latin typeface="+mn-lt"/>
              </a:rPr>
              <a:t>độ</a:t>
            </a:r>
            <a:r>
              <a:rPr lang="en-US" sz="1600" dirty="0">
                <a:latin typeface="+mn-lt"/>
              </a:rPr>
              <a:t> </a:t>
            </a:r>
            <a:r>
              <a:rPr lang="en-US" sz="1600" dirty="0" err="1">
                <a:latin typeface="+mn-lt"/>
              </a:rPr>
              <a:t>gồ</a:t>
            </a:r>
            <a:r>
              <a:rPr lang="en-US" sz="1600" dirty="0">
                <a:latin typeface="+mn-lt"/>
              </a:rPr>
              <a:t> </a:t>
            </a:r>
            <a:r>
              <a:rPr lang="en-US" sz="1600" dirty="0" err="1">
                <a:latin typeface="+mn-lt"/>
              </a:rPr>
              <a:t>ghề</a:t>
            </a:r>
            <a:r>
              <a:rPr lang="en-US" sz="1600" dirty="0">
                <a:latin typeface="+mn-lt"/>
              </a:rPr>
              <a:t> </a:t>
            </a:r>
            <a:r>
              <a:rPr lang="en-US" sz="1600" dirty="0" err="1">
                <a:latin typeface="+mn-lt"/>
              </a:rPr>
              <a:t>giới</a:t>
            </a:r>
            <a:r>
              <a:rPr lang="en-US" sz="1600" dirty="0">
                <a:latin typeface="+mn-lt"/>
              </a:rPr>
              <a:t> </a:t>
            </a:r>
            <a:r>
              <a:rPr lang="en-US" sz="1600" dirty="0" err="1">
                <a:latin typeface="+mn-lt"/>
              </a:rPr>
              <a:t>hạn</a:t>
            </a:r>
            <a:r>
              <a:rPr lang="en-US" sz="1600" dirty="0">
                <a:latin typeface="+mn-lt"/>
              </a:rPr>
              <a:t> </a:t>
            </a:r>
            <a:r>
              <a:rPr lang="en-US" sz="1600" dirty="0" err="1">
                <a:latin typeface="+mn-lt"/>
              </a:rPr>
              <a:t>cho</a:t>
            </a:r>
            <a:r>
              <a:rPr lang="en-US" sz="1600" dirty="0">
                <a:latin typeface="+mn-lt"/>
              </a:rPr>
              <a:t> </a:t>
            </a:r>
            <a:r>
              <a:rPr lang="en-US" sz="1600" dirty="0" err="1">
                <a:latin typeface="+mn-lt"/>
              </a:rPr>
              <a:t>phép</a:t>
            </a:r>
            <a:r>
              <a:rPr lang="en-US" sz="1600" dirty="0">
                <a:latin typeface="+mn-lt"/>
              </a:rPr>
              <a:t> </a:t>
            </a:r>
            <a:r>
              <a:rPr lang="en-US" sz="1600" dirty="0" err="1">
                <a:latin typeface="+mn-lt"/>
              </a:rPr>
              <a:t>được</a:t>
            </a:r>
            <a:r>
              <a:rPr lang="en-US" sz="1600" dirty="0">
                <a:latin typeface="+mn-lt"/>
              </a:rPr>
              <a:t> qui </a:t>
            </a:r>
            <a:r>
              <a:rPr lang="en-US" sz="1600" dirty="0" err="1">
                <a:latin typeface="+mn-lt"/>
              </a:rPr>
              <a:t>định</a:t>
            </a:r>
            <a:r>
              <a:rPr lang="en-US" sz="1600" dirty="0">
                <a:latin typeface="+mn-lt"/>
              </a:rPr>
              <a:t> </a:t>
            </a:r>
            <a:r>
              <a:rPr lang="en-US" sz="1600" dirty="0" err="1">
                <a:latin typeface="+mn-lt"/>
              </a:rPr>
              <a:t>tùy</a:t>
            </a:r>
            <a:r>
              <a:rPr lang="en-US" sz="1600" dirty="0">
                <a:latin typeface="+mn-lt"/>
              </a:rPr>
              <a:t> </a:t>
            </a:r>
            <a:r>
              <a:rPr lang="en-US" sz="1600" dirty="0" err="1">
                <a:latin typeface="+mn-lt"/>
              </a:rPr>
              <a:t>thuộc</a:t>
            </a:r>
            <a:r>
              <a:rPr lang="en-US" sz="1600" dirty="0">
                <a:latin typeface="+mn-lt"/>
              </a:rPr>
              <a:t> </a:t>
            </a:r>
            <a:r>
              <a:rPr lang="en-US" sz="1600" dirty="0" err="1">
                <a:latin typeface="+mn-lt"/>
              </a:rPr>
              <a:t>mỗi</a:t>
            </a:r>
            <a:r>
              <a:rPr lang="en-US" sz="1600" dirty="0">
                <a:latin typeface="+mn-lt"/>
              </a:rPr>
              <a:t> </a:t>
            </a:r>
            <a:r>
              <a:rPr lang="en-US" sz="1600" dirty="0" err="1">
                <a:latin typeface="+mn-lt"/>
              </a:rPr>
              <a:t>loại</a:t>
            </a:r>
            <a:r>
              <a:rPr lang="en-US" sz="1600" dirty="0">
                <a:latin typeface="+mn-lt"/>
              </a:rPr>
              <a:t> </a:t>
            </a:r>
            <a:r>
              <a:rPr lang="en-US" sz="1600" dirty="0" err="1">
                <a:latin typeface="+mn-lt"/>
              </a:rPr>
              <a:t>đường</a:t>
            </a:r>
            <a:r>
              <a:rPr lang="en-US" sz="1600" dirty="0">
                <a:latin typeface="+mn-lt"/>
              </a:rPr>
              <a:t> (TCVN 8865:2011) </a:t>
            </a:r>
          </a:p>
        </p:txBody>
      </p:sp>
      <p:graphicFrame>
        <p:nvGraphicFramePr>
          <p:cNvPr id="593064" name="Group 168"/>
          <p:cNvGraphicFramePr>
            <a:graphicFrameLocks noGrp="1"/>
          </p:cNvGraphicFramePr>
          <p:nvPr>
            <p:ph/>
            <p:extLst>
              <p:ext uri="{D42A27DB-BD31-4B8C-83A1-F6EECF244321}">
                <p14:modId xmlns:p14="http://schemas.microsoft.com/office/powerpoint/2010/main" val="3126584738"/>
              </p:ext>
            </p:extLst>
          </p:nvPr>
        </p:nvGraphicFramePr>
        <p:xfrm>
          <a:off x="609600" y="2514600"/>
          <a:ext cx="7993062" cy="3594100"/>
        </p:xfrm>
        <a:graphic>
          <a:graphicData uri="http://schemas.openxmlformats.org/drawingml/2006/table">
            <a:tbl>
              <a:tblPr/>
              <a:tblGrid>
                <a:gridCol w="1949450">
                  <a:extLst>
                    <a:ext uri="{9D8B030D-6E8A-4147-A177-3AD203B41FA5}">
                      <a16:colId xmlns:a16="http://schemas.microsoft.com/office/drawing/2014/main" val="20000"/>
                    </a:ext>
                  </a:extLst>
                </a:gridCol>
                <a:gridCol w="1746250">
                  <a:extLst>
                    <a:ext uri="{9D8B030D-6E8A-4147-A177-3AD203B41FA5}">
                      <a16:colId xmlns:a16="http://schemas.microsoft.com/office/drawing/2014/main" val="20001"/>
                    </a:ext>
                  </a:extLst>
                </a:gridCol>
                <a:gridCol w="804862">
                  <a:extLst>
                    <a:ext uri="{9D8B030D-6E8A-4147-A177-3AD203B41FA5}">
                      <a16:colId xmlns:a16="http://schemas.microsoft.com/office/drawing/2014/main" val="20002"/>
                    </a:ext>
                  </a:extLst>
                </a:gridCol>
                <a:gridCol w="1116013">
                  <a:extLst>
                    <a:ext uri="{9D8B030D-6E8A-4147-A177-3AD203B41FA5}">
                      <a16:colId xmlns:a16="http://schemas.microsoft.com/office/drawing/2014/main" val="20003"/>
                    </a:ext>
                  </a:extLst>
                </a:gridCol>
                <a:gridCol w="1081087">
                  <a:extLst>
                    <a:ext uri="{9D8B030D-6E8A-4147-A177-3AD203B41FA5}">
                      <a16:colId xmlns:a16="http://schemas.microsoft.com/office/drawing/2014/main" val="20004"/>
                    </a:ext>
                  </a:extLst>
                </a:gridCol>
                <a:gridCol w="1295400">
                  <a:extLst>
                    <a:ext uri="{9D8B030D-6E8A-4147-A177-3AD203B41FA5}">
                      <a16:colId xmlns:a16="http://schemas.microsoft.com/office/drawing/2014/main" val="20005"/>
                    </a:ext>
                  </a:extLst>
                </a:gridCol>
              </a:tblGrid>
              <a:tr h="414411">
                <a:tc rowSpan="2">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dirty="0" err="1">
                          <a:ln>
                            <a:noFill/>
                          </a:ln>
                          <a:solidFill>
                            <a:schemeClr val="tx2"/>
                          </a:solidFill>
                          <a:effectLst/>
                          <a:latin typeface="+mn-lt"/>
                          <a:cs typeface="Times New Roman" pitchFamily="18" charset="0"/>
                        </a:rPr>
                        <a:t>Loại</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mặt</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đường</a:t>
                      </a:r>
                      <a:endParaRPr kumimoji="1" lang="en-US" sz="1600" b="0" i="0" u="none" strike="noStrike" cap="none" normalizeH="0" baseline="0" dirty="0">
                        <a:ln>
                          <a:noFill/>
                        </a:ln>
                        <a:solidFill>
                          <a:schemeClr val="tx2"/>
                        </a:solidFill>
                        <a:effectLst/>
                        <a:latin typeface="+mn-l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dirty="0" err="1">
                          <a:ln>
                            <a:noFill/>
                          </a:ln>
                          <a:solidFill>
                            <a:schemeClr val="tx2"/>
                          </a:solidFill>
                          <a:effectLst/>
                          <a:latin typeface="+mn-lt"/>
                          <a:cs typeface="Times New Roman" pitchFamily="18" charset="0"/>
                        </a:rPr>
                        <a:t>Cấp</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đường</a:t>
                      </a:r>
                      <a:endParaRPr kumimoji="1" lang="en-US" sz="1600" b="0" i="0" u="none" strike="noStrike" cap="none" normalizeH="0" baseline="0" dirty="0">
                        <a:ln>
                          <a:noFill/>
                        </a:ln>
                        <a:solidFill>
                          <a:schemeClr val="tx2"/>
                        </a:solidFill>
                        <a:effectLst/>
                        <a:latin typeface="+mn-l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4">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Tình trạng mặt đường</a:t>
                      </a:r>
                      <a:endParaRPr kumimoji="1" lang="en-US" sz="1600" b="0" i="0" u="none" strike="noStrike" cap="none" normalizeH="0" baseline="0">
                        <a:ln>
                          <a:noFill/>
                        </a:ln>
                        <a:solidFill>
                          <a:schemeClr val="tx2"/>
                        </a:solidFill>
                        <a:effectLst/>
                        <a:latin typeface="+mn-l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15935">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Tốt</a:t>
                      </a:r>
                      <a:endParaRPr kumimoji="1" lang="en-US" sz="1600" b="0" i="0" u="none" strike="noStrike" cap="none" normalizeH="0" baseline="0">
                        <a:ln>
                          <a:noFill/>
                        </a:ln>
                        <a:solidFill>
                          <a:schemeClr val="tx2"/>
                        </a:solidFill>
                        <a:effectLst/>
                        <a:latin typeface="+mn-l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Khá</a:t>
                      </a:r>
                      <a:endParaRPr kumimoji="1" lang="en-US" sz="1600" b="0" i="0" u="none" strike="noStrike" cap="none" normalizeH="0" baseline="0">
                        <a:ln>
                          <a:noFill/>
                        </a:ln>
                        <a:solidFill>
                          <a:schemeClr val="tx2"/>
                        </a:solidFill>
                        <a:effectLst/>
                        <a:latin typeface="+mn-l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Kém</a:t>
                      </a:r>
                      <a:endParaRPr kumimoji="1" lang="en-US" sz="1600" b="0" i="0" u="none" strike="noStrike" cap="none" normalizeH="0" baseline="0">
                        <a:ln>
                          <a:noFill/>
                        </a:ln>
                        <a:solidFill>
                          <a:schemeClr val="tx2"/>
                        </a:solidFill>
                        <a:effectLst/>
                        <a:latin typeface="+mn-l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Rất kém</a:t>
                      </a:r>
                      <a:endParaRPr kumimoji="1" lang="en-US" sz="1600" b="0" i="0" u="none" strike="noStrike" cap="none" normalizeH="0" baseline="0">
                        <a:ln>
                          <a:noFill/>
                        </a:ln>
                        <a:solidFill>
                          <a:schemeClr val="tx2"/>
                        </a:solidFill>
                        <a:effectLst/>
                        <a:latin typeface="+mn-l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450438">
                <a:tc rowSpan="3">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Cấp cao A1, bê tông nhựa chặt, BTXM đổ tại chỗ</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Đường cao tốc cấp 120, cấp 100 và cấp 80, đường ô tô cấp 80</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IRI</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2</a:t>
                      </a:r>
                      <a:endParaRPr kumimoji="1" lang="en-US" sz="1600" b="0" i="0" u="none" strike="noStrike" cap="none" normalizeH="0" baseline="0">
                        <a:ln>
                          <a:noFill/>
                        </a:ln>
                        <a:solidFill>
                          <a:schemeClr val="tx2"/>
                        </a:solidFill>
                        <a:effectLst/>
                        <a:latin typeface="+mn-lt"/>
                        <a:cs typeface="Times New Roman" pitchFamily="18" charset="0"/>
                        <a:sym typeface="Symbol"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2</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IRI</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4</a:t>
                      </a:r>
                      <a:endParaRPr kumimoji="1" lang="en-US" sz="1600" b="0" i="0" u="none" strike="noStrike" cap="none" normalizeH="0" baseline="0">
                        <a:ln>
                          <a:noFill/>
                        </a:ln>
                        <a:solidFill>
                          <a:schemeClr val="tx2"/>
                        </a:solidFill>
                        <a:effectLst/>
                        <a:latin typeface="+mn-lt"/>
                        <a:cs typeface="Times New Roman" pitchFamily="18" charset="0"/>
                        <a:sym typeface="Symbol"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4</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IRI</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6</a:t>
                      </a:r>
                      <a:endParaRPr kumimoji="1" lang="en-US" sz="1600" b="0" i="0" u="none" strike="noStrike" cap="none" normalizeH="0" baseline="0">
                        <a:ln>
                          <a:noFill/>
                        </a:ln>
                        <a:solidFill>
                          <a:schemeClr val="tx2"/>
                        </a:solidFill>
                        <a:effectLst/>
                        <a:latin typeface="+mn-lt"/>
                        <a:cs typeface="Times New Roman" pitchFamily="18" charset="0"/>
                        <a:sym typeface="Symbol"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6</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IRI</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8</a:t>
                      </a:r>
                      <a:endParaRPr kumimoji="1" lang="en-US" sz="1600" b="0" i="0" u="none" strike="noStrike" cap="none" normalizeH="0" baseline="0">
                        <a:ln>
                          <a:noFill/>
                        </a:ln>
                        <a:solidFill>
                          <a:schemeClr val="tx2"/>
                        </a:solidFill>
                        <a:effectLst/>
                        <a:latin typeface="+mn-lt"/>
                        <a:cs typeface="Times New Roman" pitchFamily="18" charset="0"/>
                        <a:sym typeface="Symbol"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21616">
                <a:tc vMerge="1">
                  <a:txBody>
                    <a:bodyPr/>
                    <a:lstStyle/>
                    <a:p>
                      <a:endParaRPr 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Đường ô tô cấp 60</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IRI</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3</a:t>
                      </a:r>
                      <a:endParaRPr kumimoji="1" lang="en-US" sz="1600" b="0" i="0" u="none" strike="noStrike" cap="none" normalizeH="0" baseline="0">
                        <a:ln>
                          <a:noFill/>
                        </a:ln>
                        <a:solidFill>
                          <a:schemeClr val="tx2"/>
                        </a:solidFill>
                        <a:effectLst/>
                        <a:latin typeface="+mn-lt"/>
                        <a:cs typeface="Times New Roman" pitchFamily="18" charset="0"/>
                        <a:sym typeface="Symbol"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3</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IRI</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5</a:t>
                      </a:r>
                      <a:endParaRPr kumimoji="1" lang="en-US" sz="1600" b="0" i="0" u="none" strike="noStrike" cap="none" normalizeH="0" baseline="0">
                        <a:ln>
                          <a:noFill/>
                        </a:ln>
                        <a:solidFill>
                          <a:schemeClr val="tx2"/>
                        </a:solidFill>
                        <a:effectLst/>
                        <a:latin typeface="+mn-lt"/>
                        <a:cs typeface="Times New Roman" pitchFamily="18" charset="0"/>
                        <a:sym typeface="Symbol"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5</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IRI</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7</a:t>
                      </a:r>
                      <a:endParaRPr kumimoji="1" lang="en-US" sz="1600" b="0" i="0" u="none" strike="noStrike" cap="none" normalizeH="0" baseline="0">
                        <a:ln>
                          <a:noFill/>
                        </a:ln>
                        <a:solidFill>
                          <a:schemeClr val="tx2"/>
                        </a:solidFill>
                        <a:effectLst/>
                        <a:latin typeface="+mn-lt"/>
                        <a:cs typeface="Times New Roman" pitchFamily="18" charset="0"/>
                        <a:sym typeface="Symbol"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7</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IRI</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9</a:t>
                      </a:r>
                      <a:endParaRPr kumimoji="1" lang="en-US" sz="1600" b="0" i="0" u="none" strike="noStrike" cap="none" normalizeH="0" baseline="0">
                        <a:ln>
                          <a:noFill/>
                        </a:ln>
                        <a:solidFill>
                          <a:schemeClr val="tx2"/>
                        </a:solidFill>
                        <a:effectLst/>
                        <a:latin typeface="+mn-lt"/>
                        <a:cs typeface="Times New Roman" pitchFamily="18" charset="0"/>
                        <a:sym typeface="Symbol"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91700">
                <a:tc vMerge="1">
                  <a:txBody>
                    <a:bodyPr/>
                    <a:lstStyle/>
                    <a:p>
                      <a:endParaRPr 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Đường ô tô cấp 40 và cấp 20</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IRI</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4</a:t>
                      </a:r>
                      <a:endParaRPr kumimoji="1" lang="en-US" sz="1600" b="0" i="0" u="none" strike="noStrike" cap="none" normalizeH="0" baseline="0">
                        <a:ln>
                          <a:noFill/>
                        </a:ln>
                        <a:solidFill>
                          <a:schemeClr val="tx2"/>
                        </a:solidFill>
                        <a:effectLst/>
                        <a:latin typeface="+mn-lt"/>
                        <a:cs typeface="Times New Roman" pitchFamily="18" charset="0"/>
                        <a:sym typeface="Symbol"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4</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IRI</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6</a:t>
                      </a:r>
                      <a:endParaRPr kumimoji="1" lang="en-US" sz="1600" b="0" i="0" u="none" strike="noStrike" cap="none" normalizeH="0" baseline="0">
                        <a:ln>
                          <a:noFill/>
                        </a:ln>
                        <a:solidFill>
                          <a:schemeClr val="tx2"/>
                        </a:solidFill>
                        <a:effectLst/>
                        <a:latin typeface="+mn-lt"/>
                        <a:cs typeface="Times New Roman" pitchFamily="18" charset="0"/>
                        <a:sym typeface="Symbol"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6</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IRI</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8</a:t>
                      </a:r>
                      <a:endParaRPr kumimoji="1" lang="en-US" sz="1600" b="0" i="0" u="none" strike="noStrike" cap="none" normalizeH="0" baseline="0">
                        <a:ln>
                          <a:noFill/>
                        </a:ln>
                        <a:solidFill>
                          <a:schemeClr val="tx2"/>
                        </a:solidFill>
                        <a:effectLst/>
                        <a:latin typeface="+mn-lt"/>
                        <a:cs typeface="Times New Roman" pitchFamily="18" charset="0"/>
                        <a:sym typeface="Symbol"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dirty="0">
                          <a:ln>
                            <a:noFill/>
                          </a:ln>
                          <a:solidFill>
                            <a:schemeClr val="tx2"/>
                          </a:solidFill>
                          <a:effectLst/>
                          <a:latin typeface="+mn-lt"/>
                          <a:cs typeface="Times New Roman" pitchFamily="18" charset="0"/>
                        </a:rPr>
                        <a:t>8</a:t>
                      </a:r>
                      <a:r>
                        <a:rPr kumimoji="1" lang="en-US" sz="1600" b="0" i="0" u="none" strike="noStrike" cap="none" normalizeH="0" baseline="0" dirty="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dirty="0">
                          <a:ln>
                            <a:noFill/>
                          </a:ln>
                          <a:solidFill>
                            <a:schemeClr val="tx2"/>
                          </a:solidFill>
                          <a:effectLst/>
                          <a:latin typeface="+mn-lt"/>
                          <a:cs typeface="Times New Roman" pitchFamily="18" charset="0"/>
                        </a:rPr>
                        <a:t>IRI</a:t>
                      </a:r>
                      <a:r>
                        <a:rPr kumimoji="1" lang="en-US" sz="1600" b="0" i="0" u="none" strike="noStrike" cap="none" normalizeH="0" baseline="0" dirty="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dirty="0">
                          <a:ln>
                            <a:noFill/>
                          </a:ln>
                          <a:solidFill>
                            <a:schemeClr val="tx2"/>
                          </a:solidFill>
                          <a:effectLst/>
                          <a:latin typeface="+mn-lt"/>
                          <a:cs typeface="Times New Roman" pitchFamily="18" charset="0"/>
                        </a:rPr>
                        <a:t>10</a:t>
                      </a:r>
                      <a:endParaRPr kumimoji="1" lang="en-US" sz="1600" b="0" i="0" u="none" strike="noStrike" cap="none" normalizeH="0" baseline="0" dirty="0">
                        <a:ln>
                          <a:noFill/>
                        </a:ln>
                        <a:solidFill>
                          <a:schemeClr val="tx2"/>
                        </a:solidFill>
                        <a:effectLst/>
                        <a:latin typeface="+mn-lt"/>
                        <a:cs typeface="Times New Roman" pitchFamily="18" charset="0"/>
                        <a:sym typeface="Symbol"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6" name="Rectangle 5"/>
          <p:cNvSpPr/>
          <p:nvPr/>
        </p:nvSpPr>
        <p:spPr>
          <a:xfrm>
            <a:off x="228600" y="438666"/>
            <a:ext cx="7696200" cy="400110"/>
          </a:xfrm>
          <a:prstGeom prst="rect">
            <a:avLst/>
          </a:prstGeom>
        </p:spPr>
        <p:txBody>
          <a:bodyPr wrap="square">
            <a:spAutoFit/>
          </a:bodyPr>
          <a:lstStyle/>
          <a:p>
            <a:pPr>
              <a:spcBef>
                <a:spcPct val="50000"/>
              </a:spcBef>
            </a:pPr>
            <a:r>
              <a:rPr lang="en-US" sz="2000" b="1" dirty="0" err="1">
                <a:solidFill>
                  <a:srgbClr val="FF0000"/>
                </a:solidFill>
              </a:rPr>
              <a:t>Đặc</a:t>
            </a:r>
            <a:r>
              <a:rPr lang="en-US" sz="2000" b="1" dirty="0">
                <a:solidFill>
                  <a:srgbClr val="FF0000"/>
                </a:solidFill>
              </a:rPr>
              <a:t> </a:t>
            </a:r>
            <a:r>
              <a:rPr lang="en-US" sz="2000" b="1" dirty="0" err="1">
                <a:solidFill>
                  <a:srgbClr val="FF0000"/>
                </a:solidFill>
              </a:rPr>
              <a:t>trưng</a:t>
            </a:r>
            <a:r>
              <a:rPr lang="en-US" sz="2000" b="1" dirty="0">
                <a:solidFill>
                  <a:srgbClr val="FF0000"/>
                </a:solidFill>
              </a:rPr>
              <a:t> </a:t>
            </a:r>
            <a:r>
              <a:rPr lang="en-US" sz="2000" b="1" dirty="0" err="1">
                <a:solidFill>
                  <a:srgbClr val="FF0000"/>
                </a:solidFill>
              </a:rPr>
              <a:t>khai</a:t>
            </a:r>
            <a:r>
              <a:rPr lang="en-US" sz="2000" b="1" dirty="0">
                <a:solidFill>
                  <a:srgbClr val="FF0000"/>
                </a:solidFill>
              </a:rPr>
              <a:t> </a:t>
            </a:r>
            <a:r>
              <a:rPr lang="en-US" sz="2000" b="1" dirty="0" err="1">
                <a:solidFill>
                  <a:srgbClr val="FF0000"/>
                </a:solidFill>
              </a:rPr>
              <a:t>thác</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 </a:t>
            </a:r>
            <a:r>
              <a:rPr lang="en-US" sz="2000" b="1" dirty="0" err="1">
                <a:solidFill>
                  <a:srgbClr val="FF0000"/>
                </a:solidFill>
              </a:rPr>
              <a:t>tiêu</a:t>
            </a:r>
            <a:r>
              <a:rPr lang="en-US" sz="2000" b="1" dirty="0">
                <a:solidFill>
                  <a:srgbClr val="FF0000"/>
                </a:solidFill>
              </a:rPr>
              <a:t> </a:t>
            </a:r>
            <a:r>
              <a:rPr lang="en-US" sz="2000" b="1" dirty="0" err="1">
                <a:solidFill>
                  <a:srgbClr val="FF0000"/>
                </a:solidFill>
              </a:rPr>
              <a:t>chuẩn</a:t>
            </a:r>
            <a:r>
              <a:rPr lang="en-US" sz="2000" b="1" dirty="0">
                <a:solidFill>
                  <a:srgbClr val="FF0000"/>
                </a:solidFill>
              </a:rPr>
              <a:t> </a:t>
            </a:r>
            <a:r>
              <a:rPr lang="en-US" sz="2000" b="1" dirty="0" err="1">
                <a:solidFill>
                  <a:srgbClr val="FF0000"/>
                </a:solidFill>
              </a:rPr>
              <a:t>Việt</a:t>
            </a:r>
            <a:r>
              <a:rPr lang="en-US" sz="2000" b="1" dirty="0">
                <a:solidFill>
                  <a:srgbClr val="FF0000"/>
                </a:solidFill>
              </a:rPr>
              <a:t> Nam </a:t>
            </a:r>
            <a:r>
              <a:rPr lang="en-US" sz="2000" b="1" dirty="0" err="1">
                <a:solidFill>
                  <a:srgbClr val="FF0000"/>
                </a:solidFill>
              </a:rPr>
              <a:t>hiện</a:t>
            </a:r>
            <a:r>
              <a:rPr lang="en-US" sz="2000" b="1" dirty="0">
                <a:solidFill>
                  <a:srgbClr val="FF0000"/>
                </a:solidFill>
              </a:rPr>
              <a:t> </a:t>
            </a:r>
            <a:r>
              <a:rPr lang="en-US" sz="2000" b="1" dirty="0" err="1">
                <a:solidFill>
                  <a:srgbClr val="FF0000"/>
                </a:solidFill>
              </a:rPr>
              <a:t>hành</a:t>
            </a:r>
            <a:endParaRPr lang="en-US" sz="2000" b="1" dirty="0">
              <a:solidFill>
                <a:srgbClr val="FF0000"/>
              </a:solidFill>
            </a:endParaRPr>
          </a:p>
        </p:txBody>
      </p:sp>
    </p:spTree>
    <p:extLst>
      <p:ext uri="{BB962C8B-B14F-4D97-AF65-F5344CB8AC3E}">
        <p14:creationId xmlns:p14="http://schemas.microsoft.com/office/powerpoint/2010/main" val="12633893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Slide Number Placeholder 4"/>
          <p:cNvSpPr>
            <a:spLocks noGrp="1"/>
          </p:cNvSpPr>
          <p:nvPr>
            <p:ph type="sldNum" sz="quarter" idx="12"/>
          </p:nvPr>
        </p:nvSpPr>
        <p:spPr/>
        <p:txBody>
          <a:bodyPr/>
          <a:lstStyle/>
          <a:p>
            <a:fld id="{AA68AF65-E22C-43A6-84F6-908CEFA4D0A8}" type="slidenum">
              <a:rPr lang="en-US"/>
              <a:pPr/>
              <a:t>36</a:t>
            </a:fld>
            <a:endParaRPr lang="en-US"/>
          </a:p>
        </p:txBody>
      </p:sp>
      <p:graphicFrame>
        <p:nvGraphicFramePr>
          <p:cNvPr id="535911" name="Group 359"/>
          <p:cNvGraphicFramePr>
            <a:graphicFrameLocks noGrp="1"/>
          </p:cNvGraphicFramePr>
          <p:nvPr>
            <p:ph/>
            <p:extLst>
              <p:ext uri="{D42A27DB-BD31-4B8C-83A1-F6EECF244321}">
                <p14:modId xmlns:p14="http://schemas.microsoft.com/office/powerpoint/2010/main" val="313554316"/>
              </p:ext>
            </p:extLst>
          </p:nvPr>
        </p:nvGraphicFramePr>
        <p:xfrm>
          <a:off x="381000" y="1447800"/>
          <a:ext cx="8381998" cy="4792320"/>
        </p:xfrm>
        <a:graphic>
          <a:graphicData uri="http://schemas.openxmlformats.org/drawingml/2006/table">
            <a:tbl>
              <a:tblPr/>
              <a:tblGrid>
                <a:gridCol w="2008017">
                  <a:extLst>
                    <a:ext uri="{9D8B030D-6E8A-4147-A177-3AD203B41FA5}">
                      <a16:colId xmlns:a16="http://schemas.microsoft.com/office/drawing/2014/main" val="20000"/>
                    </a:ext>
                  </a:extLst>
                </a:gridCol>
                <a:gridCol w="1798712">
                  <a:extLst>
                    <a:ext uri="{9D8B030D-6E8A-4147-A177-3AD203B41FA5}">
                      <a16:colId xmlns:a16="http://schemas.microsoft.com/office/drawing/2014/main" val="20001"/>
                    </a:ext>
                  </a:extLst>
                </a:gridCol>
                <a:gridCol w="829042">
                  <a:extLst>
                    <a:ext uri="{9D8B030D-6E8A-4147-A177-3AD203B41FA5}">
                      <a16:colId xmlns:a16="http://schemas.microsoft.com/office/drawing/2014/main" val="20002"/>
                    </a:ext>
                  </a:extLst>
                </a:gridCol>
                <a:gridCol w="1149541">
                  <a:extLst>
                    <a:ext uri="{9D8B030D-6E8A-4147-A177-3AD203B41FA5}">
                      <a16:colId xmlns:a16="http://schemas.microsoft.com/office/drawing/2014/main" val="20003"/>
                    </a:ext>
                  </a:extLst>
                </a:gridCol>
                <a:gridCol w="1187150">
                  <a:extLst>
                    <a:ext uri="{9D8B030D-6E8A-4147-A177-3AD203B41FA5}">
                      <a16:colId xmlns:a16="http://schemas.microsoft.com/office/drawing/2014/main" val="20004"/>
                    </a:ext>
                  </a:extLst>
                </a:gridCol>
                <a:gridCol w="1409536">
                  <a:extLst>
                    <a:ext uri="{9D8B030D-6E8A-4147-A177-3AD203B41FA5}">
                      <a16:colId xmlns:a16="http://schemas.microsoft.com/office/drawing/2014/main" val="20005"/>
                    </a:ext>
                  </a:extLst>
                </a:gridCol>
              </a:tblGrid>
              <a:tr h="491832">
                <a:tc rowSpan="2">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kern="1200" cap="none" normalizeH="0" baseline="0" dirty="0" err="1">
                          <a:ln>
                            <a:noFill/>
                          </a:ln>
                          <a:solidFill>
                            <a:schemeClr val="tx2"/>
                          </a:solidFill>
                          <a:effectLst/>
                          <a:latin typeface="+mn-lt"/>
                          <a:ea typeface="+mn-ea"/>
                          <a:cs typeface="Times New Roman" pitchFamily="18" charset="0"/>
                        </a:rPr>
                        <a:t>Cấp</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cao</a:t>
                      </a:r>
                      <a:r>
                        <a:rPr kumimoji="1" lang="en-US" sz="1600" b="0" i="0" u="none" strike="noStrike" kern="1200" cap="none" normalizeH="0" baseline="0" dirty="0">
                          <a:ln>
                            <a:noFill/>
                          </a:ln>
                          <a:solidFill>
                            <a:schemeClr val="tx2"/>
                          </a:solidFill>
                          <a:effectLst/>
                          <a:latin typeface="+mn-lt"/>
                          <a:ea typeface="+mn-ea"/>
                          <a:cs typeface="Times New Roman" pitchFamily="18" charset="0"/>
                        </a:rPr>
                        <a:t> A2: BTN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rải</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nguội</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rải</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ấm</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thấm</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nhập</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nhựa</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đá</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dăm</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nước</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láng</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nhựa</a:t>
                      </a:r>
                      <a:endParaRPr kumimoji="1" lang="en-US" sz="1600" b="0" i="0" u="none" strike="noStrike" kern="1200" cap="none" normalizeH="0" baseline="0" dirty="0">
                        <a:ln>
                          <a:noFill/>
                        </a:ln>
                        <a:solidFill>
                          <a:schemeClr val="tx2"/>
                        </a:solidFill>
                        <a:effectLst/>
                        <a:latin typeface="+mn-lt"/>
                        <a:ea typeface="+mn-ea"/>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kern="1200" cap="none" normalizeH="0" baseline="0" dirty="0" err="1">
                          <a:ln>
                            <a:noFill/>
                          </a:ln>
                          <a:solidFill>
                            <a:schemeClr val="tx2"/>
                          </a:solidFill>
                          <a:effectLst/>
                          <a:latin typeface="+mn-lt"/>
                          <a:ea typeface="+mn-ea"/>
                          <a:cs typeface="Times New Roman" pitchFamily="18" charset="0"/>
                        </a:rPr>
                        <a:t>Đường</a:t>
                      </a:r>
                      <a:r>
                        <a:rPr kumimoji="1" lang="en-US" sz="1600" b="0" i="0" u="none" strike="noStrike" kern="1200" cap="none" normalizeH="0" baseline="0" dirty="0">
                          <a:ln>
                            <a:noFill/>
                          </a:ln>
                          <a:solidFill>
                            <a:schemeClr val="tx2"/>
                          </a:solidFill>
                          <a:effectLst/>
                          <a:latin typeface="+mn-lt"/>
                          <a:ea typeface="+mn-ea"/>
                          <a:cs typeface="Times New Roman" pitchFamily="18" charset="0"/>
                        </a:rPr>
                        <a:t> ô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tô</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cấp</a:t>
                      </a:r>
                      <a:r>
                        <a:rPr kumimoji="1" lang="en-US" sz="1600" b="0" i="0" u="none" strike="noStrike" kern="1200" cap="none" normalizeH="0" baseline="0" dirty="0">
                          <a:ln>
                            <a:noFill/>
                          </a:ln>
                          <a:solidFill>
                            <a:schemeClr val="tx2"/>
                          </a:solidFill>
                          <a:effectLst/>
                          <a:latin typeface="+mn-lt"/>
                          <a:ea typeface="+mn-ea"/>
                          <a:cs typeface="Times New Roman" pitchFamily="18" charset="0"/>
                        </a:rPr>
                        <a:t> 60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sz="1600" b="0" i="0" u="none" strike="noStrike" kern="1200" cap="none" normalizeH="0" baseline="0" dirty="0">
                          <a:ln>
                            <a:noFill/>
                          </a:ln>
                          <a:solidFill>
                            <a:schemeClr val="tx2"/>
                          </a:solidFill>
                          <a:effectLst/>
                          <a:latin typeface="+mn-lt"/>
                          <a:ea typeface="+mn-ea"/>
                          <a:cs typeface="Times New Roman" pitchFamily="18" charset="0"/>
                        </a:rPr>
                        <a:t>IRI</a:t>
                      </a:r>
                      <a:r>
                        <a:rPr kumimoji="1" lang="en-US" sz="1600" b="0" i="0" u="none" strike="noStrike" kern="1200" cap="none" normalizeH="0" baseline="0" dirty="0">
                          <a:ln>
                            <a:noFill/>
                          </a:ln>
                          <a:solidFill>
                            <a:schemeClr val="tx2"/>
                          </a:solidFill>
                          <a:effectLst/>
                          <a:latin typeface="+mn-lt"/>
                          <a:ea typeface="+mn-ea"/>
                          <a:cs typeface="Times New Roman" pitchFamily="18" charset="0"/>
                          <a:sym typeface="Symbol" pitchFamily="18" charset="2"/>
                        </a:rPr>
                        <a:t></a:t>
                      </a:r>
                      <a:r>
                        <a:rPr kumimoji="1" lang="en-US" sz="1600" b="0" i="0" u="none" strike="noStrike" kern="1200" cap="none" normalizeH="0" baseline="0" dirty="0">
                          <a:ln>
                            <a:noFill/>
                          </a:ln>
                          <a:solidFill>
                            <a:schemeClr val="tx2"/>
                          </a:solidFill>
                          <a:effectLst/>
                          <a:latin typeface="+mn-lt"/>
                          <a:ea typeface="+mn-ea"/>
                          <a:cs typeface="Times New Roman" pitchFamily="18" charset="0"/>
                        </a:rPr>
                        <a:t>4</a:t>
                      </a:r>
                      <a:endParaRPr kumimoji="1" lang="en-US" sz="1600" b="0" i="0" u="none" strike="noStrike" kern="1200" cap="none" normalizeH="0" baseline="0" dirty="0">
                        <a:ln>
                          <a:noFill/>
                        </a:ln>
                        <a:solidFill>
                          <a:schemeClr val="tx2"/>
                        </a:solidFill>
                        <a:effectLst/>
                        <a:latin typeface="+mn-lt"/>
                        <a:ea typeface="+mn-ea"/>
                        <a:cs typeface="Times New Roman" pitchFamily="18" charset="0"/>
                        <a:sym typeface="Symbol" pitchFamily="18" charset="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sz="1600" b="0" i="0" u="none" strike="noStrike" kern="1200" cap="none" normalizeH="0" baseline="0" dirty="0">
                          <a:ln>
                            <a:noFill/>
                          </a:ln>
                          <a:solidFill>
                            <a:schemeClr val="tx2"/>
                          </a:solidFill>
                          <a:effectLst/>
                          <a:latin typeface="+mn-lt"/>
                          <a:ea typeface="+mn-ea"/>
                          <a:cs typeface="Times New Roman" pitchFamily="18" charset="0"/>
                        </a:rPr>
                        <a:t>4</a:t>
                      </a:r>
                      <a:r>
                        <a:rPr kumimoji="1" lang="en-US" sz="1600" b="0" i="0" u="none" strike="noStrike" kern="1200" cap="none" normalizeH="0" baseline="0" dirty="0">
                          <a:ln>
                            <a:noFill/>
                          </a:ln>
                          <a:solidFill>
                            <a:schemeClr val="tx2"/>
                          </a:solidFill>
                          <a:effectLst/>
                          <a:latin typeface="+mn-lt"/>
                          <a:ea typeface="+mn-ea"/>
                          <a:cs typeface="Times New Roman" pitchFamily="18" charset="0"/>
                          <a:sym typeface="Symbol" pitchFamily="18" charset="2"/>
                        </a:rPr>
                        <a:t></a:t>
                      </a:r>
                      <a:r>
                        <a:rPr kumimoji="1" lang="en-US" sz="1600" b="0" i="0" u="none" strike="noStrike" kern="1200" cap="none" normalizeH="0" baseline="0" dirty="0">
                          <a:ln>
                            <a:noFill/>
                          </a:ln>
                          <a:solidFill>
                            <a:schemeClr val="tx2"/>
                          </a:solidFill>
                          <a:effectLst/>
                          <a:latin typeface="+mn-lt"/>
                          <a:ea typeface="+mn-ea"/>
                          <a:cs typeface="Times New Roman" pitchFamily="18" charset="0"/>
                        </a:rPr>
                        <a:t>IRI</a:t>
                      </a:r>
                      <a:r>
                        <a:rPr kumimoji="1" lang="en-US" sz="1600" b="0" i="0" u="none" strike="noStrike" kern="1200" cap="none" normalizeH="0" baseline="0" dirty="0">
                          <a:ln>
                            <a:noFill/>
                          </a:ln>
                          <a:solidFill>
                            <a:schemeClr val="tx2"/>
                          </a:solidFill>
                          <a:effectLst/>
                          <a:latin typeface="+mn-lt"/>
                          <a:ea typeface="+mn-ea"/>
                          <a:cs typeface="Times New Roman" pitchFamily="18" charset="0"/>
                          <a:sym typeface="Symbol" pitchFamily="18" charset="2"/>
                        </a:rPr>
                        <a:t></a:t>
                      </a:r>
                      <a:r>
                        <a:rPr kumimoji="1" lang="en-US" sz="1600" b="0" i="0" u="none" strike="noStrike" kern="1200" cap="none" normalizeH="0" baseline="0" dirty="0">
                          <a:ln>
                            <a:noFill/>
                          </a:ln>
                          <a:solidFill>
                            <a:schemeClr val="tx2"/>
                          </a:solidFill>
                          <a:effectLst/>
                          <a:latin typeface="+mn-lt"/>
                          <a:ea typeface="+mn-ea"/>
                          <a:cs typeface="Times New Roman" pitchFamily="18" charset="0"/>
                        </a:rPr>
                        <a:t>6</a:t>
                      </a:r>
                      <a:endParaRPr kumimoji="1" lang="en-US" sz="1600" b="0" i="0" u="none" strike="noStrike" kern="1200" cap="none" normalizeH="0" baseline="0" dirty="0">
                        <a:ln>
                          <a:noFill/>
                        </a:ln>
                        <a:solidFill>
                          <a:schemeClr val="tx2"/>
                        </a:solidFill>
                        <a:effectLst/>
                        <a:latin typeface="+mn-lt"/>
                        <a:ea typeface="+mn-ea"/>
                        <a:cs typeface="Times New Roman" pitchFamily="18" charset="0"/>
                        <a:sym typeface="Symbol" pitchFamily="18" charset="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sz="1600" b="0" i="0" u="none" strike="noStrike" kern="1200" cap="none" normalizeH="0" baseline="0" dirty="0">
                          <a:ln>
                            <a:noFill/>
                          </a:ln>
                          <a:solidFill>
                            <a:schemeClr val="tx2"/>
                          </a:solidFill>
                          <a:effectLst/>
                          <a:latin typeface="+mn-lt"/>
                          <a:ea typeface="+mn-ea"/>
                          <a:cs typeface="Times New Roman" pitchFamily="18" charset="0"/>
                        </a:rPr>
                        <a:t>6</a:t>
                      </a:r>
                      <a:r>
                        <a:rPr kumimoji="1" lang="en-US" sz="1600" b="0" i="0" u="none" strike="noStrike" kern="1200" cap="none" normalizeH="0" baseline="0" dirty="0">
                          <a:ln>
                            <a:noFill/>
                          </a:ln>
                          <a:solidFill>
                            <a:schemeClr val="tx2"/>
                          </a:solidFill>
                          <a:effectLst/>
                          <a:latin typeface="+mn-lt"/>
                          <a:ea typeface="+mn-ea"/>
                          <a:cs typeface="Times New Roman" pitchFamily="18" charset="0"/>
                          <a:sym typeface="Symbol" pitchFamily="18" charset="2"/>
                        </a:rPr>
                        <a:t></a:t>
                      </a:r>
                      <a:r>
                        <a:rPr kumimoji="1" lang="en-US" sz="1600" b="0" i="0" u="none" strike="noStrike" kern="1200" cap="none" normalizeH="0" baseline="0" dirty="0">
                          <a:ln>
                            <a:noFill/>
                          </a:ln>
                          <a:solidFill>
                            <a:schemeClr val="tx2"/>
                          </a:solidFill>
                          <a:effectLst/>
                          <a:latin typeface="+mn-lt"/>
                          <a:ea typeface="+mn-ea"/>
                          <a:cs typeface="Times New Roman" pitchFamily="18" charset="0"/>
                        </a:rPr>
                        <a:t>IRI</a:t>
                      </a:r>
                      <a:r>
                        <a:rPr kumimoji="1" lang="en-US" sz="1600" b="0" i="0" u="none" strike="noStrike" kern="1200" cap="none" normalizeH="0" baseline="0" dirty="0">
                          <a:ln>
                            <a:noFill/>
                          </a:ln>
                          <a:solidFill>
                            <a:schemeClr val="tx2"/>
                          </a:solidFill>
                          <a:effectLst/>
                          <a:latin typeface="+mn-lt"/>
                          <a:ea typeface="+mn-ea"/>
                          <a:cs typeface="Times New Roman" pitchFamily="18" charset="0"/>
                          <a:sym typeface="Symbol" pitchFamily="18" charset="2"/>
                        </a:rPr>
                        <a:t></a:t>
                      </a:r>
                      <a:r>
                        <a:rPr kumimoji="1" lang="en-US" sz="1600" b="0" i="0" u="none" strike="noStrike" kern="1200" cap="none" normalizeH="0" baseline="0" dirty="0">
                          <a:ln>
                            <a:noFill/>
                          </a:ln>
                          <a:solidFill>
                            <a:schemeClr val="tx2"/>
                          </a:solidFill>
                          <a:effectLst/>
                          <a:latin typeface="+mn-lt"/>
                          <a:ea typeface="+mn-ea"/>
                          <a:cs typeface="Times New Roman" pitchFamily="18" charset="0"/>
                        </a:rPr>
                        <a:t>8</a:t>
                      </a:r>
                      <a:endParaRPr kumimoji="1" lang="en-US" sz="1600" b="0" i="0" u="none" strike="noStrike" kern="1200" cap="none" normalizeH="0" baseline="0" dirty="0">
                        <a:ln>
                          <a:noFill/>
                        </a:ln>
                        <a:solidFill>
                          <a:schemeClr val="tx2"/>
                        </a:solidFill>
                        <a:effectLst/>
                        <a:latin typeface="+mn-lt"/>
                        <a:ea typeface="+mn-ea"/>
                        <a:cs typeface="Times New Roman" pitchFamily="18" charset="0"/>
                        <a:sym typeface="Symbol" pitchFamily="18" charset="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sz="1600" b="0" i="0" u="none" strike="noStrike" kern="1200" cap="none" normalizeH="0" baseline="0" dirty="0">
                          <a:ln>
                            <a:noFill/>
                          </a:ln>
                          <a:solidFill>
                            <a:schemeClr val="tx2"/>
                          </a:solidFill>
                          <a:effectLst/>
                          <a:latin typeface="+mn-lt"/>
                          <a:ea typeface="+mn-ea"/>
                          <a:cs typeface="Times New Roman" pitchFamily="18" charset="0"/>
                        </a:rPr>
                        <a:t>8</a:t>
                      </a:r>
                      <a:r>
                        <a:rPr kumimoji="1" lang="en-US" sz="1600" b="0" i="0" u="none" strike="noStrike" kern="1200" cap="none" normalizeH="0" baseline="0" dirty="0">
                          <a:ln>
                            <a:noFill/>
                          </a:ln>
                          <a:solidFill>
                            <a:schemeClr val="tx2"/>
                          </a:solidFill>
                          <a:effectLst/>
                          <a:latin typeface="+mn-lt"/>
                          <a:ea typeface="+mn-ea"/>
                          <a:cs typeface="Times New Roman" pitchFamily="18" charset="0"/>
                          <a:sym typeface="Symbol" pitchFamily="18" charset="2"/>
                        </a:rPr>
                        <a:t></a:t>
                      </a:r>
                      <a:r>
                        <a:rPr kumimoji="1" lang="en-US" sz="1600" b="0" i="0" u="none" strike="noStrike" kern="1200" cap="none" normalizeH="0" baseline="0" dirty="0">
                          <a:ln>
                            <a:noFill/>
                          </a:ln>
                          <a:solidFill>
                            <a:schemeClr val="tx2"/>
                          </a:solidFill>
                          <a:effectLst/>
                          <a:latin typeface="+mn-lt"/>
                          <a:ea typeface="+mn-ea"/>
                          <a:cs typeface="Times New Roman" pitchFamily="18" charset="0"/>
                        </a:rPr>
                        <a:t>IRI</a:t>
                      </a:r>
                      <a:r>
                        <a:rPr kumimoji="1" lang="en-US" sz="1600" b="0" i="0" u="none" strike="noStrike" kern="1200" cap="none" normalizeH="0" baseline="0" dirty="0">
                          <a:ln>
                            <a:noFill/>
                          </a:ln>
                          <a:solidFill>
                            <a:schemeClr val="tx2"/>
                          </a:solidFill>
                          <a:effectLst/>
                          <a:latin typeface="+mn-lt"/>
                          <a:ea typeface="+mn-ea"/>
                          <a:cs typeface="Times New Roman" pitchFamily="18" charset="0"/>
                          <a:sym typeface="Symbol" pitchFamily="18" charset="2"/>
                        </a:rPr>
                        <a:t></a:t>
                      </a:r>
                      <a:r>
                        <a:rPr kumimoji="1" lang="en-US" sz="1600" b="0" i="0" u="none" strike="noStrike" kern="1200" cap="none" normalizeH="0" baseline="0" dirty="0">
                          <a:ln>
                            <a:noFill/>
                          </a:ln>
                          <a:solidFill>
                            <a:schemeClr val="tx2"/>
                          </a:solidFill>
                          <a:effectLst/>
                          <a:latin typeface="+mn-lt"/>
                          <a:ea typeface="+mn-ea"/>
                          <a:cs typeface="Times New Roman" pitchFamily="18" charset="0"/>
                        </a:rPr>
                        <a:t>10</a:t>
                      </a:r>
                      <a:endParaRPr kumimoji="1" lang="en-US" sz="1600" b="0" i="0" u="none" strike="noStrike" kern="1200" cap="none" normalizeH="0" baseline="0" dirty="0">
                        <a:ln>
                          <a:noFill/>
                        </a:ln>
                        <a:solidFill>
                          <a:schemeClr val="tx2"/>
                        </a:solidFill>
                        <a:effectLst/>
                        <a:latin typeface="+mn-lt"/>
                        <a:ea typeface="+mn-ea"/>
                        <a:cs typeface="Times New Roman" pitchFamily="18" charset="0"/>
                        <a:sym typeface="Symbol" pitchFamily="18" charset="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41523">
                <a:tc vMerge="1">
                  <a:txBody>
                    <a:bodyPr/>
                    <a:lstStyle/>
                    <a:p>
                      <a:endParaRPr 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kern="1200" cap="none" normalizeH="0" baseline="0" dirty="0" err="1">
                          <a:ln>
                            <a:noFill/>
                          </a:ln>
                          <a:solidFill>
                            <a:schemeClr val="tx2"/>
                          </a:solidFill>
                          <a:effectLst/>
                          <a:latin typeface="+mn-lt"/>
                          <a:ea typeface="+mn-ea"/>
                          <a:cs typeface="Times New Roman" pitchFamily="18" charset="0"/>
                        </a:rPr>
                        <a:t>Đường</a:t>
                      </a:r>
                      <a:r>
                        <a:rPr kumimoji="1" lang="en-US" sz="1600" b="0" i="0" u="none" strike="noStrike" kern="1200" cap="none" normalizeH="0" baseline="0" dirty="0">
                          <a:ln>
                            <a:noFill/>
                          </a:ln>
                          <a:solidFill>
                            <a:schemeClr val="tx2"/>
                          </a:solidFill>
                          <a:effectLst/>
                          <a:latin typeface="+mn-lt"/>
                          <a:ea typeface="+mn-ea"/>
                          <a:cs typeface="Times New Roman" pitchFamily="18" charset="0"/>
                        </a:rPr>
                        <a:t> ô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tô</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cấp</a:t>
                      </a:r>
                      <a:r>
                        <a:rPr kumimoji="1" lang="en-US" sz="1600" b="0" i="0" u="none" strike="noStrike" kern="1200" cap="none" normalizeH="0" baseline="0" dirty="0">
                          <a:ln>
                            <a:noFill/>
                          </a:ln>
                          <a:solidFill>
                            <a:schemeClr val="tx2"/>
                          </a:solidFill>
                          <a:effectLst/>
                          <a:latin typeface="+mn-lt"/>
                          <a:ea typeface="+mn-ea"/>
                          <a:cs typeface="Times New Roman" pitchFamily="18" charset="0"/>
                        </a:rPr>
                        <a:t> 40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và</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cấp</a:t>
                      </a:r>
                      <a:r>
                        <a:rPr kumimoji="1" lang="en-US" sz="1600" b="0" i="0" u="none" strike="noStrike" kern="1200" cap="none" normalizeH="0" baseline="0" dirty="0">
                          <a:ln>
                            <a:noFill/>
                          </a:ln>
                          <a:solidFill>
                            <a:schemeClr val="tx2"/>
                          </a:solidFill>
                          <a:effectLst/>
                          <a:latin typeface="+mn-lt"/>
                          <a:ea typeface="+mn-ea"/>
                          <a:cs typeface="Times New Roman" pitchFamily="18" charset="0"/>
                        </a:rPr>
                        <a:t> 20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sz="1600" b="0" i="0" u="none" strike="noStrike" kern="1200" cap="none" normalizeH="0" baseline="0">
                          <a:ln>
                            <a:noFill/>
                          </a:ln>
                          <a:solidFill>
                            <a:schemeClr val="tx2"/>
                          </a:solidFill>
                          <a:effectLst/>
                          <a:latin typeface="+mn-lt"/>
                          <a:ea typeface="+mn-ea"/>
                          <a:cs typeface="Times New Roman" pitchFamily="18" charset="0"/>
                        </a:rPr>
                        <a:t>IRI</a:t>
                      </a:r>
                      <a:r>
                        <a:rPr kumimoji="1" lang="en-US" sz="1600" b="0" i="0" u="none" strike="noStrike" kern="1200" cap="none" normalizeH="0" baseline="0">
                          <a:ln>
                            <a:noFill/>
                          </a:ln>
                          <a:solidFill>
                            <a:schemeClr val="tx2"/>
                          </a:solidFill>
                          <a:effectLst/>
                          <a:latin typeface="+mn-lt"/>
                          <a:ea typeface="+mn-ea"/>
                          <a:cs typeface="Times New Roman" pitchFamily="18" charset="0"/>
                          <a:sym typeface="Symbol" pitchFamily="18" charset="2"/>
                        </a:rPr>
                        <a:t></a:t>
                      </a:r>
                      <a:r>
                        <a:rPr kumimoji="1" lang="en-US" sz="1600" b="0" i="0" u="none" strike="noStrike" kern="1200" cap="none" normalizeH="0" baseline="0">
                          <a:ln>
                            <a:noFill/>
                          </a:ln>
                          <a:solidFill>
                            <a:schemeClr val="tx2"/>
                          </a:solidFill>
                          <a:effectLst/>
                          <a:latin typeface="+mn-lt"/>
                          <a:ea typeface="+mn-ea"/>
                          <a:cs typeface="Times New Roman" pitchFamily="18" charset="0"/>
                        </a:rPr>
                        <a:t>5</a:t>
                      </a:r>
                      <a:endParaRPr kumimoji="1" lang="en-US" sz="1600" b="0" i="0" u="none" strike="noStrike" kern="1200" cap="none" normalizeH="0" baseline="0">
                        <a:ln>
                          <a:noFill/>
                        </a:ln>
                        <a:solidFill>
                          <a:schemeClr val="tx2"/>
                        </a:solidFill>
                        <a:effectLst/>
                        <a:latin typeface="+mn-lt"/>
                        <a:ea typeface="+mn-ea"/>
                        <a:cs typeface="Times New Roman" pitchFamily="18" charset="0"/>
                        <a:sym typeface="Symbol" pitchFamily="18" charset="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sz="1600" b="0" i="0" u="none" strike="noStrike" kern="1200" cap="none" normalizeH="0" baseline="0">
                          <a:ln>
                            <a:noFill/>
                          </a:ln>
                          <a:solidFill>
                            <a:schemeClr val="tx2"/>
                          </a:solidFill>
                          <a:effectLst/>
                          <a:latin typeface="+mn-lt"/>
                          <a:ea typeface="+mn-ea"/>
                          <a:cs typeface="Times New Roman" pitchFamily="18" charset="0"/>
                        </a:rPr>
                        <a:t>5</a:t>
                      </a:r>
                      <a:r>
                        <a:rPr kumimoji="1" lang="en-US" sz="1600" b="0" i="0" u="none" strike="noStrike" kern="1200" cap="none" normalizeH="0" baseline="0">
                          <a:ln>
                            <a:noFill/>
                          </a:ln>
                          <a:solidFill>
                            <a:schemeClr val="tx2"/>
                          </a:solidFill>
                          <a:effectLst/>
                          <a:latin typeface="+mn-lt"/>
                          <a:ea typeface="+mn-ea"/>
                          <a:cs typeface="Times New Roman" pitchFamily="18" charset="0"/>
                          <a:sym typeface="Symbol" pitchFamily="18" charset="2"/>
                        </a:rPr>
                        <a:t></a:t>
                      </a:r>
                      <a:r>
                        <a:rPr kumimoji="1" lang="en-US" sz="1600" b="0" i="0" u="none" strike="noStrike" kern="1200" cap="none" normalizeH="0" baseline="0">
                          <a:ln>
                            <a:noFill/>
                          </a:ln>
                          <a:solidFill>
                            <a:schemeClr val="tx2"/>
                          </a:solidFill>
                          <a:effectLst/>
                          <a:latin typeface="+mn-lt"/>
                          <a:ea typeface="+mn-ea"/>
                          <a:cs typeface="Times New Roman" pitchFamily="18" charset="0"/>
                        </a:rPr>
                        <a:t>IRI</a:t>
                      </a:r>
                      <a:r>
                        <a:rPr kumimoji="1" lang="en-US" sz="1600" b="0" i="0" u="none" strike="noStrike" kern="1200" cap="none" normalizeH="0" baseline="0">
                          <a:ln>
                            <a:noFill/>
                          </a:ln>
                          <a:solidFill>
                            <a:schemeClr val="tx2"/>
                          </a:solidFill>
                          <a:effectLst/>
                          <a:latin typeface="+mn-lt"/>
                          <a:ea typeface="+mn-ea"/>
                          <a:cs typeface="Times New Roman" pitchFamily="18" charset="0"/>
                          <a:sym typeface="Symbol" pitchFamily="18" charset="2"/>
                        </a:rPr>
                        <a:t></a:t>
                      </a:r>
                      <a:r>
                        <a:rPr kumimoji="1" lang="en-US" sz="1600" b="0" i="0" u="none" strike="noStrike" kern="1200" cap="none" normalizeH="0" baseline="0">
                          <a:ln>
                            <a:noFill/>
                          </a:ln>
                          <a:solidFill>
                            <a:schemeClr val="tx2"/>
                          </a:solidFill>
                          <a:effectLst/>
                          <a:latin typeface="+mn-lt"/>
                          <a:ea typeface="+mn-ea"/>
                          <a:cs typeface="Times New Roman" pitchFamily="18" charset="0"/>
                        </a:rPr>
                        <a:t>7</a:t>
                      </a:r>
                      <a:endParaRPr kumimoji="1" lang="en-US" sz="1600" b="0" i="0" u="none" strike="noStrike" kern="1200" cap="none" normalizeH="0" baseline="0">
                        <a:ln>
                          <a:noFill/>
                        </a:ln>
                        <a:solidFill>
                          <a:schemeClr val="tx2"/>
                        </a:solidFill>
                        <a:effectLst/>
                        <a:latin typeface="+mn-lt"/>
                        <a:ea typeface="+mn-ea"/>
                        <a:cs typeface="Times New Roman" pitchFamily="18" charset="0"/>
                        <a:sym typeface="Symbol" pitchFamily="18" charset="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sz="1600" b="0" i="0" u="none" strike="noStrike" kern="1200" cap="none" normalizeH="0" baseline="0" dirty="0">
                          <a:ln>
                            <a:noFill/>
                          </a:ln>
                          <a:solidFill>
                            <a:schemeClr val="tx2"/>
                          </a:solidFill>
                          <a:effectLst/>
                          <a:latin typeface="+mn-lt"/>
                          <a:ea typeface="+mn-ea"/>
                          <a:cs typeface="Times New Roman" pitchFamily="18" charset="0"/>
                        </a:rPr>
                        <a:t>7</a:t>
                      </a:r>
                      <a:r>
                        <a:rPr kumimoji="1" lang="en-US" sz="1600" b="0" i="0" u="none" strike="noStrike" kern="1200" cap="none" normalizeH="0" baseline="0" dirty="0">
                          <a:ln>
                            <a:noFill/>
                          </a:ln>
                          <a:solidFill>
                            <a:schemeClr val="tx2"/>
                          </a:solidFill>
                          <a:effectLst/>
                          <a:latin typeface="+mn-lt"/>
                          <a:ea typeface="+mn-ea"/>
                          <a:cs typeface="Times New Roman" pitchFamily="18" charset="0"/>
                          <a:sym typeface="Symbol" pitchFamily="18" charset="2"/>
                        </a:rPr>
                        <a:t></a:t>
                      </a:r>
                      <a:r>
                        <a:rPr kumimoji="1" lang="en-US" sz="1600" b="0" i="0" u="none" strike="noStrike" kern="1200" cap="none" normalizeH="0" baseline="0" dirty="0">
                          <a:ln>
                            <a:noFill/>
                          </a:ln>
                          <a:solidFill>
                            <a:schemeClr val="tx2"/>
                          </a:solidFill>
                          <a:effectLst/>
                          <a:latin typeface="+mn-lt"/>
                          <a:ea typeface="+mn-ea"/>
                          <a:cs typeface="Times New Roman" pitchFamily="18" charset="0"/>
                        </a:rPr>
                        <a:t>IRI</a:t>
                      </a:r>
                      <a:r>
                        <a:rPr kumimoji="1" lang="en-US" sz="1600" b="0" i="0" u="none" strike="noStrike" kern="1200" cap="none" normalizeH="0" baseline="0" dirty="0">
                          <a:ln>
                            <a:noFill/>
                          </a:ln>
                          <a:solidFill>
                            <a:schemeClr val="tx2"/>
                          </a:solidFill>
                          <a:effectLst/>
                          <a:latin typeface="+mn-lt"/>
                          <a:ea typeface="+mn-ea"/>
                          <a:cs typeface="Times New Roman" pitchFamily="18" charset="0"/>
                          <a:sym typeface="Symbol" pitchFamily="18" charset="2"/>
                        </a:rPr>
                        <a:t></a:t>
                      </a:r>
                      <a:r>
                        <a:rPr kumimoji="1" lang="en-US" sz="1600" b="0" i="0" u="none" strike="noStrike" kern="1200" cap="none" normalizeH="0" baseline="0" dirty="0">
                          <a:ln>
                            <a:noFill/>
                          </a:ln>
                          <a:solidFill>
                            <a:schemeClr val="tx2"/>
                          </a:solidFill>
                          <a:effectLst/>
                          <a:latin typeface="+mn-lt"/>
                          <a:ea typeface="+mn-ea"/>
                          <a:cs typeface="Times New Roman" pitchFamily="18" charset="0"/>
                        </a:rPr>
                        <a:t>9</a:t>
                      </a:r>
                      <a:endParaRPr kumimoji="1" lang="en-US" sz="1600" b="0" i="0" u="none" strike="noStrike" kern="1200" cap="none" normalizeH="0" baseline="0" dirty="0">
                        <a:ln>
                          <a:noFill/>
                        </a:ln>
                        <a:solidFill>
                          <a:schemeClr val="tx2"/>
                        </a:solidFill>
                        <a:effectLst/>
                        <a:latin typeface="+mn-lt"/>
                        <a:ea typeface="+mn-ea"/>
                        <a:cs typeface="Times New Roman" pitchFamily="18" charset="0"/>
                        <a:sym typeface="Symbol" pitchFamily="18" charset="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sz="1600" b="0" i="0" u="none" strike="noStrike" kern="1200" cap="none" normalizeH="0" baseline="0" dirty="0">
                          <a:ln>
                            <a:noFill/>
                          </a:ln>
                          <a:solidFill>
                            <a:schemeClr val="tx2"/>
                          </a:solidFill>
                          <a:effectLst/>
                          <a:latin typeface="+mn-lt"/>
                          <a:ea typeface="+mn-ea"/>
                          <a:cs typeface="Times New Roman" pitchFamily="18" charset="0"/>
                        </a:rPr>
                        <a:t>9</a:t>
                      </a:r>
                      <a:r>
                        <a:rPr kumimoji="1" lang="en-US" sz="1600" b="0" i="0" u="none" strike="noStrike" kern="1200" cap="none" normalizeH="0" baseline="0" dirty="0">
                          <a:ln>
                            <a:noFill/>
                          </a:ln>
                          <a:solidFill>
                            <a:schemeClr val="tx2"/>
                          </a:solidFill>
                          <a:effectLst/>
                          <a:latin typeface="+mn-lt"/>
                          <a:ea typeface="+mn-ea"/>
                          <a:cs typeface="Times New Roman" pitchFamily="18" charset="0"/>
                          <a:sym typeface="Symbol" pitchFamily="18" charset="2"/>
                        </a:rPr>
                        <a:t></a:t>
                      </a:r>
                      <a:r>
                        <a:rPr kumimoji="1" lang="en-US" sz="1600" b="0" i="0" u="none" strike="noStrike" kern="1200" cap="none" normalizeH="0" baseline="0" dirty="0">
                          <a:ln>
                            <a:noFill/>
                          </a:ln>
                          <a:solidFill>
                            <a:schemeClr val="tx2"/>
                          </a:solidFill>
                          <a:effectLst/>
                          <a:latin typeface="+mn-lt"/>
                          <a:ea typeface="+mn-ea"/>
                          <a:cs typeface="Times New Roman" pitchFamily="18" charset="0"/>
                        </a:rPr>
                        <a:t>IRI</a:t>
                      </a:r>
                      <a:r>
                        <a:rPr kumimoji="1" lang="en-US" sz="1600" b="0" i="0" u="none" strike="noStrike" kern="1200" cap="none" normalizeH="0" baseline="0" dirty="0">
                          <a:ln>
                            <a:noFill/>
                          </a:ln>
                          <a:solidFill>
                            <a:schemeClr val="tx2"/>
                          </a:solidFill>
                          <a:effectLst/>
                          <a:latin typeface="+mn-lt"/>
                          <a:ea typeface="+mn-ea"/>
                          <a:cs typeface="Times New Roman" pitchFamily="18" charset="0"/>
                          <a:sym typeface="Symbol" pitchFamily="18" charset="2"/>
                        </a:rPr>
                        <a:t></a:t>
                      </a:r>
                      <a:r>
                        <a:rPr kumimoji="1" lang="en-US" sz="1600" b="0" i="0" u="none" strike="noStrike" kern="1200" cap="none" normalizeH="0" baseline="0" dirty="0">
                          <a:ln>
                            <a:noFill/>
                          </a:ln>
                          <a:solidFill>
                            <a:schemeClr val="tx2"/>
                          </a:solidFill>
                          <a:effectLst/>
                          <a:latin typeface="+mn-lt"/>
                          <a:ea typeface="+mn-ea"/>
                          <a:cs typeface="Times New Roman" pitchFamily="18" charset="0"/>
                        </a:rPr>
                        <a:t>11</a:t>
                      </a:r>
                      <a:endParaRPr kumimoji="1" lang="en-US" sz="1600" b="0" i="0" u="none" strike="noStrike" kern="1200" cap="none" normalizeH="0" baseline="0" dirty="0">
                        <a:ln>
                          <a:noFill/>
                        </a:ln>
                        <a:solidFill>
                          <a:schemeClr val="tx2"/>
                        </a:solidFill>
                        <a:effectLst/>
                        <a:latin typeface="+mn-lt"/>
                        <a:ea typeface="+mn-ea"/>
                        <a:cs typeface="Times New Roman" pitchFamily="18" charset="0"/>
                        <a:sym typeface="Symbol" pitchFamily="18" charset="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9090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kern="1200" cap="none" normalizeH="0" baseline="0" dirty="0" err="1">
                          <a:ln>
                            <a:noFill/>
                          </a:ln>
                          <a:solidFill>
                            <a:schemeClr val="tx2"/>
                          </a:solidFill>
                          <a:effectLst/>
                          <a:latin typeface="+mn-lt"/>
                          <a:ea typeface="+mn-ea"/>
                          <a:cs typeface="Times New Roman" pitchFamily="18" charset="0"/>
                        </a:rPr>
                        <a:t>Cấp</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thấp</a:t>
                      </a:r>
                      <a:r>
                        <a:rPr kumimoji="1" lang="en-US" sz="1600" b="0" i="0" u="none" strike="noStrike" kern="1200" cap="none" normalizeH="0" baseline="0" dirty="0">
                          <a:ln>
                            <a:noFill/>
                          </a:ln>
                          <a:solidFill>
                            <a:schemeClr val="tx2"/>
                          </a:solidFill>
                          <a:effectLst/>
                          <a:latin typeface="+mn-lt"/>
                          <a:ea typeface="+mn-ea"/>
                          <a:cs typeface="Times New Roman" pitchFamily="18" charset="0"/>
                        </a:rPr>
                        <a:t> B1: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đường</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đá</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dăm</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nước</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có</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lớp</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bảo</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vệ</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rời</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rạc</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đá</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gia</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cố</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chất</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kết</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dính</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vô</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cơ</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láng</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nhựa</a:t>
                      </a:r>
                      <a:endParaRPr kumimoji="1" lang="en-US" sz="1600" b="0" i="0" u="none" strike="noStrike" kern="1200" cap="none" normalizeH="0" baseline="0" dirty="0">
                        <a:ln>
                          <a:noFill/>
                        </a:ln>
                        <a:solidFill>
                          <a:schemeClr val="tx2"/>
                        </a:solidFill>
                        <a:effectLst/>
                        <a:latin typeface="+mn-lt"/>
                        <a:ea typeface="+mn-ea"/>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kern="1200" cap="none" normalizeH="0" baseline="0" dirty="0" err="1">
                          <a:ln>
                            <a:noFill/>
                          </a:ln>
                          <a:solidFill>
                            <a:schemeClr val="tx2"/>
                          </a:solidFill>
                          <a:effectLst/>
                          <a:latin typeface="+mn-lt"/>
                          <a:ea typeface="+mn-ea"/>
                          <a:cs typeface="Times New Roman" pitchFamily="18" charset="0"/>
                        </a:rPr>
                        <a:t>Đường</a:t>
                      </a:r>
                      <a:r>
                        <a:rPr kumimoji="1" lang="en-US" sz="1600" b="0" i="0" u="none" strike="noStrike" kern="1200" cap="none" normalizeH="0" baseline="0" dirty="0">
                          <a:ln>
                            <a:noFill/>
                          </a:ln>
                          <a:solidFill>
                            <a:schemeClr val="tx2"/>
                          </a:solidFill>
                          <a:effectLst/>
                          <a:latin typeface="+mn-lt"/>
                          <a:ea typeface="+mn-ea"/>
                          <a:cs typeface="Times New Roman" pitchFamily="18" charset="0"/>
                        </a:rPr>
                        <a:t> ô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tô</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cấp</a:t>
                      </a:r>
                      <a:r>
                        <a:rPr kumimoji="1" lang="en-US" sz="1600" b="0" i="0" u="none" strike="noStrike" kern="1200" cap="none" normalizeH="0" baseline="0" dirty="0">
                          <a:ln>
                            <a:noFill/>
                          </a:ln>
                          <a:solidFill>
                            <a:schemeClr val="tx2"/>
                          </a:solidFill>
                          <a:effectLst/>
                          <a:latin typeface="+mn-lt"/>
                          <a:ea typeface="+mn-ea"/>
                          <a:cs typeface="Times New Roman" pitchFamily="18" charset="0"/>
                        </a:rPr>
                        <a:t> 40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và</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cấp</a:t>
                      </a:r>
                      <a:r>
                        <a:rPr kumimoji="1" lang="en-US" sz="1600" b="0" i="0" u="none" strike="noStrike" kern="1200" cap="none" normalizeH="0" baseline="0" dirty="0">
                          <a:ln>
                            <a:noFill/>
                          </a:ln>
                          <a:solidFill>
                            <a:schemeClr val="tx2"/>
                          </a:solidFill>
                          <a:effectLst/>
                          <a:latin typeface="+mn-lt"/>
                          <a:ea typeface="+mn-ea"/>
                          <a:cs typeface="Times New Roman" pitchFamily="18" charset="0"/>
                        </a:rPr>
                        <a:t> 20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sz="1600" b="0" i="0" u="none" strike="noStrike" kern="1200" cap="none" normalizeH="0" baseline="0">
                          <a:ln>
                            <a:noFill/>
                          </a:ln>
                          <a:solidFill>
                            <a:schemeClr val="tx2"/>
                          </a:solidFill>
                          <a:effectLst/>
                          <a:latin typeface="+mn-lt"/>
                          <a:ea typeface="+mn-ea"/>
                          <a:cs typeface="Times New Roman" pitchFamily="18" charset="0"/>
                        </a:rPr>
                        <a:t>IRI</a:t>
                      </a:r>
                      <a:r>
                        <a:rPr kumimoji="1" lang="en-US" sz="1600" b="0" i="0" u="none" strike="noStrike" kern="1200" cap="none" normalizeH="0" baseline="0">
                          <a:ln>
                            <a:noFill/>
                          </a:ln>
                          <a:solidFill>
                            <a:schemeClr val="tx2"/>
                          </a:solidFill>
                          <a:effectLst/>
                          <a:latin typeface="+mn-lt"/>
                          <a:ea typeface="+mn-ea"/>
                          <a:cs typeface="Times New Roman" pitchFamily="18" charset="0"/>
                          <a:sym typeface="Symbol" pitchFamily="18" charset="2"/>
                        </a:rPr>
                        <a:t></a:t>
                      </a:r>
                      <a:r>
                        <a:rPr kumimoji="1" lang="en-US" sz="1600" b="0" i="0" u="none" strike="noStrike" kern="1200" cap="none" normalizeH="0" baseline="0">
                          <a:ln>
                            <a:noFill/>
                          </a:ln>
                          <a:solidFill>
                            <a:schemeClr val="tx2"/>
                          </a:solidFill>
                          <a:effectLst/>
                          <a:latin typeface="+mn-lt"/>
                          <a:ea typeface="+mn-ea"/>
                          <a:cs typeface="Times New Roman" pitchFamily="18" charset="0"/>
                        </a:rPr>
                        <a:t>6</a:t>
                      </a:r>
                      <a:endParaRPr kumimoji="1" lang="en-US" sz="1600" b="0" i="0" u="none" strike="noStrike" kern="1200" cap="none" normalizeH="0" baseline="0">
                        <a:ln>
                          <a:noFill/>
                        </a:ln>
                        <a:solidFill>
                          <a:schemeClr val="tx2"/>
                        </a:solidFill>
                        <a:effectLst/>
                        <a:latin typeface="+mn-lt"/>
                        <a:ea typeface="+mn-ea"/>
                        <a:cs typeface="Times New Roman" pitchFamily="18" charset="0"/>
                        <a:sym typeface="Symbol" pitchFamily="18" charset="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sz="1600" b="0" i="0" u="none" strike="noStrike" kern="1200" cap="none" normalizeH="0" baseline="0">
                          <a:ln>
                            <a:noFill/>
                          </a:ln>
                          <a:solidFill>
                            <a:schemeClr val="tx2"/>
                          </a:solidFill>
                          <a:effectLst/>
                          <a:latin typeface="+mn-lt"/>
                          <a:ea typeface="+mn-ea"/>
                          <a:cs typeface="Times New Roman" pitchFamily="18" charset="0"/>
                        </a:rPr>
                        <a:t>6</a:t>
                      </a:r>
                      <a:r>
                        <a:rPr kumimoji="1" lang="en-US" sz="1600" b="0" i="0" u="none" strike="noStrike" kern="1200" cap="none" normalizeH="0" baseline="0">
                          <a:ln>
                            <a:noFill/>
                          </a:ln>
                          <a:solidFill>
                            <a:schemeClr val="tx2"/>
                          </a:solidFill>
                          <a:effectLst/>
                          <a:latin typeface="+mn-lt"/>
                          <a:ea typeface="+mn-ea"/>
                          <a:cs typeface="Times New Roman" pitchFamily="18" charset="0"/>
                          <a:sym typeface="Symbol" pitchFamily="18" charset="2"/>
                        </a:rPr>
                        <a:t></a:t>
                      </a:r>
                      <a:r>
                        <a:rPr kumimoji="1" lang="en-US" sz="1600" b="0" i="0" u="none" strike="noStrike" kern="1200" cap="none" normalizeH="0" baseline="0">
                          <a:ln>
                            <a:noFill/>
                          </a:ln>
                          <a:solidFill>
                            <a:schemeClr val="tx2"/>
                          </a:solidFill>
                          <a:effectLst/>
                          <a:latin typeface="+mn-lt"/>
                          <a:ea typeface="+mn-ea"/>
                          <a:cs typeface="Times New Roman" pitchFamily="18" charset="0"/>
                        </a:rPr>
                        <a:t>IRI</a:t>
                      </a:r>
                      <a:r>
                        <a:rPr kumimoji="1" lang="en-US" sz="1600" b="0" i="0" u="none" strike="noStrike" kern="1200" cap="none" normalizeH="0" baseline="0">
                          <a:ln>
                            <a:noFill/>
                          </a:ln>
                          <a:solidFill>
                            <a:schemeClr val="tx2"/>
                          </a:solidFill>
                          <a:effectLst/>
                          <a:latin typeface="+mn-lt"/>
                          <a:ea typeface="+mn-ea"/>
                          <a:cs typeface="Times New Roman" pitchFamily="18" charset="0"/>
                          <a:sym typeface="Symbol" pitchFamily="18" charset="2"/>
                        </a:rPr>
                        <a:t></a:t>
                      </a:r>
                      <a:r>
                        <a:rPr kumimoji="1" lang="en-US" sz="1600" b="0" i="0" u="none" strike="noStrike" kern="1200" cap="none" normalizeH="0" baseline="0">
                          <a:ln>
                            <a:noFill/>
                          </a:ln>
                          <a:solidFill>
                            <a:schemeClr val="tx2"/>
                          </a:solidFill>
                          <a:effectLst/>
                          <a:latin typeface="+mn-lt"/>
                          <a:ea typeface="+mn-ea"/>
                          <a:cs typeface="Times New Roman" pitchFamily="18" charset="0"/>
                        </a:rPr>
                        <a:t>9</a:t>
                      </a:r>
                      <a:endParaRPr kumimoji="1" lang="en-US" sz="1600" b="0" i="0" u="none" strike="noStrike" kern="1200" cap="none" normalizeH="0" baseline="0">
                        <a:ln>
                          <a:noFill/>
                        </a:ln>
                        <a:solidFill>
                          <a:schemeClr val="tx2"/>
                        </a:solidFill>
                        <a:effectLst/>
                        <a:latin typeface="+mn-lt"/>
                        <a:ea typeface="+mn-ea"/>
                        <a:cs typeface="Times New Roman" pitchFamily="18" charset="0"/>
                        <a:sym typeface="Symbol" pitchFamily="18" charset="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sz="1600" b="0" i="0" u="none" strike="noStrike" kern="1200" cap="none" normalizeH="0" baseline="0">
                          <a:ln>
                            <a:noFill/>
                          </a:ln>
                          <a:solidFill>
                            <a:schemeClr val="tx2"/>
                          </a:solidFill>
                          <a:effectLst/>
                          <a:latin typeface="+mn-lt"/>
                          <a:ea typeface="+mn-ea"/>
                          <a:cs typeface="Times New Roman" pitchFamily="18" charset="0"/>
                        </a:rPr>
                        <a:t>9</a:t>
                      </a:r>
                      <a:r>
                        <a:rPr kumimoji="1" lang="en-US" sz="1600" b="0" i="0" u="none" strike="noStrike" kern="1200" cap="none" normalizeH="0" baseline="0">
                          <a:ln>
                            <a:noFill/>
                          </a:ln>
                          <a:solidFill>
                            <a:schemeClr val="tx2"/>
                          </a:solidFill>
                          <a:effectLst/>
                          <a:latin typeface="+mn-lt"/>
                          <a:ea typeface="+mn-ea"/>
                          <a:cs typeface="Times New Roman" pitchFamily="18" charset="0"/>
                          <a:sym typeface="Symbol" pitchFamily="18" charset="2"/>
                        </a:rPr>
                        <a:t></a:t>
                      </a:r>
                      <a:r>
                        <a:rPr kumimoji="1" lang="en-US" sz="1600" b="0" i="0" u="none" strike="noStrike" kern="1200" cap="none" normalizeH="0" baseline="0">
                          <a:ln>
                            <a:noFill/>
                          </a:ln>
                          <a:solidFill>
                            <a:schemeClr val="tx2"/>
                          </a:solidFill>
                          <a:effectLst/>
                          <a:latin typeface="+mn-lt"/>
                          <a:ea typeface="+mn-ea"/>
                          <a:cs typeface="Times New Roman" pitchFamily="18" charset="0"/>
                        </a:rPr>
                        <a:t>IRI</a:t>
                      </a:r>
                      <a:r>
                        <a:rPr kumimoji="1" lang="en-US" sz="1600" b="0" i="0" u="none" strike="noStrike" kern="1200" cap="none" normalizeH="0" baseline="0">
                          <a:ln>
                            <a:noFill/>
                          </a:ln>
                          <a:solidFill>
                            <a:schemeClr val="tx2"/>
                          </a:solidFill>
                          <a:effectLst/>
                          <a:latin typeface="+mn-lt"/>
                          <a:ea typeface="+mn-ea"/>
                          <a:cs typeface="Times New Roman" pitchFamily="18" charset="0"/>
                          <a:sym typeface="Symbol" pitchFamily="18" charset="2"/>
                        </a:rPr>
                        <a:t></a:t>
                      </a:r>
                      <a:r>
                        <a:rPr kumimoji="1" lang="en-US" sz="1600" b="0" i="0" u="none" strike="noStrike" kern="1200" cap="none" normalizeH="0" baseline="0">
                          <a:ln>
                            <a:noFill/>
                          </a:ln>
                          <a:solidFill>
                            <a:schemeClr val="tx2"/>
                          </a:solidFill>
                          <a:effectLst/>
                          <a:latin typeface="+mn-lt"/>
                          <a:ea typeface="+mn-ea"/>
                          <a:cs typeface="Times New Roman" pitchFamily="18" charset="0"/>
                        </a:rPr>
                        <a:t>12</a:t>
                      </a:r>
                      <a:endParaRPr kumimoji="1" lang="en-US" sz="1600" b="0" i="0" u="none" strike="noStrike" kern="1200" cap="none" normalizeH="0" baseline="0">
                        <a:ln>
                          <a:noFill/>
                        </a:ln>
                        <a:solidFill>
                          <a:schemeClr val="tx2"/>
                        </a:solidFill>
                        <a:effectLst/>
                        <a:latin typeface="+mn-lt"/>
                        <a:ea typeface="+mn-ea"/>
                        <a:cs typeface="Times New Roman" pitchFamily="18" charset="0"/>
                        <a:sym typeface="Symbol" pitchFamily="18" charset="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sz="1600" b="0" i="0" u="none" strike="noStrike" kern="1200" cap="none" normalizeH="0" baseline="0" dirty="0">
                          <a:ln>
                            <a:noFill/>
                          </a:ln>
                          <a:solidFill>
                            <a:schemeClr val="tx2"/>
                          </a:solidFill>
                          <a:effectLst/>
                          <a:latin typeface="+mn-lt"/>
                          <a:ea typeface="+mn-ea"/>
                          <a:cs typeface="Times New Roman" pitchFamily="18" charset="0"/>
                        </a:rPr>
                        <a:t>12</a:t>
                      </a:r>
                      <a:r>
                        <a:rPr kumimoji="1" lang="en-US" sz="1600" b="0" i="0" u="none" strike="noStrike" kern="1200" cap="none" normalizeH="0" baseline="0" dirty="0">
                          <a:ln>
                            <a:noFill/>
                          </a:ln>
                          <a:solidFill>
                            <a:schemeClr val="tx2"/>
                          </a:solidFill>
                          <a:effectLst/>
                          <a:latin typeface="+mn-lt"/>
                          <a:ea typeface="+mn-ea"/>
                          <a:cs typeface="Times New Roman" pitchFamily="18" charset="0"/>
                          <a:sym typeface="Symbol" pitchFamily="18" charset="2"/>
                        </a:rPr>
                        <a:t></a:t>
                      </a:r>
                      <a:r>
                        <a:rPr kumimoji="1" lang="en-US" sz="1600" b="0" i="0" u="none" strike="noStrike" kern="1200" cap="none" normalizeH="0" baseline="0" dirty="0">
                          <a:ln>
                            <a:noFill/>
                          </a:ln>
                          <a:solidFill>
                            <a:schemeClr val="tx2"/>
                          </a:solidFill>
                          <a:effectLst/>
                          <a:latin typeface="+mn-lt"/>
                          <a:ea typeface="+mn-ea"/>
                          <a:cs typeface="Times New Roman" pitchFamily="18" charset="0"/>
                        </a:rPr>
                        <a:t>IRI</a:t>
                      </a:r>
                      <a:r>
                        <a:rPr kumimoji="1" lang="en-US" sz="1600" b="0" i="0" u="none" strike="noStrike" kern="1200" cap="none" normalizeH="0" baseline="0" dirty="0">
                          <a:ln>
                            <a:noFill/>
                          </a:ln>
                          <a:solidFill>
                            <a:schemeClr val="tx2"/>
                          </a:solidFill>
                          <a:effectLst/>
                          <a:latin typeface="+mn-lt"/>
                          <a:ea typeface="+mn-ea"/>
                          <a:cs typeface="Times New Roman" pitchFamily="18" charset="0"/>
                          <a:sym typeface="Symbol" pitchFamily="18" charset="2"/>
                        </a:rPr>
                        <a:t></a:t>
                      </a:r>
                      <a:r>
                        <a:rPr kumimoji="1" lang="en-US" sz="1600" b="0" i="0" u="none" strike="noStrike" kern="1200" cap="none" normalizeH="0" baseline="0" dirty="0">
                          <a:ln>
                            <a:noFill/>
                          </a:ln>
                          <a:solidFill>
                            <a:schemeClr val="tx2"/>
                          </a:solidFill>
                          <a:effectLst/>
                          <a:latin typeface="+mn-lt"/>
                          <a:ea typeface="+mn-ea"/>
                          <a:cs typeface="Times New Roman" pitchFamily="18" charset="0"/>
                        </a:rPr>
                        <a:t>15</a:t>
                      </a:r>
                      <a:endParaRPr kumimoji="1" lang="en-US" sz="1600" b="0" i="0" u="none" strike="noStrike" kern="1200" cap="none" normalizeH="0" baseline="0" dirty="0">
                        <a:ln>
                          <a:noFill/>
                        </a:ln>
                        <a:solidFill>
                          <a:schemeClr val="tx2"/>
                        </a:solidFill>
                        <a:effectLst/>
                        <a:latin typeface="+mn-lt"/>
                        <a:ea typeface="+mn-ea"/>
                        <a:cs typeface="Times New Roman" pitchFamily="18" charset="0"/>
                        <a:sym typeface="Symbol" pitchFamily="18" charset="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8077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kern="1200" cap="none" normalizeH="0" baseline="0" dirty="0" err="1">
                          <a:ln>
                            <a:noFill/>
                          </a:ln>
                          <a:solidFill>
                            <a:schemeClr val="tx2"/>
                          </a:solidFill>
                          <a:effectLst/>
                          <a:latin typeface="+mn-lt"/>
                          <a:ea typeface="+mn-ea"/>
                          <a:cs typeface="Times New Roman" pitchFamily="18" charset="0"/>
                        </a:rPr>
                        <a:t>Cấp</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thấp</a:t>
                      </a:r>
                      <a:r>
                        <a:rPr kumimoji="1" lang="en-US" sz="1600" b="0" i="0" u="none" strike="noStrike" kern="1200" cap="none" normalizeH="0" baseline="0" dirty="0">
                          <a:ln>
                            <a:noFill/>
                          </a:ln>
                          <a:solidFill>
                            <a:schemeClr val="tx2"/>
                          </a:solidFill>
                          <a:effectLst/>
                          <a:latin typeface="+mn-lt"/>
                          <a:ea typeface="+mn-ea"/>
                          <a:cs typeface="Times New Roman" pitchFamily="18" charset="0"/>
                        </a:rPr>
                        <a:t> B2: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Đường</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đất</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cải</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thiện</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đường</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đất</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gia</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cố</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chất</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liên</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kết</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vô</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cơ</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hoặc</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hữu</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có</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có</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lớp</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hao</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mòn</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và</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bảo</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vệ</a:t>
                      </a:r>
                      <a:endParaRPr kumimoji="1" lang="en-US" sz="1600" b="0" i="0" u="none" strike="noStrike" kern="1200" cap="none" normalizeH="0" baseline="0" dirty="0">
                        <a:ln>
                          <a:noFill/>
                        </a:ln>
                        <a:solidFill>
                          <a:schemeClr val="tx2"/>
                        </a:solidFill>
                        <a:effectLst/>
                        <a:latin typeface="+mn-lt"/>
                        <a:ea typeface="+mn-ea"/>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kern="1200" cap="none" normalizeH="0" baseline="0" dirty="0" err="1">
                          <a:ln>
                            <a:noFill/>
                          </a:ln>
                          <a:solidFill>
                            <a:schemeClr val="tx2"/>
                          </a:solidFill>
                          <a:effectLst/>
                          <a:latin typeface="+mn-lt"/>
                          <a:ea typeface="+mn-ea"/>
                          <a:cs typeface="Times New Roman" pitchFamily="18" charset="0"/>
                        </a:rPr>
                        <a:t>Đường</a:t>
                      </a:r>
                      <a:r>
                        <a:rPr kumimoji="1" lang="en-US" sz="1600" b="0" i="0" u="none" strike="noStrike" kern="1200" cap="none" normalizeH="0" baseline="0" dirty="0">
                          <a:ln>
                            <a:noFill/>
                          </a:ln>
                          <a:solidFill>
                            <a:schemeClr val="tx2"/>
                          </a:solidFill>
                          <a:effectLst/>
                          <a:latin typeface="+mn-lt"/>
                          <a:ea typeface="+mn-ea"/>
                          <a:cs typeface="Times New Roman" pitchFamily="18" charset="0"/>
                        </a:rPr>
                        <a:t> ô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tô</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cấp</a:t>
                      </a:r>
                      <a:r>
                        <a:rPr kumimoji="1" lang="en-US" sz="1600" b="0" i="0" u="none" strike="noStrike" kern="1200" cap="none" normalizeH="0" baseline="0" dirty="0">
                          <a:ln>
                            <a:noFill/>
                          </a:ln>
                          <a:solidFill>
                            <a:schemeClr val="tx2"/>
                          </a:solidFill>
                          <a:effectLst/>
                          <a:latin typeface="+mn-lt"/>
                          <a:ea typeface="+mn-ea"/>
                          <a:cs typeface="Times New Roman" pitchFamily="18" charset="0"/>
                        </a:rPr>
                        <a:t> 40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và</a:t>
                      </a:r>
                      <a:r>
                        <a:rPr kumimoji="1" lang="en-US" sz="1600" b="0" i="0" u="none" strike="noStrike" kern="1200" cap="none" normalizeH="0" baseline="0" dirty="0">
                          <a:ln>
                            <a:noFill/>
                          </a:ln>
                          <a:solidFill>
                            <a:schemeClr val="tx2"/>
                          </a:solidFill>
                          <a:effectLst/>
                          <a:latin typeface="+mn-lt"/>
                          <a:ea typeface="+mn-ea"/>
                          <a:cs typeface="Times New Roman" pitchFamily="18" charset="0"/>
                        </a:rPr>
                        <a:t> </a:t>
                      </a:r>
                      <a:r>
                        <a:rPr kumimoji="1" lang="en-US" sz="1600" b="0" i="0" u="none" strike="noStrike" kern="1200" cap="none" normalizeH="0" baseline="0" dirty="0" err="1">
                          <a:ln>
                            <a:noFill/>
                          </a:ln>
                          <a:solidFill>
                            <a:schemeClr val="tx2"/>
                          </a:solidFill>
                          <a:effectLst/>
                          <a:latin typeface="+mn-lt"/>
                          <a:ea typeface="+mn-ea"/>
                          <a:cs typeface="Times New Roman" pitchFamily="18" charset="0"/>
                        </a:rPr>
                        <a:t>cấp</a:t>
                      </a:r>
                      <a:r>
                        <a:rPr kumimoji="1" lang="en-US" sz="1600" b="0" i="0" u="none" strike="noStrike" kern="1200" cap="none" normalizeH="0" baseline="0" dirty="0">
                          <a:ln>
                            <a:noFill/>
                          </a:ln>
                          <a:solidFill>
                            <a:schemeClr val="tx2"/>
                          </a:solidFill>
                          <a:effectLst/>
                          <a:latin typeface="+mn-lt"/>
                          <a:ea typeface="+mn-ea"/>
                          <a:cs typeface="Times New Roman" pitchFamily="18" charset="0"/>
                        </a:rPr>
                        <a:t> 20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sz="1600" b="0" i="0" u="none" strike="noStrike" kern="1200" cap="none" normalizeH="0" baseline="0" dirty="0">
                          <a:ln>
                            <a:noFill/>
                          </a:ln>
                          <a:solidFill>
                            <a:schemeClr val="tx2"/>
                          </a:solidFill>
                          <a:effectLst/>
                          <a:latin typeface="+mn-lt"/>
                          <a:ea typeface="+mn-ea"/>
                          <a:cs typeface="Times New Roman" pitchFamily="18" charset="0"/>
                        </a:rPr>
                        <a:t>IRI</a:t>
                      </a:r>
                      <a:r>
                        <a:rPr kumimoji="1" lang="en-US" sz="1600" b="0" i="0" u="none" strike="noStrike" kern="1200" cap="none" normalizeH="0" baseline="0" dirty="0">
                          <a:ln>
                            <a:noFill/>
                          </a:ln>
                          <a:solidFill>
                            <a:schemeClr val="tx2"/>
                          </a:solidFill>
                          <a:effectLst/>
                          <a:latin typeface="+mn-lt"/>
                          <a:ea typeface="+mn-ea"/>
                          <a:cs typeface="Times New Roman" pitchFamily="18" charset="0"/>
                          <a:sym typeface="Symbol" pitchFamily="18" charset="2"/>
                        </a:rPr>
                        <a:t></a:t>
                      </a:r>
                      <a:r>
                        <a:rPr kumimoji="1" lang="en-US" sz="1600" b="0" i="0" u="none" strike="noStrike" kern="1200" cap="none" normalizeH="0" baseline="0" dirty="0">
                          <a:ln>
                            <a:noFill/>
                          </a:ln>
                          <a:solidFill>
                            <a:schemeClr val="tx2"/>
                          </a:solidFill>
                          <a:effectLst/>
                          <a:latin typeface="+mn-lt"/>
                          <a:ea typeface="+mn-ea"/>
                          <a:cs typeface="Times New Roman" pitchFamily="18" charset="0"/>
                        </a:rPr>
                        <a:t>8</a:t>
                      </a:r>
                      <a:endParaRPr kumimoji="1" lang="en-US" sz="1600" b="0" i="0" u="none" strike="noStrike" kern="1200" cap="none" normalizeH="0" baseline="0" dirty="0">
                        <a:ln>
                          <a:noFill/>
                        </a:ln>
                        <a:solidFill>
                          <a:schemeClr val="tx2"/>
                        </a:solidFill>
                        <a:effectLst/>
                        <a:latin typeface="+mn-lt"/>
                        <a:ea typeface="+mn-ea"/>
                        <a:cs typeface="Times New Roman" pitchFamily="18" charset="0"/>
                        <a:sym typeface="Symbol" pitchFamily="18" charset="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sz="1600" b="0" i="0" u="none" strike="noStrike" kern="1200" cap="none" normalizeH="0" baseline="0" dirty="0">
                          <a:ln>
                            <a:noFill/>
                          </a:ln>
                          <a:solidFill>
                            <a:schemeClr val="tx2"/>
                          </a:solidFill>
                          <a:effectLst/>
                          <a:latin typeface="+mn-lt"/>
                          <a:ea typeface="+mn-ea"/>
                          <a:cs typeface="Times New Roman" pitchFamily="18" charset="0"/>
                        </a:rPr>
                        <a:t>8</a:t>
                      </a:r>
                      <a:r>
                        <a:rPr kumimoji="1" lang="en-US" sz="1600" b="0" i="0" u="none" strike="noStrike" kern="1200" cap="none" normalizeH="0" baseline="0" dirty="0">
                          <a:ln>
                            <a:noFill/>
                          </a:ln>
                          <a:solidFill>
                            <a:schemeClr val="tx2"/>
                          </a:solidFill>
                          <a:effectLst/>
                          <a:latin typeface="+mn-lt"/>
                          <a:ea typeface="+mn-ea"/>
                          <a:cs typeface="Times New Roman" pitchFamily="18" charset="0"/>
                          <a:sym typeface="Symbol" pitchFamily="18" charset="2"/>
                        </a:rPr>
                        <a:t></a:t>
                      </a:r>
                      <a:r>
                        <a:rPr kumimoji="1" lang="en-US" sz="1600" b="0" i="0" u="none" strike="noStrike" kern="1200" cap="none" normalizeH="0" baseline="0" dirty="0">
                          <a:ln>
                            <a:noFill/>
                          </a:ln>
                          <a:solidFill>
                            <a:schemeClr val="tx2"/>
                          </a:solidFill>
                          <a:effectLst/>
                          <a:latin typeface="+mn-lt"/>
                          <a:ea typeface="+mn-ea"/>
                          <a:cs typeface="Times New Roman" pitchFamily="18" charset="0"/>
                        </a:rPr>
                        <a:t>IRI</a:t>
                      </a:r>
                      <a:r>
                        <a:rPr kumimoji="1" lang="en-US" sz="1600" b="0" i="0" u="none" strike="noStrike" kern="1200" cap="none" normalizeH="0" baseline="0" dirty="0">
                          <a:ln>
                            <a:noFill/>
                          </a:ln>
                          <a:solidFill>
                            <a:schemeClr val="tx2"/>
                          </a:solidFill>
                          <a:effectLst/>
                          <a:latin typeface="+mn-lt"/>
                          <a:ea typeface="+mn-ea"/>
                          <a:cs typeface="Times New Roman" pitchFamily="18" charset="0"/>
                          <a:sym typeface="Symbol" pitchFamily="18" charset="2"/>
                        </a:rPr>
                        <a:t></a:t>
                      </a:r>
                      <a:r>
                        <a:rPr kumimoji="1" lang="en-US" sz="1600" b="0" i="0" u="none" strike="noStrike" kern="1200" cap="none" normalizeH="0" baseline="0" dirty="0">
                          <a:ln>
                            <a:noFill/>
                          </a:ln>
                          <a:solidFill>
                            <a:schemeClr val="tx2"/>
                          </a:solidFill>
                          <a:effectLst/>
                          <a:latin typeface="+mn-lt"/>
                          <a:ea typeface="+mn-ea"/>
                          <a:cs typeface="Times New Roman" pitchFamily="18" charset="0"/>
                        </a:rPr>
                        <a:t>12</a:t>
                      </a:r>
                      <a:endParaRPr kumimoji="1" lang="en-US" sz="1600" b="0" i="0" u="none" strike="noStrike" kern="1200" cap="none" normalizeH="0" baseline="0" dirty="0">
                        <a:ln>
                          <a:noFill/>
                        </a:ln>
                        <a:solidFill>
                          <a:schemeClr val="tx2"/>
                        </a:solidFill>
                        <a:effectLst/>
                        <a:latin typeface="+mn-lt"/>
                        <a:ea typeface="+mn-ea"/>
                        <a:cs typeface="Times New Roman" pitchFamily="18" charset="0"/>
                        <a:sym typeface="Symbol" pitchFamily="18" charset="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sz="1600" b="0" i="0" u="none" strike="noStrike" kern="1200" cap="none" normalizeH="0" baseline="0" dirty="0">
                          <a:ln>
                            <a:noFill/>
                          </a:ln>
                          <a:solidFill>
                            <a:schemeClr val="tx2"/>
                          </a:solidFill>
                          <a:effectLst/>
                          <a:latin typeface="+mn-lt"/>
                          <a:ea typeface="+mn-ea"/>
                          <a:cs typeface="Times New Roman" pitchFamily="18" charset="0"/>
                        </a:rPr>
                        <a:t>12</a:t>
                      </a:r>
                      <a:r>
                        <a:rPr kumimoji="1" lang="en-US" sz="1600" b="0" i="0" u="none" strike="noStrike" kern="1200" cap="none" normalizeH="0" baseline="0" dirty="0">
                          <a:ln>
                            <a:noFill/>
                          </a:ln>
                          <a:solidFill>
                            <a:schemeClr val="tx2"/>
                          </a:solidFill>
                          <a:effectLst/>
                          <a:latin typeface="+mn-lt"/>
                          <a:ea typeface="+mn-ea"/>
                          <a:cs typeface="Times New Roman" pitchFamily="18" charset="0"/>
                          <a:sym typeface="Symbol" pitchFamily="18" charset="2"/>
                        </a:rPr>
                        <a:t></a:t>
                      </a:r>
                      <a:r>
                        <a:rPr kumimoji="1" lang="en-US" sz="1600" b="0" i="0" u="none" strike="noStrike" kern="1200" cap="none" normalizeH="0" baseline="0" dirty="0">
                          <a:ln>
                            <a:noFill/>
                          </a:ln>
                          <a:solidFill>
                            <a:schemeClr val="tx2"/>
                          </a:solidFill>
                          <a:effectLst/>
                          <a:latin typeface="+mn-lt"/>
                          <a:ea typeface="+mn-ea"/>
                          <a:cs typeface="Times New Roman" pitchFamily="18" charset="0"/>
                        </a:rPr>
                        <a:t>IRI</a:t>
                      </a:r>
                      <a:r>
                        <a:rPr kumimoji="1" lang="en-US" sz="1600" b="0" i="0" u="none" strike="noStrike" kern="1200" cap="none" normalizeH="0" baseline="0" dirty="0">
                          <a:ln>
                            <a:noFill/>
                          </a:ln>
                          <a:solidFill>
                            <a:schemeClr val="tx2"/>
                          </a:solidFill>
                          <a:effectLst/>
                          <a:latin typeface="+mn-lt"/>
                          <a:ea typeface="+mn-ea"/>
                          <a:cs typeface="Times New Roman" pitchFamily="18" charset="0"/>
                          <a:sym typeface="Symbol" pitchFamily="18" charset="2"/>
                        </a:rPr>
                        <a:t></a:t>
                      </a:r>
                      <a:r>
                        <a:rPr kumimoji="1" lang="en-US" sz="1600" b="0" i="0" u="none" strike="noStrike" kern="1200" cap="none" normalizeH="0" baseline="0" dirty="0">
                          <a:ln>
                            <a:noFill/>
                          </a:ln>
                          <a:solidFill>
                            <a:schemeClr val="tx2"/>
                          </a:solidFill>
                          <a:effectLst/>
                          <a:latin typeface="+mn-lt"/>
                          <a:ea typeface="+mn-ea"/>
                          <a:cs typeface="Times New Roman" pitchFamily="18" charset="0"/>
                        </a:rPr>
                        <a:t>16</a:t>
                      </a:r>
                      <a:endParaRPr kumimoji="1" lang="en-US" sz="1600" b="0" i="0" u="none" strike="noStrike" kern="1200" cap="none" normalizeH="0" baseline="0" dirty="0">
                        <a:ln>
                          <a:noFill/>
                        </a:ln>
                        <a:solidFill>
                          <a:schemeClr val="tx2"/>
                        </a:solidFill>
                        <a:effectLst/>
                        <a:latin typeface="+mn-lt"/>
                        <a:ea typeface="+mn-ea"/>
                        <a:cs typeface="Times New Roman" pitchFamily="18" charset="0"/>
                        <a:sym typeface="Symbol" pitchFamily="18" charset="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sz="1600" b="0" i="0" u="none" strike="noStrike" kern="1200" cap="none" normalizeH="0" baseline="0" dirty="0">
                          <a:ln>
                            <a:noFill/>
                          </a:ln>
                          <a:solidFill>
                            <a:schemeClr val="tx2"/>
                          </a:solidFill>
                          <a:effectLst/>
                          <a:latin typeface="+mn-lt"/>
                          <a:ea typeface="+mn-ea"/>
                          <a:cs typeface="Times New Roman" pitchFamily="18" charset="0"/>
                        </a:rPr>
                        <a:t>16</a:t>
                      </a:r>
                      <a:r>
                        <a:rPr kumimoji="1" lang="en-US" sz="1600" b="0" i="0" u="none" strike="noStrike" kern="1200" cap="none" normalizeH="0" baseline="0" dirty="0">
                          <a:ln>
                            <a:noFill/>
                          </a:ln>
                          <a:solidFill>
                            <a:schemeClr val="tx2"/>
                          </a:solidFill>
                          <a:effectLst/>
                          <a:latin typeface="+mn-lt"/>
                          <a:ea typeface="+mn-ea"/>
                          <a:cs typeface="Times New Roman" pitchFamily="18" charset="0"/>
                          <a:sym typeface="Symbol" pitchFamily="18" charset="2"/>
                        </a:rPr>
                        <a:t></a:t>
                      </a:r>
                      <a:r>
                        <a:rPr kumimoji="1" lang="en-US" sz="1600" b="0" i="0" u="none" strike="noStrike" kern="1200" cap="none" normalizeH="0" baseline="0" dirty="0">
                          <a:ln>
                            <a:noFill/>
                          </a:ln>
                          <a:solidFill>
                            <a:schemeClr val="tx2"/>
                          </a:solidFill>
                          <a:effectLst/>
                          <a:latin typeface="+mn-lt"/>
                          <a:ea typeface="+mn-ea"/>
                          <a:cs typeface="Times New Roman" pitchFamily="18" charset="0"/>
                        </a:rPr>
                        <a:t>IRI</a:t>
                      </a:r>
                      <a:r>
                        <a:rPr kumimoji="1" lang="en-US" sz="1600" b="0" i="0" u="none" strike="noStrike" kern="1200" cap="none" normalizeH="0" baseline="0" dirty="0">
                          <a:ln>
                            <a:noFill/>
                          </a:ln>
                          <a:solidFill>
                            <a:schemeClr val="tx2"/>
                          </a:solidFill>
                          <a:effectLst/>
                          <a:latin typeface="+mn-lt"/>
                          <a:ea typeface="+mn-ea"/>
                          <a:cs typeface="Times New Roman" pitchFamily="18" charset="0"/>
                          <a:sym typeface="Symbol" pitchFamily="18" charset="2"/>
                        </a:rPr>
                        <a:t></a:t>
                      </a:r>
                      <a:r>
                        <a:rPr kumimoji="1" lang="en-US" sz="1600" b="0" i="0" u="none" strike="noStrike" kern="1200" cap="none" normalizeH="0" baseline="0" dirty="0">
                          <a:ln>
                            <a:noFill/>
                          </a:ln>
                          <a:solidFill>
                            <a:schemeClr val="tx2"/>
                          </a:solidFill>
                          <a:effectLst/>
                          <a:latin typeface="+mn-lt"/>
                          <a:ea typeface="+mn-ea"/>
                          <a:cs typeface="Times New Roman" pitchFamily="18" charset="0"/>
                        </a:rPr>
                        <a:t>20</a:t>
                      </a:r>
                      <a:endParaRPr kumimoji="1" lang="en-US" sz="1600" b="0" i="0" u="none" strike="noStrike" kern="1200" cap="none" normalizeH="0" baseline="0" dirty="0">
                        <a:ln>
                          <a:noFill/>
                        </a:ln>
                        <a:solidFill>
                          <a:schemeClr val="tx2"/>
                        </a:solidFill>
                        <a:effectLst/>
                        <a:latin typeface="+mn-lt"/>
                        <a:ea typeface="+mn-ea"/>
                        <a:cs typeface="Times New Roman" pitchFamily="18" charset="0"/>
                        <a:sym typeface="Symbol" pitchFamily="18" charset="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5" name="Rectangle 4"/>
          <p:cNvSpPr/>
          <p:nvPr/>
        </p:nvSpPr>
        <p:spPr>
          <a:xfrm>
            <a:off x="228600" y="438666"/>
            <a:ext cx="7696200" cy="400110"/>
          </a:xfrm>
          <a:prstGeom prst="rect">
            <a:avLst/>
          </a:prstGeom>
        </p:spPr>
        <p:txBody>
          <a:bodyPr wrap="square">
            <a:spAutoFit/>
          </a:bodyPr>
          <a:lstStyle/>
          <a:p>
            <a:pPr>
              <a:spcBef>
                <a:spcPct val="50000"/>
              </a:spcBef>
            </a:pPr>
            <a:r>
              <a:rPr lang="en-US" sz="2000" b="1" dirty="0" err="1">
                <a:solidFill>
                  <a:srgbClr val="FF0000"/>
                </a:solidFill>
              </a:rPr>
              <a:t>Đặc</a:t>
            </a:r>
            <a:r>
              <a:rPr lang="en-US" sz="2000" b="1" dirty="0">
                <a:solidFill>
                  <a:srgbClr val="FF0000"/>
                </a:solidFill>
              </a:rPr>
              <a:t> </a:t>
            </a:r>
            <a:r>
              <a:rPr lang="en-US" sz="2000" b="1" dirty="0" err="1">
                <a:solidFill>
                  <a:srgbClr val="FF0000"/>
                </a:solidFill>
              </a:rPr>
              <a:t>trưng</a:t>
            </a:r>
            <a:r>
              <a:rPr lang="en-US" sz="2000" b="1" dirty="0">
                <a:solidFill>
                  <a:srgbClr val="FF0000"/>
                </a:solidFill>
              </a:rPr>
              <a:t> </a:t>
            </a:r>
            <a:r>
              <a:rPr lang="en-US" sz="2000" b="1" dirty="0" err="1">
                <a:solidFill>
                  <a:srgbClr val="FF0000"/>
                </a:solidFill>
              </a:rPr>
              <a:t>khai</a:t>
            </a:r>
            <a:r>
              <a:rPr lang="en-US" sz="2000" b="1" dirty="0">
                <a:solidFill>
                  <a:srgbClr val="FF0000"/>
                </a:solidFill>
              </a:rPr>
              <a:t> </a:t>
            </a:r>
            <a:r>
              <a:rPr lang="en-US" sz="2000" b="1" dirty="0" err="1">
                <a:solidFill>
                  <a:srgbClr val="FF0000"/>
                </a:solidFill>
              </a:rPr>
              <a:t>thác</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 </a:t>
            </a:r>
            <a:r>
              <a:rPr lang="en-US" sz="2000" b="1" dirty="0" err="1">
                <a:solidFill>
                  <a:srgbClr val="FF0000"/>
                </a:solidFill>
              </a:rPr>
              <a:t>tiêu</a:t>
            </a:r>
            <a:r>
              <a:rPr lang="en-US" sz="2000" b="1" dirty="0">
                <a:solidFill>
                  <a:srgbClr val="FF0000"/>
                </a:solidFill>
              </a:rPr>
              <a:t> </a:t>
            </a:r>
            <a:r>
              <a:rPr lang="en-US" sz="2000" b="1" dirty="0" err="1">
                <a:solidFill>
                  <a:srgbClr val="FF0000"/>
                </a:solidFill>
              </a:rPr>
              <a:t>chuẩn</a:t>
            </a:r>
            <a:r>
              <a:rPr lang="en-US" sz="2000" b="1" dirty="0">
                <a:solidFill>
                  <a:srgbClr val="FF0000"/>
                </a:solidFill>
              </a:rPr>
              <a:t> </a:t>
            </a:r>
            <a:r>
              <a:rPr lang="en-US" sz="2000" b="1" dirty="0" err="1">
                <a:solidFill>
                  <a:srgbClr val="FF0000"/>
                </a:solidFill>
              </a:rPr>
              <a:t>Việt</a:t>
            </a:r>
            <a:r>
              <a:rPr lang="en-US" sz="2000" b="1" dirty="0">
                <a:solidFill>
                  <a:srgbClr val="FF0000"/>
                </a:solidFill>
              </a:rPr>
              <a:t> Nam </a:t>
            </a:r>
            <a:r>
              <a:rPr lang="en-US" sz="2000" b="1" dirty="0" err="1">
                <a:solidFill>
                  <a:srgbClr val="FF0000"/>
                </a:solidFill>
              </a:rPr>
              <a:t>hiện</a:t>
            </a:r>
            <a:r>
              <a:rPr lang="en-US" sz="2000" b="1" dirty="0">
                <a:solidFill>
                  <a:srgbClr val="FF0000"/>
                </a:solidFill>
              </a:rPr>
              <a:t> </a:t>
            </a:r>
            <a:r>
              <a:rPr lang="en-US" sz="2000" b="1" dirty="0" err="1">
                <a:solidFill>
                  <a:srgbClr val="FF0000"/>
                </a:solidFill>
              </a:rPr>
              <a:t>hành</a:t>
            </a:r>
            <a:endParaRPr lang="en-US" sz="2000" b="1" dirty="0">
              <a:solidFill>
                <a:srgbClr val="FF0000"/>
              </a:solidFill>
            </a:endParaRPr>
          </a:p>
        </p:txBody>
      </p:sp>
    </p:spTree>
    <p:extLst>
      <p:ext uri="{BB962C8B-B14F-4D97-AF65-F5344CB8AC3E}">
        <p14:creationId xmlns:p14="http://schemas.microsoft.com/office/powerpoint/2010/main" val="13645973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D25322E9-30B6-4302-ACE5-AA57E3075ECF}" type="slidenum">
              <a:rPr lang="en-US"/>
              <a:pPr/>
              <a:t>37</a:t>
            </a:fld>
            <a:endParaRPr lang="en-US"/>
          </a:p>
        </p:txBody>
      </p:sp>
      <p:sp>
        <p:nvSpPr>
          <p:cNvPr id="506983" name="Rectangle 103" descr="Blue tissue paper"/>
          <p:cNvSpPr>
            <a:spLocks noChangeArrowheads="1"/>
          </p:cNvSpPr>
          <p:nvPr/>
        </p:nvSpPr>
        <p:spPr bwMode="auto">
          <a:xfrm>
            <a:off x="635000" y="2209800"/>
            <a:ext cx="7812087" cy="2451953"/>
          </a:xfrm>
          <a:prstGeom prst="rect">
            <a:avLst/>
          </a:prstGeom>
          <a:noFill/>
          <a:ln w="38100" cmpd="dbl">
            <a:noFill/>
            <a:miter lim="800000"/>
            <a:headEnd/>
            <a:tailEnd/>
          </a:ln>
          <a:effectLst/>
        </p:spPr>
        <p:txBody>
          <a:bodyPr anchor="ctr">
            <a:spAutoFit/>
          </a:bodyPr>
          <a:lstStyle/>
          <a:p>
            <a:pPr algn="ctr">
              <a:buFont typeface="Wingdings" pitchFamily="2" charset="2"/>
              <a:buNone/>
            </a:pPr>
            <a:r>
              <a:rPr lang="en-US" sz="2000" dirty="0" err="1">
                <a:solidFill>
                  <a:schemeClr val="tx2"/>
                </a:solidFill>
                <a:latin typeface="Times New Roman" pitchFamily="18" charset="0"/>
              </a:rPr>
              <a:t>K</a:t>
            </a:r>
            <a:r>
              <a:rPr lang="en-US" sz="2000" baseline="-25000" dirty="0" err="1">
                <a:solidFill>
                  <a:schemeClr val="tx2"/>
                </a:solidFill>
                <a:latin typeface="Times New Roman" pitchFamily="18" charset="0"/>
              </a:rPr>
              <a:t>bám</a:t>
            </a:r>
            <a:r>
              <a:rPr lang="en-US" sz="2000" dirty="0">
                <a:solidFill>
                  <a:schemeClr val="tx2"/>
                </a:solidFill>
                <a:latin typeface="Times New Roman" pitchFamily="18" charset="0"/>
              </a:rPr>
              <a:t> = </a:t>
            </a:r>
            <a:r>
              <a:rPr lang="en-US" sz="2000" dirty="0" err="1">
                <a:solidFill>
                  <a:schemeClr val="tx2"/>
                </a:solidFill>
                <a:latin typeface="Times New Roman" pitchFamily="18" charset="0"/>
              </a:rPr>
              <a:t>h</a:t>
            </a:r>
            <a:r>
              <a:rPr lang="en-US" sz="2000" baseline="-25000" dirty="0" err="1">
                <a:solidFill>
                  <a:schemeClr val="tx2"/>
                </a:solidFill>
                <a:latin typeface="Times New Roman" pitchFamily="18" charset="0"/>
              </a:rPr>
              <a:t>ttế</a:t>
            </a:r>
            <a:r>
              <a:rPr lang="en-US" sz="2000" dirty="0">
                <a:solidFill>
                  <a:schemeClr val="tx2"/>
                </a:solidFill>
                <a:latin typeface="Times New Roman" pitchFamily="18" charset="0"/>
              </a:rPr>
              <a:t>/ </a:t>
            </a:r>
            <a:r>
              <a:rPr lang="en-US" sz="2000" dirty="0" err="1">
                <a:solidFill>
                  <a:schemeClr val="tx2"/>
                </a:solidFill>
                <a:latin typeface="Times New Roman" pitchFamily="18" charset="0"/>
              </a:rPr>
              <a:t>h</a:t>
            </a:r>
            <a:r>
              <a:rPr lang="en-US" sz="2000" baseline="-25000" dirty="0" err="1">
                <a:solidFill>
                  <a:schemeClr val="tx2"/>
                </a:solidFill>
                <a:latin typeface="Times New Roman" pitchFamily="18" charset="0"/>
              </a:rPr>
              <a:t>qđ</a:t>
            </a:r>
            <a:endParaRPr lang="en-US" sz="2000" baseline="-25000" dirty="0">
              <a:solidFill>
                <a:schemeClr val="tx2"/>
              </a:solidFill>
              <a:latin typeface="Times New Roman" pitchFamily="18" charset="0"/>
            </a:endParaRPr>
          </a:p>
          <a:p>
            <a:pPr algn="ctr">
              <a:buFont typeface="Wingdings" pitchFamily="2" charset="2"/>
              <a:buNone/>
            </a:pPr>
            <a:endParaRPr lang="en-US" sz="2000" baseline="-25000" dirty="0">
              <a:solidFill>
                <a:schemeClr val="tx2"/>
              </a:solidFill>
              <a:latin typeface="Times New Roman" pitchFamily="18" charset="0"/>
            </a:endParaRPr>
          </a:p>
          <a:p>
            <a:pPr>
              <a:buFont typeface="Wingdings" pitchFamily="2" charset="2"/>
              <a:buNone/>
            </a:pPr>
            <a:r>
              <a:rPr lang="en-US" sz="2000" b="0" dirty="0" err="1">
                <a:solidFill>
                  <a:schemeClr val="tx2"/>
                </a:solidFill>
                <a:latin typeface="Arial" charset="0"/>
              </a:rPr>
              <a:t>K</a:t>
            </a:r>
            <a:r>
              <a:rPr lang="en-US" sz="2000" b="0" baseline="-25000" dirty="0" err="1">
                <a:solidFill>
                  <a:schemeClr val="tx2"/>
                </a:solidFill>
                <a:latin typeface="Arial" charset="0"/>
              </a:rPr>
              <a:t>bám</a:t>
            </a:r>
            <a:r>
              <a:rPr lang="en-US" sz="2000" b="0" dirty="0">
                <a:solidFill>
                  <a:schemeClr val="tx2"/>
                </a:solidFill>
                <a:latin typeface="Arial" charset="0"/>
              </a:rPr>
              <a:t>- </a:t>
            </a:r>
            <a:r>
              <a:rPr lang="en-US" sz="2000" b="0" dirty="0" err="1">
                <a:solidFill>
                  <a:schemeClr val="tx2"/>
                </a:solidFill>
                <a:latin typeface="Arial" charset="0"/>
              </a:rPr>
              <a:t>hệ</a:t>
            </a:r>
            <a:r>
              <a:rPr lang="en-US" sz="2000" b="0" dirty="0">
                <a:solidFill>
                  <a:schemeClr val="tx2"/>
                </a:solidFill>
                <a:latin typeface="Arial" charset="0"/>
              </a:rPr>
              <a:t> </a:t>
            </a:r>
            <a:r>
              <a:rPr lang="en-US" sz="2000" b="0" dirty="0" err="1">
                <a:solidFill>
                  <a:schemeClr val="tx2"/>
                </a:solidFill>
                <a:latin typeface="Arial" charset="0"/>
              </a:rPr>
              <a:t>số</a:t>
            </a:r>
            <a:r>
              <a:rPr lang="en-US" sz="2000" b="0" dirty="0">
                <a:solidFill>
                  <a:schemeClr val="tx2"/>
                </a:solidFill>
                <a:latin typeface="Arial" charset="0"/>
              </a:rPr>
              <a:t> </a:t>
            </a:r>
            <a:r>
              <a:rPr lang="en-US" sz="2000" b="0" dirty="0" err="1">
                <a:solidFill>
                  <a:schemeClr val="tx2"/>
                </a:solidFill>
                <a:latin typeface="Arial" charset="0"/>
              </a:rPr>
              <a:t>mức</a:t>
            </a:r>
            <a:r>
              <a:rPr lang="en-US" sz="2000" b="0" dirty="0">
                <a:solidFill>
                  <a:schemeClr val="tx2"/>
                </a:solidFill>
                <a:latin typeface="Arial" charset="0"/>
              </a:rPr>
              <a:t> </a:t>
            </a:r>
            <a:r>
              <a:rPr lang="en-US" sz="2000" b="0" dirty="0" err="1">
                <a:solidFill>
                  <a:schemeClr val="tx2"/>
                </a:solidFill>
                <a:latin typeface="Arial" charset="0"/>
              </a:rPr>
              <a:t>độ</a:t>
            </a:r>
            <a:r>
              <a:rPr lang="en-US" sz="2000" b="0" dirty="0">
                <a:solidFill>
                  <a:schemeClr val="tx2"/>
                </a:solidFill>
                <a:latin typeface="Arial" charset="0"/>
              </a:rPr>
              <a:t> </a:t>
            </a:r>
            <a:r>
              <a:rPr lang="en-US" sz="2000" b="0" dirty="0" err="1">
                <a:solidFill>
                  <a:schemeClr val="tx2"/>
                </a:solidFill>
                <a:latin typeface="Arial" charset="0"/>
              </a:rPr>
              <a:t>bám</a:t>
            </a:r>
            <a:r>
              <a:rPr lang="en-US" sz="2000" b="0" dirty="0">
                <a:solidFill>
                  <a:schemeClr val="tx2"/>
                </a:solidFill>
                <a:latin typeface="Arial" charset="0"/>
              </a:rPr>
              <a:t> </a:t>
            </a:r>
            <a:r>
              <a:rPr lang="en-US" sz="2000" b="0" dirty="0" err="1">
                <a:solidFill>
                  <a:schemeClr val="tx2"/>
                </a:solidFill>
                <a:latin typeface="Arial" charset="0"/>
              </a:rPr>
              <a:t>của</a:t>
            </a:r>
            <a:r>
              <a:rPr lang="en-US" sz="2000" b="0" dirty="0">
                <a:solidFill>
                  <a:schemeClr val="tx2"/>
                </a:solidFill>
                <a:latin typeface="Arial" charset="0"/>
              </a:rPr>
              <a:t> </a:t>
            </a:r>
            <a:r>
              <a:rPr lang="en-US" sz="2000" b="0" dirty="0" err="1">
                <a:solidFill>
                  <a:schemeClr val="tx2"/>
                </a:solidFill>
                <a:latin typeface="Arial" charset="0"/>
              </a:rPr>
              <a:t>mặt</a:t>
            </a:r>
            <a:r>
              <a:rPr lang="en-US" sz="2000" b="0" dirty="0">
                <a:solidFill>
                  <a:schemeClr val="tx2"/>
                </a:solidFill>
                <a:latin typeface="Arial" charset="0"/>
              </a:rPr>
              <a:t> </a:t>
            </a:r>
            <a:r>
              <a:rPr lang="en-US" sz="2000" b="0" dirty="0" err="1">
                <a:solidFill>
                  <a:schemeClr val="tx2"/>
                </a:solidFill>
                <a:latin typeface="Arial" charset="0"/>
              </a:rPr>
              <a:t>đường</a:t>
            </a:r>
            <a:endParaRPr lang="en-US" sz="2000" b="0" dirty="0">
              <a:solidFill>
                <a:schemeClr val="tx2"/>
              </a:solidFill>
              <a:latin typeface="Arial" charset="0"/>
            </a:endParaRPr>
          </a:p>
          <a:p>
            <a:pPr>
              <a:buFont typeface="Wingdings" pitchFamily="2" charset="2"/>
              <a:buNone/>
            </a:pPr>
            <a:r>
              <a:rPr lang="en-US" sz="2000" b="0" dirty="0" err="1">
                <a:solidFill>
                  <a:schemeClr val="tx2"/>
                </a:solidFill>
                <a:latin typeface="Arial" charset="0"/>
              </a:rPr>
              <a:t>h</a:t>
            </a:r>
            <a:r>
              <a:rPr lang="en-US" sz="2000" b="0" baseline="-25000" dirty="0" err="1">
                <a:solidFill>
                  <a:schemeClr val="tx2"/>
                </a:solidFill>
                <a:latin typeface="Arial" charset="0"/>
              </a:rPr>
              <a:t>ttế</a:t>
            </a:r>
            <a:r>
              <a:rPr lang="en-US" sz="2000" b="0" dirty="0">
                <a:solidFill>
                  <a:schemeClr val="tx2"/>
                </a:solidFill>
                <a:latin typeface="Arial" charset="0"/>
              </a:rPr>
              <a:t> - </a:t>
            </a:r>
            <a:r>
              <a:rPr lang="en-US" sz="2000" b="0" dirty="0" err="1">
                <a:solidFill>
                  <a:schemeClr val="tx2"/>
                </a:solidFill>
                <a:latin typeface="Arial" charset="0"/>
              </a:rPr>
              <a:t>chiều</a:t>
            </a:r>
            <a:r>
              <a:rPr lang="en-US" sz="2000" b="0" dirty="0">
                <a:solidFill>
                  <a:schemeClr val="tx2"/>
                </a:solidFill>
                <a:latin typeface="Arial" charset="0"/>
              </a:rPr>
              <a:t> </a:t>
            </a:r>
            <a:r>
              <a:rPr lang="en-US" sz="2000" b="0" dirty="0" err="1">
                <a:solidFill>
                  <a:schemeClr val="tx2"/>
                </a:solidFill>
                <a:latin typeface="Arial" charset="0"/>
              </a:rPr>
              <a:t>sâu</a:t>
            </a:r>
            <a:r>
              <a:rPr lang="en-US" sz="2000" b="0" dirty="0">
                <a:solidFill>
                  <a:schemeClr val="tx2"/>
                </a:solidFill>
                <a:latin typeface="Arial" charset="0"/>
              </a:rPr>
              <a:t> </a:t>
            </a:r>
            <a:r>
              <a:rPr lang="en-US" sz="2000" b="0" dirty="0" err="1">
                <a:solidFill>
                  <a:schemeClr val="tx2"/>
                </a:solidFill>
                <a:latin typeface="Arial" charset="0"/>
              </a:rPr>
              <a:t>trung</a:t>
            </a:r>
            <a:r>
              <a:rPr lang="en-US" sz="2000" b="0" dirty="0">
                <a:solidFill>
                  <a:schemeClr val="tx2"/>
                </a:solidFill>
                <a:latin typeface="Arial" charset="0"/>
              </a:rPr>
              <a:t> </a:t>
            </a:r>
            <a:r>
              <a:rPr lang="en-US" sz="2000" b="0" dirty="0" err="1">
                <a:solidFill>
                  <a:schemeClr val="tx2"/>
                </a:solidFill>
                <a:latin typeface="Arial" charset="0"/>
              </a:rPr>
              <a:t>bình</a:t>
            </a:r>
            <a:r>
              <a:rPr lang="en-US" sz="2000" b="0" dirty="0">
                <a:solidFill>
                  <a:schemeClr val="tx2"/>
                </a:solidFill>
                <a:latin typeface="Arial" charset="0"/>
              </a:rPr>
              <a:t> </a:t>
            </a:r>
            <a:r>
              <a:rPr lang="en-US" sz="2000" b="0" dirty="0" err="1">
                <a:solidFill>
                  <a:schemeClr val="tx2"/>
                </a:solidFill>
                <a:latin typeface="Arial" charset="0"/>
              </a:rPr>
              <a:t>của</a:t>
            </a:r>
            <a:r>
              <a:rPr lang="en-US" sz="2000" b="0" dirty="0">
                <a:solidFill>
                  <a:schemeClr val="tx2"/>
                </a:solidFill>
                <a:latin typeface="Arial" charset="0"/>
              </a:rPr>
              <a:t> </a:t>
            </a:r>
            <a:r>
              <a:rPr lang="en-US" sz="2000" b="0" dirty="0" err="1">
                <a:solidFill>
                  <a:schemeClr val="tx2"/>
                </a:solidFill>
                <a:latin typeface="Arial" charset="0"/>
              </a:rPr>
              <a:t>vệt</a:t>
            </a:r>
            <a:r>
              <a:rPr lang="en-US" sz="2000" b="0" dirty="0">
                <a:solidFill>
                  <a:schemeClr val="tx2"/>
                </a:solidFill>
                <a:latin typeface="Arial" charset="0"/>
              </a:rPr>
              <a:t> </a:t>
            </a:r>
            <a:r>
              <a:rPr lang="en-US" sz="2000" b="0" dirty="0" err="1">
                <a:solidFill>
                  <a:schemeClr val="tx2"/>
                </a:solidFill>
                <a:latin typeface="Arial" charset="0"/>
              </a:rPr>
              <a:t>cát</a:t>
            </a:r>
            <a:r>
              <a:rPr lang="en-US" sz="2000" b="0" dirty="0">
                <a:solidFill>
                  <a:schemeClr val="tx2"/>
                </a:solidFill>
                <a:latin typeface="Arial" charset="0"/>
              </a:rPr>
              <a:t> </a:t>
            </a:r>
            <a:r>
              <a:rPr lang="en-US" sz="2000" b="0" dirty="0" err="1">
                <a:solidFill>
                  <a:schemeClr val="tx2"/>
                </a:solidFill>
                <a:latin typeface="Arial" charset="0"/>
              </a:rPr>
              <a:t>được</a:t>
            </a:r>
            <a:r>
              <a:rPr lang="en-US" sz="2000" b="0" dirty="0">
                <a:solidFill>
                  <a:schemeClr val="tx2"/>
                </a:solidFill>
                <a:latin typeface="Arial" charset="0"/>
              </a:rPr>
              <a:t> </a:t>
            </a:r>
            <a:r>
              <a:rPr lang="en-US" sz="2000" b="0" dirty="0" err="1">
                <a:solidFill>
                  <a:schemeClr val="tx2"/>
                </a:solidFill>
                <a:latin typeface="Arial" charset="0"/>
              </a:rPr>
              <a:t>xác</a:t>
            </a:r>
            <a:r>
              <a:rPr lang="en-US" sz="2000" b="0" dirty="0">
                <a:solidFill>
                  <a:schemeClr val="tx2"/>
                </a:solidFill>
                <a:latin typeface="Arial" charset="0"/>
              </a:rPr>
              <a:t> </a:t>
            </a:r>
            <a:r>
              <a:rPr lang="en-US" sz="2000" b="0" dirty="0" err="1">
                <a:solidFill>
                  <a:schemeClr val="tx2"/>
                </a:solidFill>
                <a:latin typeface="Arial" charset="0"/>
              </a:rPr>
              <a:t>định</a:t>
            </a:r>
            <a:r>
              <a:rPr lang="en-US" sz="2000" b="0" dirty="0">
                <a:solidFill>
                  <a:schemeClr val="tx2"/>
                </a:solidFill>
                <a:latin typeface="Arial" charset="0"/>
              </a:rPr>
              <a:t> </a:t>
            </a:r>
            <a:r>
              <a:rPr lang="en-US" sz="2000" b="0" dirty="0" err="1">
                <a:solidFill>
                  <a:schemeClr val="tx2"/>
                </a:solidFill>
                <a:latin typeface="Arial" charset="0"/>
              </a:rPr>
              <a:t>bằng</a:t>
            </a:r>
            <a:r>
              <a:rPr lang="en-US" sz="2000" b="0" dirty="0">
                <a:solidFill>
                  <a:schemeClr val="tx2"/>
                </a:solidFill>
                <a:latin typeface="Arial" charset="0"/>
              </a:rPr>
              <a:t> </a:t>
            </a:r>
            <a:r>
              <a:rPr lang="en-US" sz="2000" b="0" dirty="0" err="1">
                <a:solidFill>
                  <a:schemeClr val="tx2"/>
                </a:solidFill>
                <a:latin typeface="Arial" charset="0"/>
              </a:rPr>
              <a:t>phương</a:t>
            </a:r>
            <a:r>
              <a:rPr lang="en-US" sz="2000" b="0" dirty="0">
                <a:solidFill>
                  <a:schemeClr val="tx2"/>
                </a:solidFill>
                <a:latin typeface="Arial" charset="0"/>
              </a:rPr>
              <a:t> </a:t>
            </a:r>
            <a:r>
              <a:rPr lang="en-US" sz="2000" b="0" dirty="0" err="1">
                <a:solidFill>
                  <a:schemeClr val="tx2"/>
                </a:solidFill>
                <a:latin typeface="Arial" charset="0"/>
              </a:rPr>
              <a:t>pháp</a:t>
            </a:r>
            <a:r>
              <a:rPr lang="en-US" sz="2000" b="0" dirty="0">
                <a:solidFill>
                  <a:schemeClr val="tx2"/>
                </a:solidFill>
                <a:latin typeface="Arial" charset="0"/>
              </a:rPr>
              <a:t> </a:t>
            </a:r>
            <a:r>
              <a:rPr lang="en-US" sz="2000" b="0" dirty="0" err="1">
                <a:solidFill>
                  <a:schemeClr val="tx2"/>
                </a:solidFill>
                <a:latin typeface="Arial" charset="0"/>
              </a:rPr>
              <a:t>rắc</a:t>
            </a:r>
            <a:r>
              <a:rPr lang="en-US" sz="2000" b="0" dirty="0">
                <a:solidFill>
                  <a:schemeClr val="tx2"/>
                </a:solidFill>
                <a:latin typeface="Arial" charset="0"/>
              </a:rPr>
              <a:t> </a:t>
            </a:r>
            <a:r>
              <a:rPr lang="en-US" sz="2000" b="0" dirty="0" err="1">
                <a:solidFill>
                  <a:schemeClr val="tx2"/>
                </a:solidFill>
                <a:latin typeface="Arial" charset="0"/>
              </a:rPr>
              <a:t>cát</a:t>
            </a:r>
            <a:r>
              <a:rPr lang="en-US" sz="2000" b="0" dirty="0">
                <a:solidFill>
                  <a:schemeClr val="tx2"/>
                </a:solidFill>
                <a:latin typeface="Arial" charset="0"/>
              </a:rPr>
              <a:t>, (mm) </a:t>
            </a:r>
          </a:p>
          <a:p>
            <a:pPr>
              <a:buFont typeface="Wingdings" pitchFamily="2" charset="2"/>
              <a:buNone/>
            </a:pPr>
            <a:r>
              <a:rPr lang="en-US" sz="2000" b="0" dirty="0" err="1">
                <a:solidFill>
                  <a:schemeClr val="tx2"/>
                </a:solidFill>
                <a:latin typeface="Arial" charset="0"/>
              </a:rPr>
              <a:t>h</a:t>
            </a:r>
            <a:r>
              <a:rPr lang="en-US" sz="2000" b="0" baseline="-25000" dirty="0" err="1">
                <a:solidFill>
                  <a:schemeClr val="tx2"/>
                </a:solidFill>
                <a:latin typeface="Arial" charset="0"/>
              </a:rPr>
              <a:t>qđ</a:t>
            </a:r>
            <a:r>
              <a:rPr lang="en-US" sz="2000" b="0" dirty="0">
                <a:solidFill>
                  <a:schemeClr val="tx2"/>
                </a:solidFill>
                <a:latin typeface="Arial" charset="0"/>
              </a:rPr>
              <a:t> - </a:t>
            </a:r>
            <a:r>
              <a:rPr lang="en-US" sz="2000" b="0" dirty="0" err="1">
                <a:solidFill>
                  <a:schemeClr val="tx2"/>
                </a:solidFill>
                <a:latin typeface="Arial" charset="0"/>
              </a:rPr>
              <a:t>chiều</a:t>
            </a:r>
            <a:r>
              <a:rPr lang="en-US" sz="2000" b="0" dirty="0">
                <a:solidFill>
                  <a:schemeClr val="tx2"/>
                </a:solidFill>
                <a:latin typeface="Arial" charset="0"/>
              </a:rPr>
              <a:t> </a:t>
            </a:r>
            <a:r>
              <a:rPr lang="en-US" sz="2000" b="0" dirty="0" err="1">
                <a:solidFill>
                  <a:schemeClr val="tx2"/>
                </a:solidFill>
                <a:latin typeface="Arial" charset="0"/>
              </a:rPr>
              <a:t>sâu</a:t>
            </a:r>
            <a:r>
              <a:rPr lang="en-US" sz="2000" b="0" dirty="0">
                <a:solidFill>
                  <a:schemeClr val="tx2"/>
                </a:solidFill>
                <a:latin typeface="Arial" charset="0"/>
              </a:rPr>
              <a:t> qui </a:t>
            </a:r>
            <a:r>
              <a:rPr lang="en-US" sz="2000" b="0" dirty="0" err="1">
                <a:solidFill>
                  <a:schemeClr val="tx2"/>
                </a:solidFill>
                <a:latin typeface="Arial" charset="0"/>
              </a:rPr>
              <a:t>định</a:t>
            </a:r>
            <a:r>
              <a:rPr lang="en-US" sz="2000" b="0" dirty="0">
                <a:solidFill>
                  <a:schemeClr val="tx2"/>
                </a:solidFill>
                <a:latin typeface="Arial" charset="0"/>
              </a:rPr>
              <a:t> </a:t>
            </a:r>
            <a:r>
              <a:rPr lang="en-US" sz="2000" b="0" dirty="0" err="1">
                <a:solidFill>
                  <a:schemeClr val="tx2"/>
                </a:solidFill>
                <a:latin typeface="Arial" charset="0"/>
              </a:rPr>
              <a:t>của</a:t>
            </a:r>
            <a:r>
              <a:rPr lang="en-US" sz="2000" b="0" dirty="0">
                <a:solidFill>
                  <a:schemeClr val="tx2"/>
                </a:solidFill>
                <a:latin typeface="Arial" charset="0"/>
              </a:rPr>
              <a:t> </a:t>
            </a:r>
            <a:r>
              <a:rPr lang="en-US" sz="2000" b="0" dirty="0" err="1">
                <a:solidFill>
                  <a:schemeClr val="tx2"/>
                </a:solidFill>
                <a:latin typeface="Arial" charset="0"/>
              </a:rPr>
              <a:t>vệt</a:t>
            </a:r>
            <a:r>
              <a:rPr lang="en-US" sz="2000" b="0" dirty="0">
                <a:solidFill>
                  <a:schemeClr val="tx2"/>
                </a:solidFill>
                <a:latin typeface="Arial" charset="0"/>
              </a:rPr>
              <a:t> </a:t>
            </a:r>
            <a:r>
              <a:rPr lang="en-US" sz="2000" b="0" dirty="0" err="1">
                <a:solidFill>
                  <a:schemeClr val="tx2"/>
                </a:solidFill>
                <a:latin typeface="Arial" charset="0"/>
              </a:rPr>
              <a:t>cát</a:t>
            </a:r>
            <a:r>
              <a:rPr lang="en-US" sz="2000" b="0" dirty="0">
                <a:solidFill>
                  <a:schemeClr val="tx2"/>
                </a:solidFill>
                <a:latin typeface="Arial" charset="0"/>
              </a:rPr>
              <a:t> </a:t>
            </a:r>
            <a:r>
              <a:rPr lang="en-US" sz="2000" b="0" dirty="0" err="1">
                <a:solidFill>
                  <a:schemeClr val="tx2"/>
                </a:solidFill>
                <a:latin typeface="Arial" charset="0"/>
              </a:rPr>
              <a:t>theo</a:t>
            </a:r>
            <a:r>
              <a:rPr lang="en-US" sz="2000" b="0" dirty="0">
                <a:solidFill>
                  <a:schemeClr val="tx2"/>
                </a:solidFill>
                <a:latin typeface="Arial" charset="0"/>
              </a:rPr>
              <a:t> </a:t>
            </a:r>
            <a:r>
              <a:rPr lang="en-US" sz="2000" b="0" dirty="0" err="1">
                <a:solidFill>
                  <a:schemeClr val="tx2"/>
                </a:solidFill>
                <a:latin typeface="Arial" charset="0"/>
              </a:rPr>
              <a:t>cấp</a:t>
            </a:r>
            <a:r>
              <a:rPr lang="en-US" sz="2000" b="0" dirty="0">
                <a:solidFill>
                  <a:schemeClr val="tx2"/>
                </a:solidFill>
                <a:latin typeface="Arial" charset="0"/>
              </a:rPr>
              <a:t> </a:t>
            </a:r>
            <a:r>
              <a:rPr lang="en-US" sz="2000" b="0" dirty="0" err="1">
                <a:solidFill>
                  <a:schemeClr val="tx2"/>
                </a:solidFill>
                <a:latin typeface="Arial" charset="0"/>
              </a:rPr>
              <a:t>đường</a:t>
            </a:r>
            <a:r>
              <a:rPr lang="en-US" sz="2000" b="0" dirty="0">
                <a:solidFill>
                  <a:schemeClr val="tx2"/>
                </a:solidFill>
                <a:latin typeface="Arial" charset="0"/>
              </a:rPr>
              <a:t>, </a:t>
            </a:r>
            <a:r>
              <a:rPr lang="en-US" sz="2000" b="0" dirty="0" err="1">
                <a:solidFill>
                  <a:schemeClr val="tx2"/>
                </a:solidFill>
                <a:latin typeface="Arial" charset="0"/>
              </a:rPr>
              <a:t>xác</a:t>
            </a:r>
            <a:r>
              <a:rPr lang="en-US" sz="2000" b="0" dirty="0">
                <a:solidFill>
                  <a:schemeClr val="tx2"/>
                </a:solidFill>
                <a:latin typeface="Arial" charset="0"/>
              </a:rPr>
              <a:t> </a:t>
            </a:r>
            <a:r>
              <a:rPr lang="en-US" sz="2000" b="0" dirty="0" err="1">
                <a:solidFill>
                  <a:schemeClr val="tx2"/>
                </a:solidFill>
                <a:latin typeface="Arial" charset="0"/>
              </a:rPr>
              <a:t>định</a:t>
            </a:r>
            <a:r>
              <a:rPr lang="en-US" sz="2000" b="0" dirty="0">
                <a:solidFill>
                  <a:schemeClr val="tx2"/>
                </a:solidFill>
                <a:latin typeface="Arial" charset="0"/>
              </a:rPr>
              <a:t> </a:t>
            </a:r>
            <a:r>
              <a:rPr lang="en-US" sz="2000" b="0" dirty="0" err="1">
                <a:solidFill>
                  <a:schemeClr val="tx2"/>
                </a:solidFill>
                <a:latin typeface="Arial" charset="0"/>
              </a:rPr>
              <a:t>trong</a:t>
            </a:r>
            <a:r>
              <a:rPr lang="en-US" sz="2000" b="0" dirty="0">
                <a:solidFill>
                  <a:schemeClr val="tx2"/>
                </a:solidFill>
                <a:latin typeface="Arial" charset="0"/>
              </a:rPr>
              <a:t> </a:t>
            </a:r>
            <a:r>
              <a:rPr lang="en-US" sz="2000" b="0" dirty="0" err="1">
                <a:solidFill>
                  <a:schemeClr val="tx2"/>
                </a:solidFill>
                <a:latin typeface="Arial" charset="0"/>
              </a:rPr>
              <a:t>tiêu</a:t>
            </a:r>
            <a:r>
              <a:rPr lang="en-US" sz="2000" b="0" dirty="0">
                <a:solidFill>
                  <a:schemeClr val="tx2"/>
                </a:solidFill>
                <a:latin typeface="Arial" charset="0"/>
              </a:rPr>
              <a:t> </a:t>
            </a:r>
            <a:r>
              <a:rPr lang="en-US" sz="2000" b="0" dirty="0" err="1">
                <a:solidFill>
                  <a:schemeClr val="tx2"/>
                </a:solidFill>
                <a:latin typeface="Arial" charset="0"/>
              </a:rPr>
              <a:t>chuẩn</a:t>
            </a:r>
            <a:r>
              <a:rPr lang="en-US" sz="2000" b="0" dirty="0">
                <a:solidFill>
                  <a:schemeClr val="tx2"/>
                </a:solidFill>
                <a:latin typeface="Arial" charset="0"/>
              </a:rPr>
              <a:t> TCVN 8866: 2011, </a:t>
            </a:r>
            <a:r>
              <a:rPr lang="en-US" sz="2000" b="0" dirty="0" err="1">
                <a:solidFill>
                  <a:schemeClr val="tx2"/>
                </a:solidFill>
                <a:latin typeface="Arial" charset="0"/>
              </a:rPr>
              <a:t>tùy</a:t>
            </a:r>
            <a:r>
              <a:rPr lang="en-US" sz="2000" b="0" dirty="0">
                <a:solidFill>
                  <a:schemeClr val="tx2"/>
                </a:solidFill>
                <a:latin typeface="Arial" charset="0"/>
              </a:rPr>
              <a:t> </a:t>
            </a:r>
            <a:r>
              <a:rPr lang="en-US" sz="2000" b="0" dirty="0" err="1">
                <a:solidFill>
                  <a:schemeClr val="tx2"/>
                </a:solidFill>
                <a:latin typeface="Arial" charset="0"/>
              </a:rPr>
              <a:t>thuộc</a:t>
            </a:r>
            <a:r>
              <a:rPr lang="en-US" sz="2000" b="0" dirty="0">
                <a:solidFill>
                  <a:schemeClr val="tx2"/>
                </a:solidFill>
                <a:latin typeface="Arial" charset="0"/>
              </a:rPr>
              <a:t> </a:t>
            </a:r>
            <a:r>
              <a:rPr lang="en-US" sz="2000" b="0" dirty="0" err="1">
                <a:solidFill>
                  <a:schemeClr val="tx2"/>
                </a:solidFill>
                <a:latin typeface="Arial" charset="0"/>
              </a:rPr>
              <a:t>vào</a:t>
            </a:r>
            <a:r>
              <a:rPr lang="en-US" sz="2000" b="0" dirty="0">
                <a:solidFill>
                  <a:schemeClr val="tx2"/>
                </a:solidFill>
                <a:latin typeface="Arial" charset="0"/>
              </a:rPr>
              <a:t> </a:t>
            </a:r>
            <a:r>
              <a:rPr lang="en-US" sz="2000" b="0" dirty="0" err="1">
                <a:solidFill>
                  <a:schemeClr val="tx2"/>
                </a:solidFill>
                <a:latin typeface="Arial" charset="0"/>
              </a:rPr>
              <a:t>tốc</a:t>
            </a:r>
            <a:r>
              <a:rPr lang="en-US" sz="2000" b="0" dirty="0">
                <a:solidFill>
                  <a:schemeClr val="tx2"/>
                </a:solidFill>
                <a:latin typeface="Arial" charset="0"/>
              </a:rPr>
              <a:t> </a:t>
            </a:r>
            <a:r>
              <a:rPr lang="en-US" sz="2000" b="0" dirty="0" err="1">
                <a:solidFill>
                  <a:schemeClr val="tx2"/>
                </a:solidFill>
                <a:latin typeface="Arial" charset="0"/>
              </a:rPr>
              <a:t>độ</a:t>
            </a:r>
            <a:r>
              <a:rPr lang="en-US" sz="2000" b="0" dirty="0">
                <a:solidFill>
                  <a:schemeClr val="tx2"/>
                </a:solidFill>
                <a:latin typeface="Arial" charset="0"/>
              </a:rPr>
              <a:t> </a:t>
            </a:r>
            <a:r>
              <a:rPr lang="en-US" sz="2000" b="0" dirty="0" err="1">
                <a:solidFill>
                  <a:schemeClr val="tx2"/>
                </a:solidFill>
                <a:latin typeface="Arial" charset="0"/>
              </a:rPr>
              <a:t>xe</a:t>
            </a:r>
            <a:r>
              <a:rPr lang="en-US" sz="2000" b="0" dirty="0">
                <a:solidFill>
                  <a:schemeClr val="tx2"/>
                </a:solidFill>
                <a:latin typeface="Arial" charset="0"/>
              </a:rPr>
              <a:t> </a:t>
            </a:r>
            <a:r>
              <a:rPr lang="en-US" sz="2000" b="0" dirty="0" err="1">
                <a:solidFill>
                  <a:schemeClr val="tx2"/>
                </a:solidFill>
                <a:latin typeface="Arial" charset="0"/>
              </a:rPr>
              <a:t>chạy</a:t>
            </a:r>
            <a:r>
              <a:rPr lang="en-US" sz="2000" b="0" dirty="0">
                <a:solidFill>
                  <a:schemeClr val="tx2"/>
                </a:solidFill>
                <a:latin typeface="Arial" charset="0"/>
              </a:rPr>
              <a:t> </a:t>
            </a:r>
            <a:r>
              <a:rPr lang="en-US" sz="2000" b="0" dirty="0" err="1">
                <a:solidFill>
                  <a:schemeClr val="tx2"/>
                </a:solidFill>
                <a:latin typeface="Arial" charset="0"/>
              </a:rPr>
              <a:t>trên</a:t>
            </a:r>
            <a:r>
              <a:rPr lang="en-US" sz="2000" b="0" dirty="0">
                <a:solidFill>
                  <a:schemeClr val="tx2"/>
                </a:solidFill>
                <a:latin typeface="Arial" charset="0"/>
              </a:rPr>
              <a:t> </a:t>
            </a:r>
            <a:r>
              <a:rPr lang="en-US" sz="2000" b="0" dirty="0" err="1">
                <a:solidFill>
                  <a:schemeClr val="tx2"/>
                </a:solidFill>
                <a:latin typeface="Arial" charset="0"/>
              </a:rPr>
              <a:t>đường</a:t>
            </a:r>
            <a:endParaRPr lang="en-US" sz="2000" b="0" dirty="0">
              <a:solidFill>
                <a:schemeClr val="tx2"/>
              </a:solidFill>
              <a:latin typeface="Arial" charset="0"/>
            </a:endParaRPr>
          </a:p>
        </p:txBody>
      </p:sp>
      <p:sp>
        <p:nvSpPr>
          <p:cNvPr id="4" name="Rectangle 3"/>
          <p:cNvSpPr/>
          <p:nvPr/>
        </p:nvSpPr>
        <p:spPr>
          <a:xfrm>
            <a:off x="228600" y="438666"/>
            <a:ext cx="7696200" cy="400110"/>
          </a:xfrm>
          <a:prstGeom prst="rect">
            <a:avLst/>
          </a:prstGeom>
        </p:spPr>
        <p:txBody>
          <a:bodyPr wrap="square">
            <a:spAutoFit/>
          </a:bodyPr>
          <a:lstStyle/>
          <a:p>
            <a:pPr>
              <a:spcBef>
                <a:spcPct val="50000"/>
              </a:spcBef>
            </a:pPr>
            <a:r>
              <a:rPr lang="en-US" sz="2000" b="1" dirty="0" err="1">
                <a:solidFill>
                  <a:srgbClr val="FF0000"/>
                </a:solidFill>
              </a:rPr>
              <a:t>Đặc</a:t>
            </a:r>
            <a:r>
              <a:rPr lang="en-US" sz="2000" b="1" dirty="0">
                <a:solidFill>
                  <a:srgbClr val="FF0000"/>
                </a:solidFill>
              </a:rPr>
              <a:t> </a:t>
            </a:r>
            <a:r>
              <a:rPr lang="en-US" sz="2000" b="1" dirty="0" err="1">
                <a:solidFill>
                  <a:srgbClr val="FF0000"/>
                </a:solidFill>
              </a:rPr>
              <a:t>trưng</a:t>
            </a:r>
            <a:r>
              <a:rPr lang="en-US" sz="2000" b="1" dirty="0">
                <a:solidFill>
                  <a:srgbClr val="FF0000"/>
                </a:solidFill>
              </a:rPr>
              <a:t> </a:t>
            </a:r>
            <a:r>
              <a:rPr lang="en-US" sz="2000" b="1" dirty="0" err="1">
                <a:solidFill>
                  <a:srgbClr val="FF0000"/>
                </a:solidFill>
              </a:rPr>
              <a:t>khai</a:t>
            </a:r>
            <a:r>
              <a:rPr lang="en-US" sz="2000" b="1" dirty="0">
                <a:solidFill>
                  <a:srgbClr val="FF0000"/>
                </a:solidFill>
              </a:rPr>
              <a:t> </a:t>
            </a:r>
            <a:r>
              <a:rPr lang="en-US" sz="2000" b="1" dirty="0" err="1">
                <a:solidFill>
                  <a:srgbClr val="FF0000"/>
                </a:solidFill>
              </a:rPr>
              <a:t>thác</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 </a:t>
            </a:r>
            <a:r>
              <a:rPr lang="en-US" sz="2000" b="1" dirty="0" err="1">
                <a:solidFill>
                  <a:srgbClr val="FF0000"/>
                </a:solidFill>
              </a:rPr>
              <a:t>tiêu</a:t>
            </a:r>
            <a:r>
              <a:rPr lang="en-US" sz="2000" b="1" dirty="0">
                <a:solidFill>
                  <a:srgbClr val="FF0000"/>
                </a:solidFill>
              </a:rPr>
              <a:t> </a:t>
            </a:r>
            <a:r>
              <a:rPr lang="en-US" sz="2000" b="1" dirty="0" err="1">
                <a:solidFill>
                  <a:srgbClr val="FF0000"/>
                </a:solidFill>
              </a:rPr>
              <a:t>chuẩn</a:t>
            </a:r>
            <a:r>
              <a:rPr lang="en-US" sz="2000" b="1" dirty="0">
                <a:solidFill>
                  <a:srgbClr val="FF0000"/>
                </a:solidFill>
              </a:rPr>
              <a:t> </a:t>
            </a:r>
            <a:r>
              <a:rPr lang="en-US" sz="2000" b="1" dirty="0" err="1">
                <a:solidFill>
                  <a:srgbClr val="FF0000"/>
                </a:solidFill>
              </a:rPr>
              <a:t>Việt</a:t>
            </a:r>
            <a:r>
              <a:rPr lang="en-US" sz="2000" b="1" dirty="0">
                <a:solidFill>
                  <a:srgbClr val="FF0000"/>
                </a:solidFill>
              </a:rPr>
              <a:t> Nam </a:t>
            </a:r>
            <a:r>
              <a:rPr lang="en-US" sz="2000" b="1" dirty="0" err="1">
                <a:solidFill>
                  <a:srgbClr val="FF0000"/>
                </a:solidFill>
              </a:rPr>
              <a:t>hiện</a:t>
            </a:r>
            <a:r>
              <a:rPr lang="en-US" sz="2000" b="1" dirty="0">
                <a:solidFill>
                  <a:srgbClr val="FF0000"/>
                </a:solidFill>
              </a:rPr>
              <a:t> </a:t>
            </a:r>
            <a:r>
              <a:rPr lang="en-US" sz="2000" b="1" dirty="0" err="1">
                <a:solidFill>
                  <a:srgbClr val="FF0000"/>
                </a:solidFill>
              </a:rPr>
              <a:t>hành</a:t>
            </a:r>
            <a:endParaRPr lang="en-US" sz="2000" b="1" dirty="0">
              <a:solidFill>
                <a:srgbClr val="FF0000"/>
              </a:solidFill>
            </a:endParaRPr>
          </a:p>
        </p:txBody>
      </p:sp>
      <p:sp>
        <p:nvSpPr>
          <p:cNvPr id="6" name="Text Box 2"/>
          <p:cNvSpPr txBox="1">
            <a:spLocks noChangeArrowheads="1"/>
          </p:cNvSpPr>
          <p:nvPr/>
        </p:nvSpPr>
        <p:spPr bwMode="auto">
          <a:xfrm>
            <a:off x="228600" y="1295400"/>
            <a:ext cx="6408738"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666750" indent="-666750">
              <a:defRPr kumimoji="1" sz="2400">
                <a:solidFill>
                  <a:schemeClr val="tx1"/>
                </a:solidFill>
                <a:latin typeface="Times New Roman" pitchFamily="18" charset="0"/>
              </a:defRPr>
            </a:lvl1pPr>
            <a:lvl2pPr>
              <a:defRPr kumimoji="1" sz="2400">
                <a:solidFill>
                  <a:schemeClr val="tx1"/>
                </a:solidFill>
                <a:latin typeface="Times New Roman" pitchFamily="18" charset="0"/>
              </a:defRPr>
            </a:lvl2pPr>
            <a:lvl3pPr>
              <a:defRPr kumimoji="1" sz="2400">
                <a:solidFill>
                  <a:schemeClr val="tx1"/>
                </a:solidFill>
                <a:latin typeface="Times New Roman" pitchFamily="18" charset="0"/>
              </a:defRPr>
            </a:lvl3pPr>
            <a:lvl4pPr>
              <a:defRPr kumimoji="1" sz="2400">
                <a:solidFill>
                  <a:schemeClr val="tx1"/>
                </a:solidFill>
                <a:latin typeface="Times New Roman" pitchFamily="18" charset="0"/>
              </a:defRPr>
            </a:lvl4pPr>
            <a:lvl5pPr>
              <a:defRPr kumimoji="1" sz="2400">
                <a:solidFill>
                  <a:schemeClr val="tx1"/>
                </a:solidFill>
                <a:latin typeface="Times New Roman" pitchFamily="18" charset="0"/>
              </a:defRPr>
            </a:lvl5pPr>
            <a:lvl6pPr fontAlgn="base">
              <a:spcBef>
                <a:spcPct val="0"/>
              </a:spcBef>
              <a:spcAft>
                <a:spcPct val="0"/>
              </a:spcAft>
              <a:defRPr kumimoji="1" sz="2400">
                <a:solidFill>
                  <a:schemeClr val="tx1"/>
                </a:solidFill>
                <a:latin typeface="Times New Roman" pitchFamily="18" charset="0"/>
              </a:defRPr>
            </a:lvl6pPr>
            <a:lvl7pPr fontAlgn="base">
              <a:spcBef>
                <a:spcPct val="0"/>
              </a:spcBef>
              <a:spcAft>
                <a:spcPct val="0"/>
              </a:spcAft>
              <a:defRPr kumimoji="1" sz="2400">
                <a:solidFill>
                  <a:schemeClr val="tx1"/>
                </a:solidFill>
                <a:latin typeface="Times New Roman" pitchFamily="18" charset="0"/>
              </a:defRPr>
            </a:lvl7pPr>
            <a:lvl8pPr fontAlgn="base">
              <a:spcBef>
                <a:spcPct val="0"/>
              </a:spcBef>
              <a:spcAft>
                <a:spcPct val="0"/>
              </a:spcAft>
              <a:defRPr kumimoji="1" sz="2400">
                <a:solidFill>
                  <a:schemeClr val="tx1"/>
                </a:solidFill>
                <a:latin typeface="Times New Roman" pitchFamily="18" charset="0"/>
              </a:defRPr>
            </a:lvl8pPr>
            <a:lvl9pPr fontAlgn="base">
              <a:spcBef>
                <a:spcPct val="0"/>
              </a:spcBef>
              <a:spcAft>
                <a:spcPct val="0"/>
              </a:spcAft>
              <a:defRPr kumimoji="1" sz="2400">
                <a:solidFill>
                  <a:schemeClr val="tx1"/>
                </a:solidFill>
                <a:latin typeface="Times New Roman" pitchFamily="18" charset="0"/>
              </a:defRPr>
            </a:lvl9pPr>
          </a:lstStyle>
          <a:p>
            <a:pPr>
              <a:spcBef>
                <a:spcPct val="50000"/>
              </a:spcBef>
              <a:buFont typeface="Wingdings" pitchFamily="2" charset="2"/>
              <a:buNone/>
            </a:pPr>
            <a:r>
              <a:rPr kumimoji="0" lang="en-US" sz="2200" b="1" dirty="0" err="1">
                <a:solidFill>
                  <a:schemeClr val="tx2"/>
                </a:solidFill>
                <a:latin typeface="+mn-lt"/>
              </a:rPr>
              <a:t>Đánh</a:t>
            </a:r>
            <a:r>
              <a:rPr kumimoji="0" lang="en-US" sz="2200" b="1" dirty="0">
                <a:solidFill>
                  <a:schemeClr val="tx2"/>
                </a:solidFill>
                <a:latin typeface="+mn-lt"/>
              </a:rPr>
              <a:t> </a:t>
            </a:r>
            <a:r>
              <a:rPr kumimoji="0" lang="en-US" sz="2200" b="1" dirty="0" err="1">
                <a:solidFill>
                  <a:schemeClr val="tx2"/>
                </a:solidFill>
                <a:latin typeface="+mn-lt"/>
              </a:rPr>
              <a:t>giá</a:t>
            </a:r>
            <a:r>
              <a:rPr kumimoji="0" lang="en-US" sz="2200" b="1" dirty="0">
                <a:solidFill>
                  <a:schemeClr val="tx2"/>
                </a:solidFill>
                <a:latin typeface="+mn-lt"/>
              </a:rPr>
              <a:t> </a:t>
            </a:r>
            <a:r>
              <a:rPr kumimoji="0" lang="en-US" sz="2200" b="1" dirty="0" err="1">
                <a:solidFill>
                  <a:schemeClr val="tx2"/>
                </a:solidFill>
                <a:latin typeface="+mn-lt"/>
              </a:rPr>
              <a:t>mặt</a:t>
            </a:r>
            <a:r>
              <a:rPr kumimoji="0" lang="en-US" sz="2200" b="1" dirty="0">
                <a:solidFill>
                  <a:schemeClr val="tx2"/>
                </a:solidFill>
                <a:latin typeface="+mn-lt"/>
              </a:rPr>
              <a:t> </a:t>
            </a:r>
            <a:r>
              <a:rPr kumimoji="0" lang="en-US" sz="2200" b="1" dirty="0" err="1">
                <a:solidFill>
                  <a:schemeClr val="tx2"/>
                </a:solidFill>
                <a:latin typeface="+mn-lt"/>
              </a:rPr>
              <a:t>đường</a:t>
            </a:r>
            <a:r>
              <a:rPr kumimoji="0" lang="en-US" sz="2200" b="1" dirty="0">
                <a:solidFill>
                  <a:schemeClr val="tx2"/>
                </a:solidFill>
                <a:latin typeface="+mn-lt"/>
              </a:rPr>
              <a:t> </a:t>
            </a:r>
            <a:r>
              <a:rPr kumimoji="0" lang="en-US" sz="2200" b="1" dirty="0" err="1">
                <a:solidFill>
                  <a:schemeClr val="tx2"/>
                </a:solidFill>
                <a:latin typeface="+mn-lt"/>
              </a:rPr>
              <a:t>theo</a:t>
            </a:r>
            <a:r>
              <a:rPr kumimoji="0" lang="en-US" sz="2200" b="1" dirty="0">
                <a:solidFill>
                  <a:schemeClr val="tx2"/>
                </a:solidFill>
                <a:latin typeface="+mn-lt"/>
              </a:rPr>
              <a:t> </a:t>
            </a:r>
            <a:r>
              <a:rPr kumimoji="0" lang="en-US" sz="2200" b="1" dirty="0" err="1">
                <a:solidFill>
                  <a:schemeClr val="tx2"/>
                </a:solidFill>
                <a:latin typeface="+mn-lt"/>
              </a:rPr>
              <a:t>độ</a:t>
            </a:r>
            <a:r>
              <a:rPr kumimoji="0" lang="en-US" sz="2200" b="1" dirty="0">
                <a:solidFill>
                  <a:schemeClr val="tx2"/>
                </a:solidFill>
                <a:latin typeface="+mn-lt"/>
              </a:rPr>
              <a:t> </a:t>
            </a:r>
            <a:r>
              <a:rPr kumimoji="0" lang="en-US" sz="2200" b="1" dirty="0" err="1">
                <a:solidFill>
                  <a:schemeClr val="tx2"/>
                </a:solidFill>
                <a:latin typeface="+mn-lt"/>
              </a:rPr>
              <a:t>nhám</a:t>
            </a:r>
            <a:endParaRPr kumimoji="0" lang="en-US" sz="2200" b="1" dirty="0">
              <a:solidFill>
                <a:schemeClr val="tx2"/>
              </a:solidFill>
              <a:latin typeface="+mn-lt"/>
            </a:endParaRPr>
          </a:p>
        </p:txBody>
      </p:sp>
    </p:spTree>
    <p:extLst>
      <p:ext uri="{BB962C8B-B14F-4D97-AF65-F5344CB8AC3E}">
        <p14:creationId xmlns:p14="http://schemas.microsoft.com/office/powerpoint/2010/main" val="26247429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lide Number Placeholder 4"/>
          <p:cNvSpPr>
            <a:spLocks noGrp="1"/>
          </p:cNvSpPr>
          <p:nvPr>
            <p:ph type="sldNum" sz="quarter" idx="12"/>
          </p:nvPr>
        </p:nvSpPr>
        <p:spPr/>
        <p:txBody>
          <a:bodyPr/>
          <a:lstStyle/>
          <a:p>
            <a:fld id="{06952E3F-D8D1-405F-B141-8221876AF037}" type="slidenum">
              <a:rPr lang="en-US"/>
              <a:pPr/>
              <a:t>38</a:t>
            </a:fld>
            <a:endParaRPr lang="en-US"/>
          </a:p>
        </p:txBody>
      </p:sp>
      <p:graphicFrame>
        <p:nvGraphicFramePr>
          <p:cNvPr id="610346" name="Group 42"/>
          <p:cNvGraphicFramePr>
            <a:graphicFrameLocks noGrp="1"/>
          </p:cNvGraphicFramePr>
          <p:nvPr>
            <p:ph/>
            <p:extLst>
              <p:ext uri="{D42A27DB-BD31-4B8C-83A1-F6EECF244321}">
                <p14:modId xmlns:p14="http://schemas.microsoft.com/office/powerpoint/2010/main" val="3432937808"/>
              </p:ext>
            </p:extLst>
          </p:nvPr>
        </p:nvGraphicFramePr>
        <p:xfrm>
          <a:off x="381002" y="1447800"/>
          <a:ext cx="8439149" cy="4729164"/>
        </p:xfrm>
        <a:graphic>
          <a:graphicData uri="http://schemas.openxmlformats.org/drawingml/2006/table">
            <a:tbl>
              <a:tblPr/>
              <a:tblGrid>
                <a:gridCol w="2445983">
                  <a:extLst>
                    <a:ext uri="{9D8B030D-6E8A-4147-A177-3AD203B41FA5}">
                      <a16:colId xmlns:a16="http://schemas.microsoft.com/office/drawing/2014/main" val="20000"/>
                    </a:ext>
                  </a:extLst>
                </a:gridCol>
                <a:gridCol w="1953741">
                  <a:extLst>
                    <a:ext uri="{9D8B030D-6E8A-4147-A177-3AD203B41FA5}">
                      <a16:colId xmlns:a16="http://schemas.microsoft.com/office/drawing/2014/main" val="20001"/>
                    </a:ext>
                  </a:extLst>
                </a:gridCol>
                <a:gridCol w="4039425">
                  <a:extLst>
                    <a:ext uri="{9D8B030D-6E8A-4147-A177-3AD203B41FA5}">
                      <a16:colId xmlns:a16="http://schemas.microsoft.com/office/drawing/2014/main" val="20002"/>
                    </a:ext>
                  </a:extLst>
                </a:gridCol>
              </a:tblGrid>
              <a:tr h="67474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dirty="0" err="1">
                          <a:ln>
                            <a:noFill/>
                          </a:ln>
                          <a:solidFill>
                            <a:schemeClr val="tx2"/>
                          </a:solidFill>
                          <a:effectLst/>
                          <a:latin typeface="+mn-lt"/>
                          <a:cs typeface="Times New Roman" pitchFamily="18" charset="0"/>
                        </a:rPr>
                        <a:t>Chiều</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sâu</a:t>
                      </a:r>
                      <a:r>
                        <a:rPr kumimoji="1" lang="en-US" sz="1600" b="0" i="0" u="none" strike="noStrike" cap="none" normalizeH="0" baseline="0" dirty="0">
                          <a:ln>
                            <a:noFill/>
                          </a:ln>
                          <a:solidFill>
                            <a:schemeClr val="tx2"/>
                          </a:solidFill>
                          <a:effectLst/>
                          <a:latin typeface="+mn-lt"/>
                          <a:cs typeface="Times New Roman" pitchFamily="18" charset="0"/>
                        </a:rPr>
                        <a:t> TB</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sz="1600" b="0" i="0" u="none" strike="noStrike" cap="none" normalizeH="0" baseline="0" dirty="0" err="1">
                          <a:ln>
                            <a:noFill/>
                          </a:ln>
                          <a:solidFill>
                            <a:schemeClr val="tx2"/>
                          </a:solidFill>
                          <a:effectLst/>
                          <a:latin typeface="+mn-lt"/>
                          <a:cs typeface="Times New Roman" pitchFamily="18" charset="0"/>
                        </a:rPr>
                        <a:t>h</a:t>
                      </a:r>
                      <a:r>
                        <a:rPr kumimoji="1" lang="en-US" sz="1600" b="0" i="0" u="none" strike="noStrike" cap="none" normalizeH="0" baseline="-30000" dirty="0" err="1">
                          <a:ln>
                            <a:noFill/>
                          </a:ln>
                          <a:solidFill>
                            <a:schemeClr val="tx2"/>
                          </a:solidFill>
                          <a:effectLst/>
                          <a:latin typeface="+mn-lt"/>
                          <a:cs typeface="Times New Roman" pitchFamily="18" charset="0"/>
                        </a:rPr>
                        <a:t>tb</a:t>
                      </a:r>
                      <a:r>
                        <a:rPr kumimoji="1" lang="en-US" sz="1600" b="0" i="0" u="none" strike="noStrike" cap="none" normalizeH="0" baseline="0" dirty="0">
                          <a:ln>
                            <a:noFill/>
                          </a:ln>
                          <a:solidFill>
                            <a:schemeClr val="tx2"/>
                          </a:solidFill>
                          <a:effectLst/>
                          <a:latin typeface="+mn-lt"/>
                          <a:cs typeface="Times New Roman" pitchFamily="18" charset="0"/>
                        </a:rPr>
                        <a:t> (mm)</a:t>
                      </a:r>
                      <a:endParaRPr kumimoji="1" lang="en-US" sz="1600" b="0" i="0" u="none" strike="noStrike" cap="none" normalizeH="0" baseline="0" dirty="0">
                        <a:ln>
                          <a:noFill/>
                        </a:ln>
                        <a:solidFill>
                          <a:schemeClr val="tx2"/>
                        </a:solidFill>
                        <a:effectLst/>
                        <a:latin typeface="+mn-l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Đặc trưng độ nhám bề mặt</a:t>
                      </a:r>
                      <a:endParaRPr kumimoji="1" lang="en-US" sz="1600" b="0" i="0" u="none" strike="noStrike" cap="none" normalizeH="0" baseline="0">
                        <a:ln>
                          <a:noFill/>
                        </a:ln>
                        <a:solidFill>
                          <a:schemeClr val="tx2"/>
                        </a:solidFill>
                        <a:effectLst/>
                        <a:latin typeface="+mn-l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Phạm vi áp dụng</a:t>
                      </a:r>
                      <a:endParaRPr kumimoji="1" lang="en-US" sz="1600" b="0" i="0" u="none" strike="noStrike" cap="none" normalizeH="0" baseline="0">
                        <a:ln>
                          <a:noFill/>
                        </a:ln>
                        <a:solidFill>
                          <a:schemeClr val="tx2"/>
                        </a:solidFill>
                        <a:effectLst/>
                        <a:latin typeface="+mn-l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9647">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dirty="0" err="1">
                          <a:ln>
                            <a:noFill/>
                          </a:ln>
                          <a:solidFill>
                            <a:schemeClr val="tx2"/>
                          </a:solidFill>
                          <a:effectLst/>
                          <a:latin typeface="+mn-lt"/>
                          <a:cs typeface="Times New Roman" pitchFamily="18" charset="0"/>
                        </a:rPr>
                        <a:t>h</a:t>
                      </a:r>
                      <a:r>
                        <a:rPr kumimoji="1" lang="en-US" sz="1600" b="0" i="0" u="none" strike="noStrike" cap="none" normalizeH="0" baseline="-30000" dirty="0" err="1">
                          <a:ln>
                            <a:noFill/>
                          </a:ln>
                          <a:solidFill>
                            <a:schemeClr val="tx2"/>
                          </a:solidFill>
                          <a:effectLst/>
                          <a:latin typeface="+mn-lt"/>
                          <a:cs typeface="Times New Roman" pitchFamily="18" charset="0"/>
                        </a:rPr>
                        <a:t>tb</a:t>
                      </a:r>
                      <a:r>
                        <a:rPr kumimoji="1" lang="en-US" sz="1600" b="0" i="0" u="none" strike="noStrike" cap="none" normalizeH="0" baseline="0" dirty="0">
                          <a:ln>
                            <a:noFill/>
                          </a:ln>
                          <a:solidFill>
                            <a:schemeClr val="tx2"/>
                          </a:solidFill>
                          <a:effectLst/>
                          <a:latin typeface="+mn-lt"/>
                          <a:cs typeface="Times New Roman" pitchFamily="18" charset="0"/>
                        </a:rPr>
                        <a:t> &lt; 0.25</a:t>
                      </a:r>
                      <a:endParaRPr kumimoji="1" lang="en-US" sz="1600" b="0" i="0" u="none" strike="noStrike" cap="none" normalizeH="0" baseline="0" dirty="0">
                        <a:ln>
                          <a:noFill/>
                        </a:ln>
                        <a:solidFill>
                          <a:schemeClr val="tx2"/>
                        </a:solidFill>
                        <a:effectLst/>
                        <a:latin typeface="+mn-l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Rất nhẵn</a:t>
                      </a:r>
                      <a:endParaRPr kumimoji="1" lang="en-US" sz="1600" b="0" i="0" u="none" strike="noStrike" cap="none" normalizeH="0" baseline="0">
                        <a:ln>
                          <a:noFill/>
                        </a:ln>
                        <a:solidFill>
                          <a:schemeClr val="tx2"/>
                        </a:solidFill>
                        <a:effectLst/>
                        <a:latin typeface="+mn-l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Không nên dùng</a:t>
                      </a:r>
                      <a:endParaRPr kumimoji="1" lang="en-US" sz="1600" b="0" i="0" u="none" strike="noStrike" cap="none" normalizeH="0" baseline="0">
                        <a:ln>
                          <a:noFill/>
                        </a:ln>
                        <a:solidFill>
                          <a:schemeClr val="tx2"/>
                        </a:solidFill>
                        <a:effectLst/>
                        <a:latin typeface="+mn-l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1133">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0.25 </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 h</a:t>
                      </a:r>
                      <a:r>
                        <a:rPr kumimoji="1" lang="en-US" sz="1600" b="0" i="0" u="none" strike="noStrike" cap="none" normalizeH="0" baseline="-30000">
                          <a:ln>
                            <a:noFill/>
                          </a:ln>
                          <a:solidFill>
                            <a:schemeClr val="tx2"/>
                          </a:solidFill>
                          <a:effectLst/>
                          <a:latin typeface="+mn-lt"/>
                          <a:cs typeface="Times New Roman" pitchFamily="18" charset="0"/>
                          <a:sym typeface="Symbol" pitchFamily="18" charset="2"/>
                        </a:rPr>
                        <a:t>tb</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 </a:t>
                      </a:r>
                      <a:r>
                        <a:rPr kumimoji="1" lang="en-US" sz="1600" b="0" i="0" u="none" strike="noStrike" cap="none" normalizeH="0" baseline="0">
                          <a:ln>
                            <a:noFill/>
                          </a:ln>
                          <a:solidFill>
                            <a:schemeClr val="tx2"/>
                          </a:solidFill>
                          <a:effectLst/>
                          <a:latin typeface="+mn-lt"/>
                          <a:cs typeface="Times New Roman" pitchFamily="18" charset="0"/>
                        </a:rPr>
                        <a:t> 0.35</a:t>
                      </a:r>
                      <a:endParaRPr kumimoji="1" lang="en-US" sz="1600" b="0" i="0" u="none" strike="noStrike" cap="none" normalizeH="0" baseline="0">
                        <a:ln>
                          <a:noFill/>
                        </a:ln>
                        <a:solidFill>
                          <a:schemeClr val="tx2"/>
                        </a:solidFill>
                        <a:effectLst/>
                        <a:latin typeface="+mn-lt"/>
                        <a:cs typeface="Times New Roman" pitchFamily="18" charset="0"/>
                        <a:sym typeface="Symbol" pitchFamily="18" charset="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Nhẵn</a:t>
                      </a:r>
                      <a:endParaRPr kumimoji="1" lang="en-US" sz="1600" b="0" i="0" u="none" strike="noStrike" cap="none" normalizeH="0" baseline="0">
                        <a:ln>
                          <a:noFill/>
                        </a:ln>
                        <a:solidFill>
                          <a:schemeClr val="tx2"/>
                        </a:solidFill>
                        <a:effectLst/>
                        <a:latin typeface="+mn-l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V &lt; 60 km/h</a:t>
                      </a:r>
                      <a:endParaRPr kumimoji="1" lang="en-US" sz="1600" b="0" i="0" u="none" strike="noStrike" cap="none" normalizeH="0" baseline="0">
                        <a:ln>
                          <a:noFill/>
                        </a:ln>
                        <a:solidFill>
                          <a:schemeClr val="tx2"/>
                        </a:solidFill>
                        <a:effectLst/>
                        <a:latin typeface="+mn-l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9647">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0.35 </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 h</a:t>
                      </a:r>
                      <a:r>
                        <a:rPr kumimoji="1" lang="en-US" sz="1600" b="0" i="0" u="none" strike="noStrike" cap="none" normalizeH="0" baseline="-30000">
                          <a:ln>
                            <a:noFill/>
                          </a:ln>
                          <a:solidFill>
                            <a:schemeClr val="tx2"/>
                          </a:solidFill>
                          <a:effectLst/>
                          <a:latin typeface="+mn-lt"/>
                          <a:cs typeface="Times New Roman" pitchFamily="18" charset="0"/>
                          <a:sym typeface="Symbol" pitchFamily="18" charset="2"/>
                        </a:rPr>
                        <a:t>tb</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 </a:t>
                      </a:r>
                      <a:r>
                        <a:rPr kumimoji="1" lang="en-US" sz="1600" b="0" i="0" u="none" strike="noStrike" cap="none" normalizeH="0" baseline="0">
                          <a:ln>
                            <a:noFill/>
                          </a:ln>
                          <a:solidFill>
                            <a:schemeClr val="tx2"/>
                          </a:solidFill>
                          <a:effectLst/>
                          <a:latin typeface="+mn-lt"/>
                          <a:cs typeface="Times New Roman" pitchFamily="18" charset="0"/>
                        </a:rPr>
                        <a:t> 0.45</a:t>
                      </a:r>
                      <a:endParaRPr kumimoji="1" lang="en-US" sz="1600" b="0" i="0" u="none" strike="noStrike" cap="none" normalizeH="0" baseline="0">
                        <a:ln>
                          <a:noFill/>
                        </a:ln>
                        <a:solidFill>
                          <a:schemeClr val="tx2"/>
                        </a:solidFill>
                        <a:effectLst/>
                        <a:latin typeface="+mn-lt"/>
                        <a:cs typeface="Times New Roman" pitchFamily="18" charset="0"/>
                        <a:sym typeface="Symbol" pitchFamily="18" charset="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Nhẵn</a:t>
                      </a:r>
                      <a:endParaRPr kumimoji="1" lang="en-US" sz="1600" b="0" i="0" u="none" strike="noStrike" cap="none" normalizeH="0" baseline="0">
                        <a:ln>
                          <a:noFill/>
                        </a:ln>
                        <a:solidFill>
                          <a:schemeClr val="tx2"/>
                        </a:solidFill>
                        <a:effectLst/>
                        <a:latin typeface="+mn-l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60 km/h </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 V </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 80 km/h</a:t>
                      </a:r>
                      <a:endParaRPr kumimoji="1" lang="en-US" sz="1600" b="0" i="0" u="none" strike="noStrike" cap="none" normalizeH="0" baseline="0">
                        <a:ln>
                          <a:noFill/>
                        </a:ln>
                        <a:solidFill>
                          <a:schemeClr val="tx2"/>
                        </a:solidFill>
                        <a:effectLst/>
                        <a:latin typeface="+mn-lt"/>
                        <a:cs typeface="Times New Roman" pitchFamily="18" charset="0"/>
                        <a:sym typeface="Symbol" pitchFamily="18" charset="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71133">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0.45 </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 h</a:t>
                      </a:r>
                      <a:r>
                        <a:rPr kumimoji="1" lang="en-US" sz="1600" b="0" i="0" u="none" strike="noStrike" cap="none" normalizeH="0" baseline="-30000">
                          <a:ln>
                            <a:noFill/>
                          </a:ln>
                          <a:solidFill>
                            <a:schemeClr val="tx2"/>
                          </a:solidFill>
                          <a:effectLst/>
                          <a:latin typeface="+mn-lt"/>
                          <a:cs typeface="Times New Roman" pitchFamily="18" charset="0"/>
                          <a:sym typeface="Symbol" pitchFamily="18" charset="2"/>
                        </a:rPr>
                        <a:t>tb</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 </a:t>
                      </a:r>
                      <a:r>
                        <a:rPr kumimoji="1" lang="en-US" sz="1600" b="0" i="0" u="none" strike="noStrike" cap="none" normalizeH="0" baseline="0">
                          <a:ln>
                            <a:noFill/>
                          </a:ln>
                          <a:solidFill>
                            <a:schemeClr val="tx2"/>
                          </a:solidFill>
                          <a:effectLst/>
                          <a:latin typeface="+mn-lt"/>
                          <a:cs typeface="Times New Roman" pitchFamily="18" charset="0"/>
                        </a:rPr>
                        <a:t> 0.80</a:t>
                      </a:r>
                      <a:endParaRPr kumimoji="1" lang="en-US" sz="1600" b="0" i="0" u="none" strike="noStrike" cap="none" normalizeH="0" baseline="0">
                        <a:ln>
                          <a:noFill/>
                        </a:ln>
                        <a:solidFill>
                          <a:schemeClr val="tx2"/>
                        </a:solidFill>
                        <a:effectLst/>
                        <a:latin typeface="+mn-lt"/>
                        <a:cs typeface="Times New Roman" pitchFamily="18" charset="0"/>
                        <a:sym typeface="Symbol" pitchFamily="18" charset="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Trung bình</a:t>
                      </a:r>
                      <a:endParaRPr kumimoji="1" lang="en-US" sz="1600" b="0" i="0" u="none" strike="noStrike" cap="none" normalizeH="0" baseline="0">
                        <a:ln>
                          <a:noFill/>
                        </a:ln>
                        <a:solidFill>
                          <a:schemeClr val="tx2"/>
                        </a:solidFill>
                        <a:effectLst/>
                        <a:latin typeface="+mn-l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80 km/h </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 V </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 120 km/h</a:t>
                      </a:r>
                      <a:endParaRPr kumimoji="1" lang="en-US" sz="1600" b="0" i="0" u="none" strike="noStrike" cap="none" normalizeH="0" baseline="0">
                        <a:ln>
                          <a:noFill/>
                        </a:ln>
                        <a:solidFill>
                          <a:schemeClr val="tx2"/>
                        </a:solidFill>
                        <a:effectLst/>
                        <a:latin typeface="+mn-lt"/>
                        <a:cs typeface="Times New Roman" pitchFamily="18" charset="0"/>
                        <a:sym typeface="Symbol" pitchFamily="18" charset="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9647">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0.80 </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 h</a:t>
                      </a:r>
                      <a:r>
                        <a:rPr kumimoji="1" lang="en-US" sz="1600" b="0" i="0" u="none" strike="noStrike" cap="none" normalizeH="0" baseline="-30000">
                          <a:ln>
                            <a:noFill/>
                          </a:ln>
                          <a:solidFill>
                            <a:schemeClr val="tx2"/>
                          </a:solidFill>
                          <a:effectLst/>
                          <a:latin typeface="+mn-lt"/>
                          <a:cs typeface="Times New Roman" pitchFamily="18" charset="0"/>
                          <a:sym typeface="Symbol" pitchFamily="18" charset="2"/>
                        </a:rPr>
                        <a:t>tb</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 </a:t>
                      </a:r>
                      <a:r>
                        <a:rPr kumimoji="1" lang="en-US" sz="1600" b="0" i="0" u="none" strike="noStrike" cap="none" normalizeH="0" baseline="0">
                          <a:ln>
                            <a:noFill/>
                          </a:ln>
                          <a:solidFill>
                            <a:schemeClr val="tx2"/>
                          </a:solidFill>
                          <a:effectLst/>
                          <a:latin typeface="+mn-lt"/>
                          <a:cs typeface="Times New Roman" pitchFamily="18" charset="0"/>
                        </a:rPr>
                        <a:t> 1.20</a:t>
                      </a:r>
                      <a:endParaRPr kumimoji="1" lang="en-US" sz="1600" b="0" i="0" u="none" strike="noStrike" cap="none" normalizeH="0" baseline="0">
                        <a:ln>
                          <a:noFill/>
                        </a:ln>
                        <a:solidFill>
                          <a:schemeClr val="tx2"/>
                        </a:solidFill>
                        <a:effectLst/>
                        <a:latin typeface="+mn-lt"/>
                        <a:cs typeface="Times New Roman" pitchFamily="18" charset="0"/>
                        <a:sym typeface="Symbol" pitchFamily="18" charset="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Thô</a:t>
                      </a:r>
                      <a:endParaRPr kumimoji="1" lang="en-US" sz="1600" b="0" i="0" u="none" strike="noStrike" cap="none" normalizeH="0" baseline="0">
                        <a:ln>
                          <a:noFill/>
                        </a:ln>
                        <a:solidFill>
                          <a:schemeClr val="tx2"/>
                        </a:solidFill>
                        <a:effectLst/>
                        <a:latin typeface="+mn-l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V &gt; 120 km/h</a:t>
                      </a:r>
                      <a:endParaRPr kumimoji="1" lang="en-US" sz="1600" b="0" i="0" u="none" strike="noStrike" cap="none" normalizeH="0" baseline="0">
                        <a:ln>
                          <a:noFill/>
                        </a:ln>
                        <a:solidFill>
                          <a:schemeClr val="tx2"/>
                        </a:solidFill>
                        <a:effectLst/>
                        <a:latin typeface="+mn-l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703212">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h</a:t>
                      </a:r>
                      <a:r>
                        <a:rPr kumimoji="1" lang="en-US" sz="1600" b="0" i="0" u="none" strike="noStrike" cap="none" normalizeH="0" baseline="-30000">
                          <a:ln>
                            <a:noFill/>
                          </a:ln>
                          <a:solidFill>
                            <a:schemeClr val="tx2"/>
                          </a:solidFill>
                          <a:effectLst/>
                          <a:latin typeface="+mn-lt"/>
                          <a:cs typeface="Times New Roman" pitchFamily="18" charset="0"/>
                        </a:rPr>
                        <a:t>tb</a:t>
                      </a:r>
                      <a:r>
                        <a:rPr kumimoji="1" lang="en-US" sz="1600" b="0" i="0" u="none" strike="noStrike" cap="none" normalizeH="0" baseline="0">
                          <a:ln>
                            <a:noFill/>
                          </a:ln>
                          <a:solidFill>
                            <a:schemeClr val="tx2"/>
                          </a:solidFill>
                          <a:effectLst/>
                          <a:latin typeface="+mn-lt"/>
                          <a:cs typeface="Times New Roman" pitchFamily="18" charset="0"/>
                        </a:rPr>
                        <a:t> &gt; 1.20</a:t>
                      </a:r>
                      <a:endParaRPr kumimoji="1" lang="en-US" sz="1600" b="0" i="0" u="none" strike="noStrike" cap="none" normalizeH="0" baseline="0">
                        <a:ln>
                          <a:noFill/>
                        </a:ln>
                        <a:solidFill>
                          <a:schemeClr val="tx2"/>
                        </a:solidFill>
                        <a:effectLst/>
                        <a:latin typeface="+mn-l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Rất thô</a:t>
                      </a:r>
                      <a:endParaRPr kumimoji="1" lang="en-US" sz="1600" b="0" i="0" u="none" strike="noStrike" cap="none" normalizeH="0" baseline="0">
                        <a:ln>
                          <a:noFill/>
                        </a:ln>
                        <a:solidFill>
                          <a:schemeClr val="tx2"/>
                        </a:solidFill>
                        <a:effectLst/>
                        <a:latin typeface="+mn-l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dirty="0" err="1">
                          <a:ln>
                            <a:noFill/>
                          </a:ln>
                          <a:solidFill>
                            <a:schemeClr val="tx2"/>
                          </a:solidFill>
                          <a:effectLst/>
                          <a:latin typeface="+mn-lt"/>
                          <a:cs typeface="Times New Roman" pitchFamily="18" charset="0"/>
                        </a:rPr>
                        <a:t>Đường</a:t>
                      </a:r>
                      <a:r>
                        <a:rPr kumimoji="1" lang="en-US" sz="1600" b="0" i="0" u="none" strike="noStrike" cap="none" normalizeH="0" baseline="0" dirty="0">
                          <a:ln>
                            <a:noFill/>
                          </a:ln>
                          <a:solidFill>
                            <a:schemeClr val="tx2"/>
                          </a:solidFill>
                          <a:effectLst/>
                          <a:latin typeface="+mn-lt"/>
                          <a:cs typeface="Times New Roman" pitchFamily="18" charset="0"/>
                        </a:rPr>
                        <a:t> qua </a:t>
                      </a:r>
                      <a:r>
                        <a:rPr kumimoji="1" lang="en-US" sz="1600" b="0" i="0" u="none" strike="noStrike" cap="none" normalizeH="0" baseline="0" dirty="0" err="1">
                          <a:ln>
                            <a:noFill/>
                          </a:ln>
                          <a:solidFill>
                            <a:schemeClr val="tx2"/>
                          </a:solidFill>
                          <a:effectLst/>
                          <a:latin typeface="+mn-lt"/>
                          <a:cs typeface="Times New Roman" pitchFamily="18" charset="0"/>
                        </a:rPr>
                        <a:t>nơi</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địa</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hình</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đi</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lại</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khó</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khăn</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nguy</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hiểm</a:t>
                      </a:r>
                      <a:r>
                        <a:rPr kumimoji="1" lang="en-US" sz="1600" b="0" i="0" u="none" strike="noStrike" cap="none" normalizeH="0" baseline="0" dirty="0">
                          <a:ln>
                            <a:noFill/>
                          </a:ln>
                          <a:solidFill>
                            <a:schemeClr val="tx2"/>
                          </a:solidFill>
                          <a:effectLst/>
                          <a:latin typeface="+mn-lt"/>
                          <a:cs typeface="Times New Roman" pitchFamily="18" charset="0"/>
                        </a:rPr>
                        <a:t> ( </a:t>
                      </a:r>
                      <a:r>
                        <a:rPr kumimoji="1" lang="en-US" sz="1600" b="0" i="0" u="none" strike="noStrike" cap="none" normalizeH="0" baseline="0" dirty="0" err="1">
                          <a:ln>
                            <a:noFill/>
                          </a:ln>
                          <a:solidFill>
                            <a:schemeClr val="tx2"/>
                          </a:solidFill>
                          <a:effectLst/>
                          <a:latin typeface="+mn-lt"/>
                          <a:cs typeface="Times New Roman" pitchFamily="18" charset="0"/>
                        </a:rPr>
                        <a:t>đường</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vòng</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quanh</a:t>
                      </a:r>
                      <a:r>
                        <a:rPr kumimoji="1" lang="en-US" sz="1600" b="0" i="0" u="none" strike="noStrike" cap="none" normalizeH="0" baseline="0" dirty="0">
                          <a:ln>
                            <a:noFill/>
                          </a:ln>
                          <a:solidFill>
                            <a:schemeClr val="tx2"/>
                          </a:solidFill>
                          <a:effectLst/>
                          <a:latin typeface="+mn-lt"/>
                          <a:cs typeface="Times New Roman" pitchFamily="18" charset="0"/>
                        </a:rPr>
                        <a:t> co, </a:t>
                      </a:r>
                      <a:r>
                        <a:rPr kumimoji="1" lang="en-US" sz="1600" b="0" i="0" u="none" strike="noStrike" cap="none" normalizeH="0" baseline="0" dirty="0" err="1">
                          <a:ln>
                            <a:noFill/>
                          </a:ln>
                          <a:solidFill>
                            <a:schemeClr val="tx2"/>
                          </a:solidFill>
                          <a:effectLst/>
                          <a:latin typeface="+mn-lt"/>
                          <a:cs typeface="Times New Roman" pitchFamily="18" charset="0"/>
                        </a:rPr>
                        <a:t>đường</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cong</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có</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bán</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kính</a:t>
                      </a:r>
                      <a:r>
                        <a:rPr kumimoji="1" lang="en-US" sz="1600" b="0" i="0" u="none" strike="noStrike" cap="none" normalizeH="0" baseline="0" dirty="0">
                          <a:ln>
                            <a:noFill/>
                          </a:ln>
                          <a:solidFill>
                            <a:schemeClr val="tx2"/>
                          </a:solidFill>
                          <a:effectLst/>
                          <a:latin typeface="+mn-lt"/>
                          <a:cs typeface="Times New Roman" pitchFamily="18" charset="0"/>
                        </a:rPr>
                        <a:t> &lt; 150 m </a:t>
                      </a:r>
                      <a:r>
                        <a:rPr kumimoji="1" lang="en-US" sz="1600" b="0" i="0" u="none" strike="noStrike" cap="none" normalizeH="0" baseline="0" dirty="0" err="1">
                          <a:ln>
                            <a:noFill/>
                          </a:ln>
                          <a:solidFill>
                            <a:schemeClr val="tx2"/>
                          </a:solidFill>
                          <a:effectLst/>
                          <a:latin typeface="+mn-lt"/>
                          <a:cs typeface="Times New Roman" pitchFamily="18" charset="0"/>
                        </a:rPr>
                        <a:t>mà</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không</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hạn</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chế</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tốc</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độ</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đoạn</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đường</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có</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độ</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dốc</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dọc</a:t>
                      </a:r>
                      <a:r>
                        <a:rPr kumimoji="1" lang="en-US" sz="1600" b="0" i="0" u="none" strike="noStrike" cap="none" normalizeH="0" baseline="0" dirty="0">
                          <a:ln>
                            <a:noFill/>
                          </a:ln>
                          <a:solidFill>
                            <a:schemeClr val="tx2"/>
                          </a:solidFill>
                          <a:effectLst/>
                          <a:latin typeface="+mn-lt"/>
                          <a:cs typeface="Times New Roman" pitchFamily="18" charset="0"/>
                        </a:rPr>
                        <a:t> &gt; 5%, </a:t>
                      </a:r>
                      <a:r>
                        <a:rPr kumimoji="1" lang="en-US" sz="1600" b="0" i="0" u="none" strike="noStrike" cap="none" normalizeH="0" baseline="0" dirty="0" err="1">
                          <a:ln>
                            <a:noFill/>
                          </a:ln>
                          <a:solidFill>
                            <a:schemeClr val="tx2"/>
                          </a:solidFill>
                          <a:effectLst/>
                          <a:latin typeface="+mn-lt"/>
                          <a:cs typeface="Times New Roman" pitchFamily="18" charset="0"/>
                        </a:rPr>
                        <a:t>chiều</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dài</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dốc</a:t>
                      </a:r>
                      <a:r>
                        <a:rPr kumimoji="1" lang="en-US" sz="1600" b="0" i="0" u="none" strike="noStrike" cap="none" normalizeH="0" baseline="0" dirty="0">
                          <a:ln>
                            <a:noFill/>
                          </a:ln>
                          <a:solidFill>
                            <a:schemeClr val="tx2"/>
                          </a:solidFill>
                          <a:effectLst/>
                          <a:latin typeface="+mn-lt"/>
                          <a:cs typeface="Times New Roman" pitchFamily="18" charset="0"/>
                        </a:rPr>
                        <a:t> &gt; 100m)</a:t>
                      </a:r>
                      <a:endParaRPr kumimoji="1" lang="en-US" sz="1600" b="0" i="0" u="none" strike="noStrike" cap="none" normalizeH="0" baseline="0" dirty="0">
                        <a:ln>
                          <a:noFill/>
                        </a:ln>
                        <a:solidFill>
                          <a:schemeClr val="tx2"/>
                        </a:solidFill>
                        <a:effectLst/>
                        <a:latin typeface="+mn-l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5" name="Rectangle 4"/>
          <p:cNvSpPr/>
          <p:nvPr/>
        </p:nvSpPr>
        <p:spPr>
          <a:xfrm>
            <a:off x="228600" y="438666"/>
            <a:ext cx="7696200" cy="400110"/>
          </a:xfrm>
          <a:prstGeom prst="rect">
            <a:avLst/>
          </a:prstGeom>
        </p:spPr>
        <p:txBody>
          <a:bodyPr wrap="square">
            <a:spAutoFit/>
          </a:bodyPr>
          <a:lstStyle/>
          <a:p>
            <a:pPr>
              <a:spcBef>
                <a:spcPct val="50000"/>
              </a:spcBef>
            </a:pPr>
            <a:r>
              <a:rPr lang="en-US" sz="2000" b="1" dirty="0" err="1">
                <a:solidFill>
                  <a:srgbClr val="FF0000"/>
                </a:solidFill>
              </a:rPr>
              <a:t>Đặc</a:t>
            </a:r>
            <a:r>
              <a:rPr lang="en-US" sz="2000" b="1" dirty="0">
                <a:solidFill>
                  <a:srgbClr val="FF0000"/>
                </a:solidFill>
              </a:rPr>
              <a:t> </a:t>
            </a:r>
            <a:r>
              <a:rPr lang="en-US" sz="2000" b="1" dirty="0" err="1">
                <a:solidFill>
                  <a:srgbClr val="FF0000"/>
                </a:solidFill>
              </a:rPr>
              <a:t>trưng</a:t>
            </a:r>
            <a:r>
              <a:rPr lang="en-US" sz="2000" b="1" dirty="0">
                <a:solidFill>
                  <a:srgbClr val="FF0000"/>
                </a:solidFill>
              </a:rPr>
              <a:t> </a:t>
            </a:r>
            <a:r>
              <a:rPr lang="en-US" sz="2000" b="1" dirty="0" err="1">
                <a:solidFill>
                  <a:srgbClr val="FF0000"/>
                </a:solidFill>
              </a:rPr>
              <a:t>khai</a:t>
            </a:r>
            <a:r>
              <a:rPr lang="en-US" sz="2000" b="1" dirty="0">
                <a:solidFill>
                  <a:srgbClr val="FF0000"/>
                </a:solidFill>
              </a:rPr>
              <a:t> </a:t>
            </a:r>
            <a:r>
              <a:rPr lang="en-US" sz="2000" b="1" dirty="0" err="1">
                <a:solidFill>
                  <a:srgbClr val="FF0000"/>
                </a:solidFill>
              </a:rPr>
              <a:t>thác</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 </a:t>
            </a:r>
            <a:r>
              <a:rPr lang="en-US" sz="2000" b="1" dirty="0" err="1">
                <a:solidFill>
                  <a:srgbClr val="FF0000"/>
                </a:solidFill>
              </a:rPr>
              <a:t>tiêu</a:t>
            </a:r>
            <a:r>
              <a:rPr lang="en-US" sz="2000" b="1" dirty="0">
                <a:solidFill>
                  <a:srgbClr val="FF0000"/>
                </a:solidFill>
              </a:rPr>
              <a:t> </a:t>
            </a:r>
            <a:r>
              <a:rPr lang="en-US" sz="2000" b="1" dirty="0" err="1">
                <a:solidFill>
                  <a:srgbClr val="FF0000"/>
                </a:solidFill>
              </a:rPr>
              <a:t>chuẩn</a:t>
            </a:r>
            <a:r>
              <a:rPr lang="en-US" sz="2000" b="1" dirty="0">
                <a:solidFill>
                  <a:srgbClr val="FF0000"/>
                </a:solidFill>
              </a:rPr>
              <a:t> </a:t>
            </a:r>
            <a:r>
              <a:rPr lang="en-US" sz="2000" b="1" dirty="0" err="1">
                <a:solidFill>
                  <a:srgbClr val="FF0000"/>
                </a:solidFill>
              </a:rPr>
              <a:t>Việt</a:t>
            </a:r>
            <a:r>
              <a:rPr lang="en-US" sz="2000" b="1" dirty="0">
                <a:solidFill>
                  <a:srgbClr val="FF0000"/>
                </a:solidFill>
              </a:rPr>
              <a:t> Nam </a:t>
            </a:r>
            <a:r>
              <a:rPr lang="en-US" sz="2000" b="1" dirty="0" err="1">
                <a:solidFill>
                  <a:srgbClr val="FF0000"/>
                </a:solidFill>
              </a:rPr>
              <a:t>hiện</a:t>
            </a:r>
            <a:r>
              <a:rPr lang="en-US" sz="2000" b="1" dirty="0">
                <a:solidFill>
                  <a:srgbClr val="FF0000"/>
                </a:solidFill>
              </a:rPr>
              <a:t> </a:t>
            </a:r>
            <a:r>
              <a:rPr lang="en-US" sz="2000" b="1" dirty="0" err="1">
                <a:solidFill>
                  <a:srgbClr val="FF0000"/>
                </a:solidFill>
              </a:rPr>
              <a:t>hành</a:t>
            </a:r>
            <a:endParaRPr lang="en-US" sz="2000" b="1" dirty="0">
              <a:solidFill>
                <a:srgbClr val="FF0000"/>
              </a:solidFill>
            </a:endParaRPr>
          </a:p>
        </p:txBody>
      </p:sp>
    </p:spTree>
    <p:extLst>
      <p:ext uri="{BB962C8B-B14F-4D97-AF65-F5344CB8AC3E}">
        <p14:creationId xmlns:p14="http://schemas.microsoft.com/office/powerpoint/2010/main" val="27393510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83C3EC22-F267-46DE-8DEB-AC0F5ECFA9E0}" type="slidenum">
              <a:rPr lang="en-US"/>
              <a:pPr/>
              <a:t>39</a:t>
            </a:fld>
            <a:endParaRPr lang="en-US"/>
          </a:p>
        </p:txBody>
      </p:sp>
      <p:sp>
        <p:nvSpPr>
          <p:cNvPr id="611330" name="Text Box 2"/>
          <p:cNvSpPr txBox="1">
            <a:spLocks noChangeArrowheads="1"/>
          </p:cNvSpPr>
          <p:nvPr/>
        </p:nvSpPr>
        <p:spPr bwMode="auto">
          <a:xfrm>
            <a:off x="228600" y="1295400"/>
            <a:ext cx="6408738"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666750" indent="-666750">
              <a:defRPr kumimoji="1" sz="2400">
                <a:solidFill>
                  <a:schemeClr val="tx1"/>
                </a:solidFill>
                <a:latin typeface="Times New Roman" pitchFamily="18" charset="0"/>
              </a:defRPr>
            </a:lvl1pPr>
            <a:lvl2pPr>
              <a:defRPr kumimoji="1" sz="2400">
                <a:solidFill>
                  <a:schemeClr val="tx1"/>
                </a:solidFill>
                <a:latin typeface="Times New Roman" pitchFamily="18" charset="0"/>
              </a:defRPr>
            </a:lvl2pPr>
            <a:lvl3pPr>
              <a:defRPr kumimoji="1" sz="2400">
                <a:solidFill>
                  <a:schemeClr val="tx1"/>
                </a:solidFill>
                <a:latin typeface="Times New Roman" pitchFamily="18" charset="0"/>
              </a:defRPr>
            </a:lvl3pPr>
            <a:lvl4pPr>
              <a:defRPr kumimoji="1" sz="2400">
                <a:solidFill>
                  <a:schemeClr val="tx1"/>
                </a:solidFill>
                <a:latin typeface="Times New Roman" pitchFamily="18" charset="0"/>
              </a:defRPr>
            </a:lvl4pPr>
            <a:lvl5pPr>
              <a:defRPr kumimoji="1" sz="2400">
                <a:solidFill>
                  <a:schemeClr val="tx1"/>
                </a:solidFill>
                <a:latin typeface="Times New Roman" pitchFamily="18" charset="0"/>
              </a:defRPr>
            </a:lvl5pPr>
            <a:lvl6pPr fontAlgn="base">
              <a:spcBef>
                <a:spcPct val="0"/>
              </a:spcBef>
              <a:spcAft>
                <a:spcPct val="0"/>
              </a:spcAft>
              <a:defRPr kumimoji="1" sz="2400">
                <a:solidFill>
                  <a:schemeClr val="tx1"/>
                </a:solidFill>
                <a:latin typeface="Times New Roman" pitchFamily="18" charset="0"/>
              </a:defRPr>
            </a:lvl6pPr>
            <a:lvl7pPr fontAlgn="base">
              <a:spcBef>
                <a:spcPct val="0"/>
              </a:spcBef>
              <a:spcAft>
                <a:spcPct val="0"/>
              </a:spcAft>
              <a:defRPr kumimoji="1" sz="2400">
                <a:solidFill>
                  <a:schemeClr val="tx1"/>
                </a:solidFill>
                <a:latin typeface="Times New Roman" pitchFamily="18" charset="0"/>
              </a:defRPr>
            </a:lvl7pPr>
            <a:lvl8pPr fontAlgn="base">
              <a:spcBef>
                <a:spcPct val="0"/>
              </a:spcBef>
              <a:spcAft>
                <a:spcPct val="0"/>
              </a:spcAft>
              <a:defRPr kumimoji="1" sz="2400">
                <a:solidFill>
                  <a:schemeClr val="tx1"/>
                </a:solidFill>
                <a:latin typeface="Times New Roman" pitchFamily="18" charset="0"/>
              </a:defRPr>
            </a:lvl8pPr>
            <a:lvl9pPr fontAlgn="base">
              <a:spcBef>
                <a:spcPct val="0"/>
              </a:spcBef>
              <a:spcAft>
                <a:spcPct val="0"/>
              </a:spcAft>
              <a:defRPr kumimoji="1" sz="2400">
                <a:solidFill>
                  <a:schemeClr val="tx1"/>
                </a:solidFill>
                <a:latin typeface="Times New Roman" pitchFamily="18" charset="0"/>
              </a:defRPr>
            </a:lvl9pPr>
          </a:lstStyle>
          <a:p>
            <a:pPr>
              <a:spcBef>
                <a:spcPct val="50000"/>
              </a:spcBef>
              <a:buFont typeface="Wingdings" pitchFamily="2" charset="2"/>
              <a:buNone/>
            </a:pPr>
            <a:r>
              <a:rPr kumimoji="0" lang="en-US" sz="2200" b="1" dirty="0" err="1">
                <a:solidFill>
                  <a:schemeClr val="tx2"/>
                </a:solidFill>
                <a:latin typeface="+mn-lt"/>
              </a:rPr>
              <a:t>Đánh</a:t>
            </a:r>
            <a:r>
              <a:rPr kumimoji="0" lang="en-US" sz="2200" b="1" dirty="0">
                <a:solidFill>
                  <a:schemeClr val="tx2"/>
                </a:solidFill>
                <a:latin typeface="+mn-lt"/>
              </a:rPr>
              <a:t> </a:t>
            </a:r>
            <a:r>
              <a:rPr kumimoji="0" lang="en-US" sz="2200" b="1" dirty="0" err="1">
                <a:solidFill>
                  <a:schemeClr val="tx2"/>
                </a:solidFill>
                <a:latin typeface="+mn-lt"/>
              </a:rPr>
              <a:t>giá</a:t>
            </a:r>
            <a:r>
              <a:rPr kumimoji="0" lang="en-US" sz="2200" b="1" dirty="0">
                <a:solidFill>
                  <a:schemeClr val="tx2"/>
                </a:solidFill>
                <a:latin typeface="+mn-lt"/>
              </a:rPr>
              <a:t> </a:t>
            </a:r>
            <a:r>
              <a:rPr kumimoji="0" lang="en-US" sz="2200" b="1" dirty="0" err="1">
                <a:solidFill>
                  <a:schemeClr val="tx2"/>
                </a:solidFill>
                <a:latin typeface="+mn-lt"/>
              </a:rPr>
              <a:t>mặt</a:t>
            </a:r>
            <a:r>
              <a:rPr kumimoji="0" lang="en-US" sz="2200" b="1" dirty="0">
                <a:solidFill>
                  <a:schemeClr val="tx2"/>
                </a:solidFill>
                <a:latin typeface="+mn-lt"/>
              </a:rPr>
              <a:t> </a:t>
            </a:r>
            <a:r>
              <a:rPr kumimoji="0" lang="en-US" sz="2200" b="1" dirty="0" err="1">
                <a:solidFill>
                  <a:schemeClr val="tx2"/>
                </a:solidFill>
                <a:latin typeface="+mn-lt"/>
              </a:rPr>
              <a:t>đường</a:t>
            </a:r>
            <a:r>
              <a:rPr kumimoji="0" lang="en-US" sz="2200" b="1" dirty="0">
                <a:solidFill>
                  <a:schemeClr val="tx2"/>
                </a:solidFill>
                <a:latin typeface="+mn-lt"/>
              </a:rPr>
              <a:t> </a:t>
            </a:r>
            <a:r>
              <a:rPr kumimoji="0" lang="en-US" sz="2200" b="1" dirty="0" err="1">
                <a:solidFill>
                  <a:schemeClr val="tx2"/>
                </a:solidFill>
                <a:latin typeface="+mn-lt"/>
              </a:rPr>
              <a:t>theo</a:t>
            </a:r>
            <a:r>
              <a:rPr kumimoji="0" lang="en-US" sz="2200" b="1" dirty="0">
                <a:solidFill>
                  <a:schemeClr val="tx2"/>
                </a:solidFill>
                <a:latin typeface="+mn-lt"/>
              </a:rPr>
              <a:t> </a:t>
            </a:r>
            <a:r>
              <a:rPr kumimoji="0" lang="en-US" sz="2200" b="1" dirty="0" err="1">
                <a:solidFill>
                  <a:schemeClr val="tx2"/>
                </a:solidFill>
                <a:latin typeface="+mn-lt"/>
              </a:rPr>
              <a:t>cường</a:t>
            </a:r>
            <a:r>
              <a:rPr kumimoji="0" lang="en-US" sz="2200" b="1" dirty="0">
                <a:solidFill>
                  <a:schemeClr val="tx2"/>
                </a:solidFill>
                <a:latin typeface="+mn-lt"/>
              </a:rPr>
              <a:t> </a:t>
            </a:r>
            <a:r>
              <a:rPr kumimoji="0" lang="en-US" sz="2200" b="1" dirty="0" err="1">
                <a:solidFill>
                  <a:schemeClr val="tx2"/>
                </a:solidFill>
                <a:latin typeface="+mn-lt"/>
              </a:rPr>
              <a:t>độ</a:t>
            </a:r>
            <a:endParaRPr kumimoji="0" lang="en-US" sz="2200" b="1" dirty="0">
              <a:solidFill>
                <a:schemeClr val="tx2"/>
              </a:solidFill>
              <a:latin typeface="+mn-lt"/>
            </a:endParaRPr>
          </a:p>
        </p:txBody>
      </p:sp>
      <p:sp>
        <p:nvSpPr>
          <p:cNvPr id="611331" name="Rectangle 3" descr="Parchment"/>
          <p:cNvSpPr>
            <a:spLocks noChangeArrowheads="1"/>
          </p:cNvSpPr>
          <p:nvPr/>
        </p:nvSpPr>
        <p:spPr bwMode="auto">
          <a:xfrm>
            <a:off x="971550" y="2056439"/>
            <a:ext cx="7812088" cy="2851486"/>
          </a:xfrm>
          <a:prstGeom prst="rect">
            <a:avLst/>
          </a:prstGeom>
          <a:noFill/>
          <a:ln w="38100" cmpd="dbl">
            <a:noFill/>
            <a:miter lim="800000"/>
            <a:headEnd/>
            <a:tailEnd/>
          </a:ln>
          <a:effectLst/>
        </p:spPr>
        <p:txBody>
          <a:bodyPr anchor="ctr">
            <a:spAutoFit/>
          </a:bodyPr>
          <a:lstStyle/>
          <a:p>
            <a:pPr algn="ctr">
              <a:lnSpc>
                <a:spcPct val="130000"/>
              </a:lnSpc>
              <a:buFont typeface="Wingdings" pitchFamily="2" charset="2"/>
              <a:buNone/>
            </a:pPr>
            <a:r>
              <a:rPr lang="en-US" sz="2000" dirty="0" err="1">
                <a:solidFill>
                  <a:schemeClr val="tx2"/>
                </a:solidFill>
                <a:latin typeface="+mn-lt"/>
              </a:rPr>
              <a:t>K</a:t>
            </a:r>
            <a:r>
              <a:rPr lang="en-US" sz="2000" baseline="-25000" dirty="0" err="1">
                <a:solidFill>
                  <a:schemeClr val="tx2"/>
                </a:solidFill>
                <a:latin typeface="+mn-lt"/>
              </a:rPr>
              <a:t>cđ</a:t>
            </a:r>
            <a:r>
              <a:rPr lang="en-US" sz="2000" dirty="0">
                <a:solidFill>
                  <a:schemeClr val="tx2"/>
                </a:solidFill>
                <a:latin typeface="+mn-lt"/>
              </a:rPr>
              <a:t> = </a:t>
            </a:r>
            <a:r>
              <a:rPr lang="en-US" sz="2000" dirty="0" err="1">
                <a:solidFill>
                  <a:schemeClr val="tx2"/>
                </a:solidFill>
                <a:latin typeface="+mn-lt"/>
              </a:rPr>
              <a:t>E</a:t>
            </a:r>
            <a:r>
              <a:rPr lang="en-US" sz="2000" baseline="-25000" dirty="0" err="1">
                <a:solidFill>
                  <a:schemeClr val="tx2"/>
                </a:solidFill>
                <a:latin typeface="+mn-lt"/>
              </a:rPr>
              <a:t>ttế</a:t>
            </a:r>
            <a:r>
              <a:rPr lang="en-US" sz="2000" dirty="0">
                <a:solidFill>
                  <a:schemeClr val="tx2"/>
                </a:solidFill>
                <a:latin typeface="+mn-lt"/>
              </a:rPr>
              <a:t>/ </a:t>
            </a:r>
            <a:r>
              <a:rPr lang="en-US" sz="2000" dirty="0" err="1">
                <a:solidFill>
                  <a:schemeClr val="tx2"/>
                </a:solidFill>
                <a:latin typeface="+mn-lt"/>
              </a:rPr>
              <a:t>E</a:t>
            </a:r>
            <a:r>
              <a:rPr lang="en-US" sz="2000" baseline="-25000" dirty="0" err="1">
                <a:solidFill>
                  <a:schemeClr val="tx2"/>
                </a:solidFill>
                <a:latin typeface="+mn-lt"/>
              </a:rPr>
              <a:t>yc</a:t>
            </a:r>
            <a:endParaRPr lang="en-US" sz="2000" baseline="-25000" dirty="0">
              <a:solidFill>
                <a:schemeClr val="tx2"/>
              </a:solidFill>
              <a:latin typeface="+mn-lt"/>
            </a:endParaRPr>
          </a:p>
          <a:p>
            <a:pPr>
              <a:lnSpc>
                <a:spcPct val="130000"/>
              </a:lnSpc>
              <a:buFont typeface="Wingdings" pitchFamily="2" charset="2"/>
              <a:buNone/>
            </a:pPr>
            <a:r>
              <a:rPr lang="en-US" sz="2000" dirty="0" err="1">
                <a:solidFill>
                  <a:schemeClr val="tx2"/>
                </a:solidFill>
                <a:latin typeface="+mn-lt"/>
              </a:rPr>
              <a:t>K</a:t>
            </a:r>
            <a:r>
              <a:rPr lang="en-US" sz="2000" baseline="-25000" dirty="0" err="1">
                <a:solidFill>
                  <a:schemeClr val="tx2"/>
                </a:solidFill>
                <a:latin typeface="+mn-lt"/>
              </a:rPr>
              <a:t>cđ</a:t>
            </a:r>
            <a:r>
              <a:rPr lang="en-US" sz="2000" dirty="0">
                <a:solidFill>
                  <a:schemeClr val="tx2"/>
                </a:solidFill>
                <a:latin typeface="+mn-lt"/>
              </a:rPr>
              <a:t> - </a:t>
            </a:r>
            <a:r>
              <a:rPr lang="en-US" sz="2000" dirty="0" err="1">
                <a:solidFill>
                  <a:schemeClr val="tx2"/>
                </a:solidFill>
                <a:latin typeface="+mn-lt"/>
              </a:rPr>
              <a:t>hệ</a:t>
            </a:r>
            <a:r>
              <a:rPr lang="en-US" sz="2000" dirty="0">
                <a:solidFill>
                  <a:schemeClr val="tx2"/>
                </a:solidFill>
                <a:latin typeface="+mn-lt"/>
              </a:rPr>
              <a:t> </a:t>
            </a:r>
            <a:r>
              <a:rPr lang="en-US" sz="2000" dirty="0" err="1">
                <a:solidFill>
                  <a:schemeClr val="tx2"/>
                </a:solidFill>
                <a:latin typeface="+mn-lt"/>
              </a:rPr>
              <a:t>số</a:t>
            </a:r>
            <a:r>
              <a:rPr lang="en-US" sz="2000" dirty="0">
                <a:solidFill>
                  <a:schemeClr val="tx2"/>
                </a:solidFill>
                <a:latin typeface="+mn-lt"/>
              </a:rPr>
              <a:t> </a:t>
            </a:r>
            <a:r>
              <a:rPr lang="en-US" sz="2000" dirty="0" err="1">
                <a:solidFill>
                  <a:schemeClr val="tx2"/>
                </a:solidFill>
                <a:latin typeface="+mn-lt"/>
              </a:rPr>
              <a:t>cường</a:t>
            </a:r>
            <a:r>
              <a:rPr lang="en-US" sz="2000" dirty="0">
                <a:solidFill>
                  <a:schemeClr val="tx2"/>
                </a:solidFill>
                <a:latin typeface="+mn-lt"/>
              </a:rPr>
              <a:t> </a:t>
            </a:r>
            <a:r>
              <a:rPr lang="en-US" sz="2000" dirty="0" err="1">
                <a:solidFill>
                  <a:schemeClr val="tx2"/>
                </a:solidFill>
                <a:latin typeface="+mn-lt"/>
              </a:rPr>
              <a:t>độ</a:t>
            </a:r>
            <a:r>
              <a:rPr lang="en-US" sz="2000" dirty="0">
                <a:solidFill>
                  <a:schemeClr val="tx2"/>
                </a:solidFill>
                <a:latin typeface="+mn-lt"/>
              </a:rPr>
              <a:t> </a:t>
            </a:r>
            <a:r>
              <a:rPr lang="en-US" sz="2000" dirty="0" err="1">
                <a:solidFill>
                  <a:schemeClr val="tx2"/>
                </a:solidFill>
                <a:latin typeface="+mn-lt"/>
              </a:rPr>
              <a:t>của</a:t>
            </a:r>
            <a:r>
              <a:rPr lang="en-US" sz="2000" dirty="0">
                <a:solidFill>
                  <a:schemeClr val="tx2"/>
                </a:solidFill>
                <a:latin typeface="+mn-lt"/>
              </a:rPr>
              <a:t> </a:t>
            </a:r>
            <a:r>
              <a:rPr lang="en-US" sz="2000" dirty="0" err="1">
                <a:solidFill>
                  <a:schemeClr val="tx2"/>
                </a:solidFill>
                <a:latin typeface="+mn-lt"/>
              </a:rPr>
              <a:t>mặt</a:t>
            </a:r>
            <a:r>
              <a:rPr lang="en-US" sz="2000" dirty="0">
                <a:solidFill>
                  <a:schemeClr val="tx2"/>
                </a:solidFill>
                <a:latin typeface="+mn-lt"/>
              </a:rPr>
              <a:t> </a:t>
            </a:r>
            <a:r>
              <a:rPr lang="en-US" sz="2000" dirty="0" err="1">
                <a:solidFill>
                  <a:schemeClr val="tx2"/>
                </a:solidFill>
                <a:latin typeface="+mn-lt"/>
              </a:rPr>
              <a:t>đường</a:t>
            </a:r>
            <a:endParaRPr lang="en-US" sz="2000" dirty="0">
              <a:solidFill>
                <a:schemeClr val="tx2"/>
              </a:solidFill>
              <a:latin typeface="+mn-lt"/>
            </a:endParaRPr>
          </a:p>
          <a:p>
            <a:pPr>
              <a:lnSpc>
                <a:spcPct val="130000"/>
              </a:lnSpc>
              <a:buFont typeface="Wingdings" pitchFamily="2" charset="2"/>
              <a:buNone/>
            </a:pPr>
            <a:r>
              <a:rPr lang="en-US" sz="2000" dirty="0" err="1">
                <a:solidFill>
                  <a:schemeClr val="tx2"/>
                </a:solidFill>
                <a:latin typeface="+mn-lt"/>
              </a:rPr>
              <a:t>E</a:t>
            </a:r>
            <a:r>
              <a:rPr lang="en-US" sz="2000" baseline="-25000" dirty="0" err="1">
                <a:solidFill>
                  <a:schemeClr val="tx2"/>
                </a:solidFill>
                <a:latin typeface="+mn-lt"/>
              </a:rPr>
              <a:t>ttế</a:t>
            </a:r>
            <a:r>
              <a:rPr lang="en-US" sz="2000" dirty="0">
                <a:solidFill>
                  <a:schemeClr val="tx2"/>
                </a:solidFill>
                <a:latin typeface="+mn-lt"/>
              </a:rPr>
              <a:t> - </a:t>
            </a:r>
            <a:r>
              <a:rPr lang="en-US" sz="2000" dirty="0" err="1">
                <a:solidFill>
                  <a:schemeClr val="tx2"/>
                </a:solidFill>
                <a:latin typeface="+mn-lt"/>
              </a:rPr>
              <a:t>mô</a:t>
            </a:r>
            <a:r>
              <a:rPr lang="en-US" sz="2000" dirty="0">
                <a:solidFill>
                  <a:schemeClr val="tx2"/>
                </a:solidFill>
                <a:latin typeface="+mn-lt"/>
              </a:rPr>
              <a:t> </a:t>
            </a:r>
            <a:r>
              <a:rPr lang="en-US" sz="2000" dirty="0" err="1">
                <a:solidFill>
                  <a:schemeClr val="tx2"/>
                </a:solidFill>
                <a:latin typeface="+mn-lt"/>
              </a:rPr>
              <a:t>đun</a:t>
            </a:r>
            <a:r>
              <a:rPr lang="en-US" sz="2000" dirty="0">
                <a:solidFill>
                  <a:schemeClr val="tx2"/>
                </a:solidFill>
                <a:latin typeface="+mn-lt"/>
              </a:rPr>
              <a:t> </a:t>
            </a:r>
            <a:r>
              <a:rPr lang="en-US" sz="2000" dirty="0" err="1">
                <a:solidFill>
                  <a:schemeClr val="tx2"/>
                </a:solidFill>
                <a:latin typeface="+mn-lt"/>
              </a:rPr>
              <a:t>đàn</a:t>
            </a:r>
            <a:r>
              <a:rPr lang="en-US" sz="2000" dirty="0">
                <a:solidFill>
                  <a:schemeClr val="tx2"/>
                </a:solidFill>
                <a:latin typeface="+mn-lt"/>
              </a:rPr>
              <a:t> </a:t>
            </a:r>
            <a:r>
              <a:rPr lang="en-US" sz="2000" dirty="0" err="1">
                <a:solidFill>
                  <a:schemeClr val="tx2"/>
                </a:solidFill>
                <a:latin typeface="+mn-lt"/>
              </a:rPr>
              <a:t>hồi</a:t>
            </a:r>
            <a:r>
              <a:rPr lang="en-US" sz="2000" dirty="0">
                <a:solidFill>
                  <a:schemeClr val="tx2"/>
                </a:solidFill>
                <a:latin typeface="+mn-lt"/>
              </a:rPr>
              <a:t> </a:t>
            </a:r>
            <a:r>
              <a:rPr lang="en-US" sz="2000" dirty="0" err="1">
                <a:solidFill>
                  <a:schemeClr val="tx2"/>
                </a:solidFill>
                <a:latin typeface="+mn-lt"/>
              </a:rPr>
              <a:t>tương</a:t>
            </a:r>
            <a:r>
              <a:rPr lang="en-US" sz="2000" dirty="0">
                <a:solidFill>
                  <a:schemeClr val="tx2"/>
                </a:solidFill>
                <a:latin typeface="+mn-lt"/>
              </a:rPr>
              <a:t> </a:t>
            </a:r>
            <a:r>
              <a:rPr lang="en-US" sz="2000" dirty="0" err="1">
                <a:solidFill>
                  <a:schemeClr val="tx2"/>
                </a:solidFill>
                <a:latin typeface="+mn-lt"/>
              </a:rPr>
              <a:t>đương</a:t>
            </a:r>
            <a:r>
              <a:rPr lang="en-US" sz="2000" dirty="0">
                <a:solidFill>
                  <a:schemeClr val="tx2"/>
                </a:solidFill>
                <a:latin typeface="+mn-lt"/>
              </a:rPr>
              <a:t> </a:t>
            </a:r>
            <a:r>
              <a:rPr lang="en-US" sz="2000" dirty="0" err="1">
                <a:solidFill>
                  <a:schemeClr val="tx2"/>
                </a:solidFill>
                <a:latin typeface="+mn-lt"/>
              </a:rPr>
              <a:t>của</a:t>
            </a:r>
            <a:r>
              <a:rPr lang="en-US" sz="2000" dirty="0">
                <a:solidFill>
                  <a:schemeClr val="tx2"/>
                </a:solidFill>
                <a:latin typeface="+mn-lt"/>
              </a:rPr>
              <a:t> </a:t>
            </a:r>
            <a:r>
              <a:rPr lang="en-US" sz="2000" dirty="0" err="1">
                <a:solidFill>
                  <a:schemeClr val="tx2"/>
                </a:solidFill>
                <a:latin typeface="+mn-lt"/>
              </a:rPr>
              <a:t>kết</a:t>
            </a:r>
            <a:r>
              <a:rPr lang="en-US" sz="2000" dirty="0">
                <a:solidFill>
                  <a:schemeClr val="tx2"/>
                </a:solidFill>
                <a:latin typeface="+mn-lt"/>
              </a:rPr>
              <a:t> </a:t>
            </a:r>
            <a:r>
              <a:rPr lang="en-US" sz="2000" dirty="0" err="1">
                <a:solidFill>
                  <a:schemeClr val="tx2"/>
                </a:solidFill>
                <a:latin typeface="+mn-lt"/>
              </a:rPr>
              <a:t>cấu</a:t>
            </a:r>
            <a:r>
              <a:rPr lang="en-US" sz="2000" dirty="0">
                <a:solidFill>
                  <a:schemeClr val="tx2"/>
                </a:solidFill>
                <a:latin typeface="+mn-lt"/>
              </a:rPr>
              <a:t> </a:t>
            </a:r>
            <a:r>
              <a:rPr lang="en-US" sz="2000" dirty="0" err="1">
                <a:solidFill>
                  <a:schemeClr val="tx2"/>
                </a:solidFill>
                <a:latin typeface="+mn-lt"/>
              </a:rPr>
              <a:t>áo</a:t>
            </a:r>
            <a:r>
              <a:rPr lang="en-US" sz="2000" dirty="0">
                <a:solidFill>
                  <a:schemeClr val="tx2"/>
                </a:solidFill>
                <a:latin typeface="+mn-lt"/>
              </a:rPr>
              <a:t> </a:t>
            </a:r>
            <a:r>
              <a:rPr lang="en-US" sz="2000" dirty="0" err="1">
                <a:solidFill>
                  <a:schemeClr val="tx2"/>
                </a:solidFill>
                <a:latin typeface="+mn-lt"/>
              </a:rPr>
              <a:t>đường</a:t>
            </a:r>
            <a:r>
              <a:rPr lang="en-US" sz="2000" dirty="0">
                <a:solidFill>
                  <a:schemeClr val="tx2"/>
                </a:solidFill>
                <a:latin typeface="+mn-lt"/>
              </a:rPr>
              <a:t> </a:t>
            </a:r>
            <a:r>
              <a:rPr lang="en-US" sz="2000" dirty="0" err="1">
                <a:solidFill>
                  <a:schemeClr val="tx2"/>
                </a:solidFill>
                <a:latin typeface="+mn-lt"/>
              </a:rPr>
              <a:t>hiện</a:t>
            </a:r>
            <a:r>
              <a:rPr lang="en-US" sz="2000" dirty="0">
                <a:solidFill>
                  <a:schemeClr val="tx2"/>
                </a:solidFill>
                <a:latin typeface="+mn-lt"/>
              </a:rPr>
              <a:t> </a:t>
            </a:r>
            <a:r>
              <a:rPr lang="en-US" sz="2000" dirty="0" err="1">
                <a:solidFill>
                  <a:schemeClr val="tx2"/>
                </a:solidFill>
                <a:latin typeface="+mn-lt"/>
              </a:rPr>
              <a:t>tại</a:t>
            </a:r>
            <a:r>
              <a:rPr lang="en-US" sz="2000" dirty="0">
                <a:solidFill>
                  <a:schemeClr val="tx2"/>
                </a:solidFill>
                <a:latin typeface="+mn-lt"/>
              </a:rPr>
              <a:t>, </a:t>
            </a:r>
            <a:r>
              <a:rPr lang="en-US" sz="2000" dirty="0" err="1">
                <a:solidFill>
                  <a:schemeClr val="tx2"/>
                </a:solidFill>
                <a:latin typeface="+mn-lt"/>
              </a:rPr>
              <a:t>đo</a:t>
            </a:r>
            <a:r>
              <a:rPr lang="en-US" sz="2000" dirty="0">
                <a:solidFill>
                  <a:schemeClr val="tx2"/>
                </a:solidFill>
                <a:latin typeface="+mn-lt"/>
              </a:rPr>
              <a:t> </a:t>
            </a:r>
            <a:r>
              <a:rPr lang="en-US" sz="2000" dirty="0" err="1">
                <a:solidFill>
                  <a:schemeClr val="tx2"/>
                </a:solidFill>
                <a:latin typeface="+mn-lt"/>
              </a:rPr>
              <a:t>được</a:t>
            </a:r>
            <a:r>
              <a:rPr lang="en-US" sz="2000" dirty="0">
                <a:solidFill>
                  <a:schemeClr val="tx2"/>
                </a:solidFill>
                <a:latin typeface="+mn-lt"/>
              </a:rPr>
              <a:t> </a:t>
            </a:r>
            <a:r>
              <a:rPr lang="en-US" sz="2000" dirty="0" err="1">
                <a:solidFill>
                  <a:schemeClr val="tx2"/>
                </a:solidFill>
                <a:latin typeface="+mn-lt"/>
              </a:rPr>
              <a:t>bằng</a:t>
            </a:r>
            <a:r>
              <a:rPr lang="en-US" sz="2000" dirty="0">
                <a:solidFill>
                  <a:schemeClr val="tx2"/>
                </a:solidFill>
                <a:latin typeface="+mn-lt"/>
              </a:rPr>
              <a:t> </a:t>
            </a:r>
            <a:r>
              <a:rPr lang="en-US" sz="2000" dirty="0" err="1">
                <a:solidFill>
                  <a:schemeClr val="tx2"/>
                </a:solidFill>
                <a:latin typeface="+mn-lt"/>
              </a:rPr>
              <a:t>cần</a:t>
            </a:r>
            <a:r>
              <a:rPr lang="en-US" sz="2000" dirty="0">
                <a:solidFill>
                  <a:schemeClr val="tx2"/>
                </a:solidFill>
                <a:latin typeface="+mn-lt"/>
              </a:rPr>
              <a:t> </a:t>
            </a:r>
            <a:r>
              <a:rPr lang="en-US" sz="2000" dirty="0" err="1">
                <a:solidFill>
                  <a:schemeClr val="tx2"/>
                </a:solidFill>
                <a:latin typeface="+mn-lt"/>
              </a:rPr>
              <a:t>đo</a:t>
            </a:r>
            <a:r>
              <a:rPr lang="en-US" sz="2000" dirty="0">
                <a:solidFill>
                  <a:schemeClr val="tx2"/>
                </a:solidFill>
                <a:latin typeface="+mn-lt"/>
              </a:rPr>
              <a:t> </a:t>
            </a:r>
            <a:r>
              <a:rPr lang="en-US" sz="2000" dirty="0" err="1">
                <a:solidFill>
                  <a:schemeClr val="tx2"/>
                </a:solidFill>
                <a:latin typeface="+mn-lt"/>
              </a:rPr>
              <a:t>độ</a:t>
            </a:r>
            <a:r>
              <a:rPr lang="en-US" sz="2000" dirty="0">
                <a:solidFill>
                  <a:schemeClr val="tx2"/>
                </a:solidFill>
                <a:latin typeface="+mn-lt"/>
              </a:rPr>
              <a:t> </a:t>
            </a:r>
            <a:r>
              <a:rPr lang="en-US" sz="2000" dirty="0" err="1">
                <a:solidFill>
                  <a:schemeClr val="tx2"/>
                </a:solidFill>
                <a:latin typeface="+mn-lt"/>
              </a:rPr>
              <a:t>võng</a:t>
            </a:r>
            <a:r>
              <a:rPr lang="en-US" sz="2000" dirty="0">
                <a:solidFill>
                  <a:schemeClr val="tx2"/>
                </a:solidFill>
                <a:latin typeface="+mn-lt"/>
              </a:rPr>
              <a:t> </a:t>
            </a:r>
            <a:r>
              <a:rPr lang="en-US" sz="2000" dirty="0" err="1">
                <a:solidFill>
                  <a:schemeClr val="tx2"/>
                </a:solidFill>
                <a:latin typeface="+mn-lt"/>
              </a:rPr>
              <a:t>Benkenman</a:t>
            </a:r>
            <a:r>
              <a:rPr lang="en-US" sz="2000" dirty="0">
                <a:solidFill>
                  <a:schemeClr val="tx2"/>
                </a:solidFill>
                <a:latin typeface="+mn-lt"/>
              </a:rPr>
              <a:t>, </a:t>
            </a:r>
            <a:r>
              <a:rPr lang="en-US" sz="2000" dirty="0" err="1">
                <a:solidFill>
                  <a:schemeClr val="tx2"/>
                </a:solidFill>
                <a:latin typeface="+mn-lt"/>
              </a:rPr>
              <a:t>MPa</a:t>
            </a:r>
            <a:r>
              <a:rPr lang="en-US" sz="2000" dirty="0">
                <a:solidFill>
                  <a:schemeClr val="tx2"/>
                </a:solidFill>
                <a:latin typeface="+mn-lt"/>
              </a:rPr>
              <a:t>.</a:t>
            </a:r>
          </a:p>
          <a:p>
            <a:pPr>
              <a:lnSpc>
                <a:spcPct val="130000"/>
              </a:lnSpc>
              <a:buFont typeface="Wingdings" pitchFamily="2" charset="2"/>
              <a:buNone/>
            </a:pPr>
            <a:r>
              <a:rPr lang="en-US" sz="2000" dirty="0" err="1">
                <a:solidFill>
                  <a:schemeClr val="tx2"/>
                </a:solidFill>
                <a:latin typeface="+mn-lt"/>
              </a:rPr>
              <a:t>E</a:t>
            </a:r>
            <a:r>
              <a:rPr lang="en-US" sz="2000" baseline="-25000" dirty="0" err="1">
                <a:solidFill>
                  <a:schemeClr val="tx2"/>
                </a:solidFill>
                <a:latin typeface="+mn-lt"/>
              </a:rPr>
              <a:t>yc</a:t>
            </a:r>
            <a:r>
              <a:rPr lang="en-US" sz="2000" dirty="0">
                <a:solidFill>
                  <a:schemeClr val="tx2"/>
                </a:solidFill>
                <a:latin typeface="+mn-lt"/>
              </a:rPr>
              <a:t> - </a:t>
            </a:r>
            <a:r>
              <a:rPr lang="en-US" sz="2000" dirty="0" err="1">
                <a:solidFill>
                  <a:schemeClr val="tx2"/>
                </a:solidFill>
                <a:latin typeface="+mn-lt"/>
              </a:rPr>
              <a:t>mô</a:t>
            </a:r>
            <a:r>
              <a:rPr lang="en-US" sz="2000" dirty="0">
                <a:solidFill>
                  <a:schemeClr val="tx2"/>
                </a:solidFill>
                <a:latin typeface="+mn-lt"/>
              </a:rPr>
              <a:t> </a:t>
            </a:r>
            <a:r>
              <a:rPr lang="en-US" sz="2000" dirty="0" err="1">
                <a:solidFill>
                  <a:schemeClr val="tx2"/>
                </a:solidFill>
                <a:latin typeface="+mn-lt"/>
              </a:rPr>
              <a:t>đun</a:t>
            </a:r>
            <a:r>
              <a:rPr lang="en-US" sz="2000" dirty="0">
                <a:solidFill>
                  <a:schemeClr val="tx2"/>
                </a:solidFill>
                <a:latin typeface="+mn-lt"/>
              </a:rPr>
              <a:t> </a:t>
            </a:r>
            <a:r>
              <a:rPr lang="en-US" sz="2000" dirty="0" err="1">
                <a:solidFill>
                  <a:schemeClr val="tx2"/>
                </a:solidFill>
                <a:latin typeface="+mn-lt"/>
              </a:rPr>
              <a:t>đàn</a:t>
            </a:r>
            <a:r>
              <a:rPr lang="en-US" sz="2000" dirty="0">
                <a:solidFill>
                  <a:schemeClr val="tx2"/>
                </a:solidFill>
                <a:latin typeface="+mn-lt"/>
              </a:rPr>
              <a:t> </a:t>
            </a:r>
            <a:r>
              <a:rPr lang="en-US" sz="2000" dirty="0" err="1">
                <a:solidFill>
                  <a:schemeClr val="tx2"/>
                </a:solidFill>
                <a:latin typeface="+mn-lt"/>
              </a:rPr>
              <a:t>hồi</a:t>
            </a:r>
            <a:r>
              <a:rPr lang="en-US" sz="2000" dirty="0">
                <a:solidFill>
                  <a:schemeClr val="tx2"/>
                </a:solidFill>
                <a:latin typeface="+mn-lt"/>
              </a:rPr>
              <a:t> </a:t>
            </a:r>
            <a:r>
              <a:rPr lang="en-US" sz="2000" dirty="0" err="1">
                <a:solidFill>
                  <a:schemeClr val="tx2"/>
                </a:solidFill>
                <a:latin typeface="+mn-lt"/>
              </a:rPr>
              <a:t>theo</a:t>
            </a:r>
            <a:r>
              <a:rPr lang="en-US" sz="2000" dirty="0">
                <a:solidFill>
                  <a:schemeClr val="tx2"/>
                </a:solidFill>
                <a:latin typeface="+mn-lt"/>
              </a:rPr>
              <a:t> </a:t>
            </a:r>
            <a:r>
              <a:rPr lang="en-US" sz="2000" dirty="0" err="1">
                <a:solidFill>
                  <a:schemeClr val="tx2"/>
                </a:solidFill>
                <a:latin typeface="+mn-lt"/>
              </a:rPr>
              <a:t>yêu</a:t>
            </a:r>
            <a:r>
              <a:rPr lang="en-US" sz="2000" dirty="0">
                <a:solidFill>
                  <a:schemeClr val="tx2"/>
                </a:solidFill>
                <a:latin typeface="+mn-lt"/>
              </a:rPr>
              <a:t> </a:t>
            </a:r>
            <a:r>
              <a:rPr lang="en-US" sz="2000" dirty="0" err="1">
                <a:solidFill>
                  <a:schemeClr val="tx2"/>
                </a:solidFill>
                <a:latin typeface="+mn-lt"/>
              </a:rPr>
              <a:t>cẩu</a:t>
            </a:r>
            <a:r>
              <a:rPr lang="en-US" sz="2000" dirty="0">
                <a:solidFill>
                  <a:schemeClr val="tx2"/>
                </a:solidFill>
                <a:latin typeface="+mn-lt"/>
              </a:rPr>
              <a:t> </a:t>
            </a:r>
            <a:r>
              <a:rPr lang="en-US" sz="2000" dirty="0" err="1">
                <a:solidFill>
                  <a:schemeClr val="tx2"/>
                </a:solidFill>
                <a:latin typeface="+mn-lt"/>
              </a:rPr>
              <a:t>tương</a:t>
            </a:r>
            <a:r>
              <a:rPr lang="en-US" sz="2000" dirty="0">
                <a:solidFill>
                  <a:schemeClr val="tx2"/>
                </a:solidFill>
                <a:latin typeface="+mn-lt"/>
              </a:rPr>
              <a:t> </a:t>
            </a:r>
            <a:r>
              <a:rPr lang="en-US" sz="2000" dirty="0" err="1">
                <a:solidFill>
                  <a:schemeClr val="tx2"/>
                </a:solidFill>
                <a:latin typeface="+mn-lt"/>
              </a:rPr>
              <a:t>đương</a:t>
            </a:r>
            <a:r>
              <a:rPr lang="en-US" sz="2000" dirty="0">
                <a:solidFill>
                  <a:schemeClr val="tx2"/>
                </a:solidFill>
                <a:latin typeface="+mn-lt"/>
              </a:rPr>
              <a:t> </a:t>
            </a:r>
            <a:r>
              <a:rPr lang="en-US" sz="2000" dirty="0" err="1">
                <a:solidFill>
                  <a:schemeClr val="tx2"/>
                </a:solidFill>
                <a:latin typeface="+mn-lt"/>
              </a:rPr>
              <a:t>với</a:t>
            </a:r>
            <a:r>
              <a:rPr lang="en-US" sz="2000" dirty="0">
                <a:solidFill>
                  <a:schemeClr val="tx2"/>
                </a:solidFill>
                <a:latin typeface="+mn-lt"/>
              </a:rPr>
              <a:t> </a:t>
            </a:r>
            <a:r>
              <a:rPr lang="en-US" sz="2000" dirty="0" err="1">
                <a:solidFill>
                  <a:schemeClr val="tx2"/>
                </a:solidFill>
                <a:latin typeface="+mn-lt"/>
              </a:rPr>
              <a:t>lưu</a:t>
            </a:r>
            <a:r>
              <a:rPr lang="en-US" sz="2000" dirty="0">
                <a:solidFill>
                  <a:schemeClr val="tx2"/>
                </a:solidFill>
                <a:latin typeface="+mn-lt"/>
              </a:rPr>
              <a:t> </a:t>
            </a:r>
            <a:r>
              <a:rPr lang="en-US" sz="2000" dirty="0" err="1">
                <a:solidFill>
                  <a:schemeClr val="tx2"/>
                </a:solidFill>
                <a:latin typeface="+mn-lt"/>
              </a:rPr>
              <a:t>lượng</a:t>
            </a:r>
            <a:r>
              <a:rPr lang="en-US" sz="2000" dirty="0">
                <a:solidFill>
                  <a:schemeClr val="tx2"/>
                </a:solidFill>
                <a:latin typeface="+mn-lt"/>
              </a:rPr>
              <a:t> </a:t>
            </a:r>
            <a:r>
              <a:rPr lang="en-US" sz="2000" dirty="0" err="1">
                <a:solidFill>
                  <a:schemeClr val="tx2"/>
                </a:solidFill>
                <a:latin typeface="+mn-lt"/>
              </a:rPr>
              <a:t>và</a:t>
            </a:r>
            <a:r>
              <a:rPr lang="en-US" sz="2000" dirty="0">
                <a:solidFill>
                  <a:schemeClr val="tx2"/>
                </a:solidFill>
                <a:latin typeface="+mn-lt"/>
              </a:rPr>
              <a:t> </a:t>
            </a:r>
            <a:r>
              <a:rPr lang="en-US" sz="2000" dirty="0" err="1">
                <a:solidFill>
                  <a:schemeClr val="tx2"/>
                </a:solidFill>
                <a:latin typeface="+mn-lt"/>
              </a:rPr>
              <a:t>tải</a:t>
            </a:r>
            <a:r>
              <a:rPr lang="en-US" sz="2000" dirty="0">
                <a:solidFill>
                  <a:schemeClr val="tx2"/>
                </a:solidFill>
                <a:latin typeface="+mn-lt"/>
              </a:rPr>
              <a:t> </a:t>
            </a:r>
            <a:r>
              <a:rPr lang="en-US" sz="2000" dirty="0" err="1">
                <a:solidFill>
                  <a:schemeClr val="tx2"/>
                </a:solidFill>
                <a:latin typeface="+mn-lt"/>
              </a:rPr>
              <a:t>trọng</a:t>
            </a:r>
            <a:r>
              <a:rPr lang="en-US" sz="2000" dirty="0">
                <a:solidFill>
                  <a:schemeClr val="tx2"/>
                </a:solidFill>
                <a:latin typeface="+mn-lt"/>
              </a:rPr>
              <a:t> </a:t>
            </a:r>
            <a:r>
              <a:rPr lang="en-US" sz="2000" dirty="0" err="1">
                <a:solidFill>
                  <a:schemeClr val="tx2"/>
                </a:solidFill>
                <a:latin typeface="+mn-lt"/>
              </a:rPr>
              <a:t>xe</a:t>
            </a:r>
            <a:r>
              <a:rPr lang="en-US" sz="2000" dirty="0">
                <a:solidFill>
                  <a:schemeClr val="tx2"/>
                </a:solidFill>
                <a:latin typeface="+mn-lt"/>
              </a:rPr>
              <a:t> ở </a:t>
            </a:r>
            <a:r>
              <a:rPr lang="en-US" sz="2000" dirty="0" err="1">
                <a:solidFill>
                  <a:schemeClr val="tx2"/>
                </a:solidFill>
                <a:latin typeface="+mn-lt"/>
              </a:rPr>
              <a:t>thời</a:t>
            </a:r>
            <a:r>
              <a:rPr lang="en-US" sz="2000" dirty="0">
                <a:solidFill>
                  <a:schemeClr val="tx2"/>
                </a:solidFill>
                <a:latin typeface="+mn-lt"/>
              </a:rPr>
              <a:t> </a:t>
            </a:r>
            <a:r>
              <a:rPr lang="en-US" sz="2000" dirty="0" err="1">
                <a:solidFill>
                  <a:schemeClr val="tx2"/>
                </a:solidFill>
                <a:latin typeface="+mn-lt"/>
              </a:rPr>
              <a:t>điểm</a:t>
            </a:r>
            <a:r>
              <a:rPr lang="en-US" sz="2000" dirty="0">
                <a:solidFill>
                  <a:schemeClr val="tx2"/>
                </a:solidFill>
                <a:latin typeface="+mn-lt"/>
              </a:rPr>
              <a:t> </a:t>
            </a:r>
            <a:r>
              <a:rPr lang="en-US" sz="2000" dirty="0" err="1">
                <a:solidFill>
                  <a:schemeClr val="tx2"/>
                </a:solidFill>
                <a:latin typeface="+mn-lt"/>
              </a:rPr>
              <a:t>đánh</a:t>
            </a:r>
            <a:r>
              <a:rPr lang="en-US" sz="2000" dirty="0">
                <a:solidFill>
                  <a:schemeClr val="tx2"/>
                </a:solidFill>
                <a:latin typeface="+mn-lt"/>
              </a:rPr>
              <a:t> </a:t>
            </a:r>
            <a:r>
              <a:rPr lang="en-US" sz="2000" dirty="0" err="1">
                <a:solidFill>
                  <a:schemeClr val="tx2"/>
                </a:solidFill>
                <a:latin typeface="+mn-lt"/>
              </a:rPr>
              <a:t>giá</a:t>
            </a:r>
            <a:r>
              <a:rPr lang="en-US" sz="2000" dirty="0">
                <a:solidFill>
                  <a:schemeClr val="tx2"/>
                </a:solidFill>
                <a:latin typeface="+mn-lt"/>
              </a:rPr>
              <a:t> (MPa), </a:t>
            </a:r>
            <a:r>
              <a:rPr lang="en-US" sz="2000" dirty="0" err="1">
                <a:solidFill>
                  <a:schemeClr val="tx2"/>
                </a:solidFill>
                <a:latin typeface="+mn-lt"/>
              </a:rPr>
              <a:t>được</a:t>
            </a:r>
            <a:r>
              <a:rPr lang="en-US" sz="2000" dirty="0">
                <a:solidFill>
                  <a:schemeClr val="tx2"/>
                </a:solidFill>
                <a:latin typeface="+mn-lt"/>
              </a:rPr>
              <a:t> </a:t>
            </a:r>
            <a:r>
              <a:rPr lang="en-US" sz="2000" dirty="0" err="1">
                <a:solidFill>
                  <a:schemeClr val="tx2"/>
                </a:solidFill>
                <a:latin typeface="+mn-lt"/>
              </a:rPr>
              <a:t>xác</a:t>
            </a:r>
            <a:r>
              <a:rPr lang="en-US" sz="2000" dirty="0">
                <a:solidFill>
                  <a:schemeClr val="tx2"/>
                </a:solidFill>
                <a:latin typeface="+mn-lt"/>
              </a:rPr>
              <a:t> </a:t>
            </a:r>
            <a:r>
              <a:rPr lang="en-US" sz="2000" dirty="0" err="1">
                <a:solidFill>
                  <a:schemeClr val="tx2"/>
                </a:solidFill>
                <a:latin typeface="+mn-lt"/>
              </a:rPr>
              <a:t>định</a:t>
            </a:r>
            <a:r>
              <a:rPr lang="en-US" sz="2000" dirty="0">
                <a:solidFill>
                  <a:schemeClr val="tx2"/>
                </a:solidFill>
                <a:latin typeface="+mn-lt"/>
              </a:rPr>
              <a:t> </a:t>
            </a:r>
            <a:r>
              <a:rPr lang="en-US" sz="2000" dirty="0" err="1">
                <a:solidFill>
                  <a:schemeClr val="tx2"/>
                </a:solidFill>
                <a:latin typeface="+mn-lt"/>
              </a:rPr>
              <a:t>theo</a:t>
            </a:r>
            <a:r>
              <a:rPr lang="en-US" sz="2000" dirty="0">
                <a:solidFill>
                  <a:schemeClr val="tx2"/>
                </a:solidFill>
                <a:latin typeface="+mn-lt"/>
              </a:rPr>
              <a:t> </a:t>
            </a:r>
            <a:r>
              <a:rPr lang="en-US" sz="2000" dirty="0" err="1">
                <a:solidFill>
                  <a:schemeClr val="tx2"/>
                </a:solidFill>
                <a:latin typeface="+mn-lt"/>
              </a:rPr>
              <a:t>tiêu</a:t>
            </a:r>
            <a:r>
              <a:rPr lang="en-US" sz="2000" dirty="0">
                <a:solidFill>
                  <a:schemeClr val="tx2"/>
                </a:solidFill>
                <a:latin typeface="+mn-lt"/>
              </a:rPr>
              <a:t> </a:t>
            </a:r>
            <a:r>
              <a:rPr lang="en-US" sz="2000" dirty="0" err="1">
                <a:solidFill>
                  <a:schemeClr val="tx2"/>
                </a:solidFill>
                <a:latin typeface="+mn-lt"/>
              </a:rPr>
              <a:t>chuẩn</a:t>
            </a:r>
            <a:r>
              <a:rPr lang="en-US" sz="2000" dirty="0">
                <a:solidFill>
                  <a:schemeClr val="tx2"/>
                </a:solidFill>
                <a:latin typeface="+mn-lt"/>
              </a:rPr>
              <a:t> </a:t>
            </a:r>
            <a:r>
              <a:rPr lang="en-US" sz="2000" dirty="0" err="1">
                <a:solidFill>
                  <a:schemeClr val="tx2"/>
                </a:solidFill>
                <a:latin typeface="+mn-lt"/>
              </a:rPr>
              <a:t>thiết</a:t>
            </a:r>
            <a:r>
              <a:rPr lang="en-US" sz="2000" dirty="0">
                <a:solidFill>
                  <a:schemeClr val="tx2"/>
                </a:solidFill>
                <a:latin typeface="+mn-lt"/>
              </a:rPr>
              <a:t> </a:t>
            </a:r>
            <a:r>
              <a:rPr lang="en-US" sz="2000" dirty="0" err="1">
                <a:solidFill>
                  <a:schemeClr val="tx2"/>
                </a:solidFill>
                <a:latin typeface="+mn-lt"/>
              </a:rPr>
              <a:t>kế</a:t>
            </a:r>
            <a:r>
              <a:rPr lang="en-US" sz="2000" dirty="0">
                <a:solidFill>
                  <a:schemeClr val="tx2"/>
                </a:solidFill>
                <a:latin typeface="+mn-lt"/>
              </a:rPr>
              <a:t> </a:t>
            </a:r>
            <a:r>
              <a:rPr lang="en-US" sz="2000" dirty="0" err="1">
                <a:solidFill>
                  <a:schemeClr val="tx2"/>
                </a:solidFill>
                <a:latin typeface="+mn-lt"/>
              </a:rPr>
              <a:t>mặt</a:t>
            </a:r>
            <a:r>
              <a:rPr lang="en-US" sz="2000" dirty="0">
                <a:solidFill>
                  <a:schemeClr val="tx2"/>
                </a:solidFill>
                <a:latin typeface="+mn-lt"/>
              </a:rPr>
              <a:t> </a:t>
            </a:r>
            <a:r>
              <a:rPr lang="en-US" sz="2000" dirty="0" err="1">
                <a:solidFill>
                  <a:schemeClr val="tx2"/>
                </a:solidFill>
                <a:latin typeface="+mn-lt"/>
              </a:rPr>
              <a:t>đường</a:t>
            </a:r>
            <a:r>
              <a:rPr lang="en-US" sz="2000" dirty="0">
                <a:solidFill>
                  <a:schemeClr val="tx2"/>
                </a:solidFill>
                <a:latin typeface="+mn-lt"/>
              </a:rPr>
              <a:t> </a:t>
            </a:r>
            <a:r>
              <a:rPr lang="en-US" sz="2000" dirty="0" err="1">
                <a:solidFill>
                  <a:schemeClr val="tx2"/>
                </a:solidFill>
                <a:latin typeface="+mn-lt"/>
              </a:rPr>
              <a:t>mềm</a:t>
            </a:r>
            <a:r>
              <a:rPr lang="en-US" sz="2000" dirty="0">
                <a:solidFill>
                  <a:schemeClr val="tx2"/>
                </a:solidFill>
                <a:latin typeface="+mn-lt"/>
              </a:rPr>
              <a:t> TCVN 8867:2011.</a:t>
            </a:r>
          </a:p>
        </p:txBody>
      </p:sp>
      <p:sp>
        <p:nvSpPr>
          <p:cNvPr id="6" name="Rectangle 5"/>
          <p:cNvSpPr/>
          <p:nvPr/>
        </p:nvSpPr>
        <p:spPr>
          <a:xfrm>
            <a:off x="228600" y="438666"/>
            <a:ext cx="7696200" cy="400110"/>
          </a:xfrm>
          <a:prstGeom prst="rect">
            <a:avLst/>
          </a:prstGeom>
        </p:spPr>
        <p:txBody>
          <a:bodyPr wrap="square">
            <a:spAutoFit/>
          </a:bodyPr>
          <a:lstStyle/>
          <a:p>
            <a:pPr>
              <a:spcBef>
                <a:spcPct val="50000"/>
              </a:spcBef>
            </a:pPr>
            <a:r>
              <a:rPr lang="en-US" sz="2000" b="1" dirty="0" err="1">
                <a:solidFill>
                  <a:srgbClr val="FF0000"/>
                </a:solidFill>
              </a:rPr>
              <a:t>Đặc</a:t>
            </a:r>
            <a:r>
              <a:rPr lang="en-US" sz="2000" b="1" dirty="0">
                <a:solidFill>
                  <a:srgbClr val="FF0000"/>
                </a:solidFill>
              </a:rPr>
              <a:t> </a:t>
            </a:r>
            <a:r>
              <a:rPr lang="en-US" sz="2000" b="1" dirty="0" err="1">
                <a:solidFill>
                  <a:srgbClr val="FF0000"/>
                </a:solidFill>
              </a:rPr>
              <a:t>trưng</a:t>
            </a:r>
            <a:r>
              <a:rPr lang="en-US" sz="2000" b="1" dirty="0">
                <a:solidFill>
                  <a:srgbClr val="FF0000"/>
                </a:solidFill>
              </a:rPr>
              <a:t> </a:t>
            </a:r>
            <a:r>
              <a:rPr lang="en-US" sz="2000" b="1" dirty="0" err="1">
                <a:solidFill>
                  <a:srgbClr val="FF0000"/>
                </a:solidFill>
              </a:rPr>
              <a:t>khai</a:t>
            </a:r>
            <a:r>
              <a:rPr lang="en-US" sz="2000" b="1" dirty="0">
                <a:solidFill>
                  <a:srgbClr val="FF0000"/>
                </a:solidFill>
              </a:rPr>
              <a:t> </a:t>
            </a:r>
            <a:r>
              <a:rPr lang="en-US" sz="2000" b="1" dirty="0" err="1">
                <a:solidFill>
                  <a:srgbClr val="FF0000"/>
                </a:solidFill>
              </a:rPr>
              <a:t>thác</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 </a:t>
            </a:r>
            <a:r>
              <a:rPr lang="en-US" sz="2000" b="1" dirty="0" err="1">
                <a:solidFill>
                  <a:srgbClr val="FF0000"/>
                </a:solidFill>
              </a:rPr>
              <a:t>tiêu</a:t>
            </a:r>
            <a:r>
              <a:rPr lang="en-US" sz="2000" b="1" dirty="0">
                <a:solidFill>
                  <a:srgbClr val="FF0000"/>
                </a:solidFill>
              </a:rPr>
              <a:t> </a:t>
            </a:r>
            <a:r>
              <a:rPr lang="en-US" sz="2000" b="1" dirty="0" err="1">
                <a:solidFill>
                  <a:srgbClr val="FF0000"/>
                </a:solidFill>
              </a:rPr>
              <a:t>chuẩn</a:t>
            </a:r>
            <a:r>
              <a:rPr lang="en-US" sz="2000" b="1" dirty="0">
                <a:solidFill>
                  <a:srgbClr val="FF0000"/>
                </a:solidFill>
              </a:rPr>
              <a:t> </a:t>
            </a:r>
            <a:r>
              <a:rPr lang="en-US" sz="2000" b="1" dirty="0" err="1">
                <a:solidFill>
                  <a:srgbClr val="FF0000"/>
                </a:solidFill>
              </a:rPr>
              <a:t>Việt</a:t>
            </a:r>
            <a:r>
              <a:rPr lang="en-US" sz="2000" b="1" dirty="0">
                <a:solidFill>
                  <a:srgbClr val="FF0000"/>
                </a:solidFill>
              </a:rPr>
              <a:t> Nam </a:t>
            </a:r>
            <a:r>
              <a:rPr lang="en-US" sz="2000" b="1" dirty="0" err="1">
                <a:solidFill>
                  <a:srgbClr val="FF0000"/>
                </a:solidFill>
              </a:rPr>
              <a:t>hiện</a:t>
            </a:r>
            <a:r>
              <a:rPr lang="en-US" sz="2000" b="1" dirty="0">
                <a:solidFill>
                  <a:srgbClr val="FF0000"/>
                </a:solidFill>
              </a:rPr>
              <a:t> </a:t>
            </a:r>
            <a:r>
              <a:rPr lang="en-US" sz="2000" b="1" dirty="0" err="1">
                <a:solidFill>
                  <a:srgbClr val="FF0000"/>
                </a:solidFill>
              </a:rPr>
              <a:t>hành</a:t>
            </a:r>
            <a:endParaRPr lang="en-US" sz="2000" b="1" dirty="0">
              <a:solidFill>
                <a:srgbClr val="FF0000"/>
              </a:solidFill>
            </a:endParaRPr>
          </a:p>
        </p:txBody>
      </p:sp>
    </p:spTree>
    <p:extLst>
      <p:ext uri="{BB962C8B-B14F-4D97-AF65-F5344CB8AC3E}">
        <p14:creationId xmlns:p14="http://schemas.microsoft.com/office/powerpoint/2010/main" val="15274562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Slide Number Placeholder 4"/>
          <p:cNvSpPr>
            <a:spLocks noGrp="1"/>
          </p:cNvSpPr>
          <p:nvPr>
            <p:ph type="sldNum" sz="quarter" idx="12"/>
          </p:nvPr>
        </p:nvSpPr>
        <p:spPr/>
        <p:txBody>
          <a:bodyPr/>
          <a:lstStyle/>
          <a:p>
            <a:fld id="{BC206014-41BF-4F38-BC4E-1B11C5D3E3FE}" type="slidenum">
              <a:rPr lang="en-US"/>
              <a:pPr/>
              <a:t>40</a:t>
            </a:fld>
            <a:endParaRPr lang="en-US"/>
          </a:p>
        </p:txBody>
      </p:sp>
      <p:graphicFrame>
        <p:nvGraphicFramePr>
          <p:cNvPr id="532693" name="Group 213"/>
          <p:cNvGraphicFramePr>
            <a:graphicFrameLocks noGrp="1"/>
          </p:cNvGraphicFramePr>
          <p:nvPr>
            <p:ph/>
            <p:extLst>
              <p:ext uri="{D42A27DB-BD31-4B8C-83A1-F6EECF244321}">
                <p14:modId xmlns:p14="http://schemas.microsoft.com/office/powerpoint/2010/main" val="684160044"/>
              </p:ext>
            </p:extLst>
          </p:nvPr>
        </p:nvGraphicFramePr>
        <p:xfrm>
          <a:off x="684213" y="1828800"/>
          <a:ext cx="7993062" cy="4241801"/>
        </p:xfrm>
        <a:graphic>
          <a:graphicData uri="http://schemas.openxmlformats.org/drawingml/2006/table">
            <a:tbl>
              <a:tblPr/>
              <a:tblGrid>
                <a:gridCol w="649287">
                  <a:extLst>
                    <a:ext uri="{9D8B030D-6E8A-4147-A177-3AD203B41FA5}">
                      <a16:colId xmlns:a16="http://schemas.microsoft.com/office/drawing/2014/main" val="20000"/>
                    </a:ext>
                  </a:extLst>
                </a:gridCol>
                <a:gridCol w="2589213">
                  <a:extLst>
                    <a:ext uri="{9D8B030D-6E8A-4147-A177-3AD203B41FA5}">
                      <a16:colId xmlns:a16="http://schemas.microsoft.com/office/drawing/2014/main" val="20001"/>
                    </a:ext>
                  </a:extLst>
                </a:gridCol>
                <a:gridCol w="1585912">
                  <a:extLst>
                    <a:ext uri="{9D8B030D-6E8A-4147-A177-3AD203B41FA5}">
                      <a16:colId xmlns:a16="http://schemas.microsoft.com/office/drawing/2014/main" val="20002"/>
                    </a:ext>
                  </a:extLst>
                </a:gridCol>
                <a:gridCol w="1582738">
                  <a:extLst>
                    <a:ext uri="{9D8B030D-6E8A-4147-A177-3AD203B41FA5}">
                      <a16:colId xmlns:a16="http://schemas.microsoft.com/office/drawing/2014/main" val="20003"/>
                    </a:ext>
                  </a:extLst>
                </a:gridCol>
                <a:gridCol w="1585912">
                  <a:extLst>
                    <a:ext uri="{9D8B030D-6E8A-4147-A177-3AD203B41FA5}">
                      <a16:colId xmlns:a16="http://schemas.microsoft.com/office/drawing/2014/main" val="20004"/>
                    </a:ext>
                  </a:extLst>
                </a:gridCol>
              </a:tblGrid>
              <a:tr h="473075">
                <a:tc rowSpan="2">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dirty="0">
                          <a:ln>
                            <a:noFill/>
                          </a:ln>
                          <a:solidFill>
                            <a:schemeClr val="tx2"/>
                          </a:solidFill>
                          <a:effectLst/>
                          <a:latin typeface="+mn-lt"/>
                          <a:cs typeface="Times New Roman" pitchFamily="18" charset="0"/>
                        </a:rPr>
                        <a:t>TT</a:t>
                      </a:r>
                      <a:endParaRPr kumimoji="1" lang="en-US" sz="1600" b="0" i="0" u="none" strike="noStrike" cap="none" normalizeH="0" baseline="0" dirty="0">
                        <a:ln>
                          <a:noFill/>
                        </a:ln>
                        <a:solidFill>
                          <a:schemeClr val="tx2"/>
                        </a:solidFill>
                        <a:effectLst/>
                        <a:latin typeface="+mn-l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Phân loại đường</a:t>
                      </a:r>
                      <a:endParaRPr kumimoji="1" lang="en-US" sz="1600" b="0" i="0" u="none" strike="noStrike" cap="none" normalizeH="0" baseline="0">
                        <a:ln>
                          <a:noFill/>
                        </a:ln>
                        <a:solidFill>
                          <a:schemeClr val="tx2"/>
                        </a:solidFill>
                        <a:effectLst/>
                        <a:latin typeface="+mn-l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Kết cấu mặt đường</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750888">
                <a:tc vMerge="1">
                  <a:txBody>
                    <a:bodyPr/>
                    <a:lstStyle/>
                    <a:p>
                      <a:endParaRPr lang="en-US"/>
                    </a:p>
                  </a:txBody>
                  <a:tcPr/>
                </a:tc>
                <a:tc vMerge="1">
                  <a:txBody>
                    <a:bodyPr/>
                    <a:lstStyle/>
                    <a:p>
                      <a:endParaRPr 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BTXM </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Bê tông nhựa</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Đá dăm láng nhựa, thấm nhập nhựa</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Đá dăm, cấp phối </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92163">
                <a:tc rowSpan="5">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1</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4">
                  <a:txBody>
                    <a:bodyPr/>
                    <a:lstStyle/>
                    <a:p>
                      <a:pPr marL="465138" marR="0" lvl="1" indent="-7938" algn="l" defTabSz="914400" rtl="0" eaLnBrk="1" fontAlgn="base" latinLnBrk="0" hangingPunct="1">
                        <a:lnSpc>
                          <a:spcPct val="100000"/>
                        </a:lnSpc>
                        <a:spcBef>
                          <a:spcPct val="0"/>
                        </a:spcBef>
                        <a:spcAft>
                          <a:spcPct val="0"/>
                        </a:spcAft>
                        <a:buClrTx/>
                        <a:buSzTx/>
                        <a:buFontTx/>
                        <a:buAutoNum type="arabicPeriod"/>
                        <a:tabLst>
                          <a:tab pos="185738" algn="l"/>
                          <a:tab pos="228600" algn="l"/>
                        </a:tabLst>
                      </a:pPr>
                      <a:r>
                        <a:rPr kumimoji="1" lang="en-US" sz="1600" b="0" i="0" u="none" strike="noStrike" cap="none" normalizeH="0" baseline="0" dirty="0" err="1">
                          <a:ln>
                            <a:noFill/>
                          </a:ln>
                          <a:solidFill>
                            <a:schemeClr val="tx2"/>
                          </a:solidFill>
                          <a:effectLst/>
                          <a:latin typeface="+mn-lt"/>
                          <a:cs typeface="Times New Roman" pitchFamily="18" charset="0"/>
                        </a:rPr>
                        <a:t>Loại</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tốt</a:t>
                      </a:r>
                      <a:endParaRPr kumimoji="1" lang="en-US" sz="1600" b="0" i="0" u="none" strike="noStrike" cap="none" normalizeH="0" baseline="0" dirty="0">
                        <a:ln>
                          <a:noFill/>
                        </a:ln>
                        <a:solidFill>
                          <a:schemeClr val="tx2"/>
                        </a:solidFill>
                        <a:effectLst/>
                        <a:latin typeface="+mn-lt"/>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85738" algn="l"/>
                          <a:tab pos="228600" algn="l"/>
                        </a:tabLst>
                      </a:pPr>
                      <a:r>
                        <a:rPr kumimoji="1" lang="en-US" sz="1600" b="0" i="0" u="none" strike="noStrike" cap="none" normalizeH="0" baseline="0" dirty="0" err="1">
                          <a:ln>
                            <a:noFill/>
                          </a:ln>
                          <a:solidFill>
                            <a:schemeClr val="tx2"/>
                          </a:solidFill>
                          <a:effectLst/>
                          <a:latin typeface="+mn-lt"/>
                          <a:cs typeface="Times New Roman" pitchFamily="18" charset="0"/>
                        </a:rPr>
                        <a:t>Là</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những</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đường</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có</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nền</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đường</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ổn</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định</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không</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sụt</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lở</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bề</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rộng</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như</a:t>
                      </a:r>
                      <a:r>
                        <a:rPr kumimoji="1" lang="en-US" sz="1600" b="0" i="0" u="none" strike="noStrike" cap="none" normalizeH="0" baseline="0" dirty="0">
                          <a:ln>
                            <a:noFill/>
                          </a:ln>
                          <a:solidFill>
                            <a:schemeClr val="tx2"/>
                          </a:solidFill>
                          <a:effectLst/>
                          <a:latin typeface="+mn-lt"/>
                          <a:cs typeface="Times New Roman" pitchFamily="18" charset="0"/>
                        </a:rPr>
                        <a:t> ban </a:t>
                      </a:r>
                      <a:r>
                        <a:rPr kumimoji="1" lang="en-US" sz="1600" b="0" i="0" u="none" strike="noStrike" cap="none" normalizeH="0" baseline="0" dirty="0" err="1">
                          <a:ln>
                            <a:noFill/>
                          </a:ln>
                          <a:solidFill>
                            <a:schemeClr val="tx2"/>
                          </a:solidFill>
                          <a:effectLst/>
                          <a:latin typeface="+mn-lt"/>
                          <a:cs typeface="Times New Roman" pitchFamily="18" charset="0"/>
                        </a:rPr>
                        <a:t>đầu</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cống</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rãnh</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thông</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suốt</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không</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hư</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hỏng</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Mặt</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đường</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còn</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nguyên</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mui</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luyện</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không</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rạn</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nứt</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không</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có</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cao</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su</a:t>
                      </a:r>
                      <a:endParaRPr kumimoji="1" lang="en-US" sz="1600" b="0" i="0" u="none" strike="noStrike" cap="none" normalizeH="0" baseline="0" dirty="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360363">
                <a:tc vMerge="1">
                  <a:txBody>
                    <a:bodyPr/>
                    <a:lstStyle/>
                    <a:p>
                      <a:endParaRPr lang="en-US"/>
                    </a:p>
                  </a:txBody>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 Diện tích ổ gà, cóc gặm (tối đa)</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0%</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0%</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0.5 %</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0363">
                <a:tc vMerge="1">
                  <a:txBody>
                    <a:bodyPr/>
                    <a:lstStyle/>
                    <a:p>
                      <a:endParaRPr lang="en-US"/>
                    </a:p>
                  </a:txBody>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 Chỉ số IRI</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IRI&lt;2</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IRI&lt;4</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IRI&lt;6</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0363">
                <a:tc vMerge="1">
                  <a:txBody>
                    <a:bodyPr/>
                    <a:lstStyle/>
                    <a:p>
                      <a:endParaRPr lang="en-US"/>
                    </a:p>
                  </a:txBody>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 Cường độ (so với E</a:t>
                      </a:r>
                      <a:r>
                        <a:rPr kumimoji="1" lang="en-US" sz="1600" b="0" i="0" u="none" strike="noStrike" cap="none" normalizeH="0" baseline="-30000">
                          <a:ln>
                            <a:noFill/>
                          </a:ln>
                          <a:solidFill>
                            <a:schemeClr val="tx2"/>
                          </a:solidFill>
                          <a:effectLst/>
                          <a:latin typeface="+mn-lt"/>
                          <a:cs typeface="Times New Roman" pitchFamily="18" charset="0"/>
                        </a:rPr>
                        <a:t>yc</a:t>
                      </a:r>
                      <a:r>
                        <a:rPr kumimoji="1" lang="en-US" sz="1600" b="0" i="0" u="none" strike="noStrike" cap="none" normalizeH="0" baseline="0">
                          <a:ln>
                            <a:noFill/>
                          </a:ln>
                          <a:solidFill>
                            <a:schemeClr val="tx2"/>
                          </a:solidFill>
                          <a:effectLst/>
                          <a:latin typeface="+mn-lt"/>
                          <a:cs typeface="Times New Roman" pitchFamily="18" charset="0"/>
                        </a:rPr>
                        <a:t>)</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100%</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100%</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100%</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76263">
                <a:tc vMerge="1">
                  <a:txBody>
                    <a:bodyPr/>
                    <a:lstStyle/>
                    <a:p>
                      <a:endParaRPr 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 Độ nhám (h</a:t>
                      </a:r>
                      <a:r>
                        <a:rPr kumimoji="1" lang="en-US" sz="1600" b="0" i="0" u="none" strike="noStrike" cap="none" normalizeH="0" baseline="-30000">
                          <a:ln>
                            <a:noFill/>
                          </a:ln>
                          <a:solidFill>
                            <a:schemeClr val="tx2"/>
                          </a:solidFill>
                          <a:effectLst/>
                          <a:latin typeface="+mn-lt"/>
                          <a:cs typeface="Times New Roman" pitchFamily="18" charset="0"/>
                        </a:rPr>
                        <a:t>tb</a:t>
                      </a:r>
                      <a:r>
                        <a:rPr kumimoji="1" lang="en-US" sz="1600" b="0" i="0" u="none" strike="noStrike" cap="none" normalizeH="0" baseline="0">
                          <a:ln>
                            <a:noFill/>
                          </a:ln>
                          <a:solidFill>
                            <a:schemeClr val="tx2"/>
                          </a:solidFill>
                          <a:effectLst/>
                          <a:latin typeface="+mn-lt"/>
                          <a:cs typeface="Times New Roman" pitchFamily="18" charset="0"/>
                        </a:rPr>
                        <a:t>) ứng với tốc độ 80</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V</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120 km/h</a:t>
                      </a:r>
                      <a:endParaRPr kumimoji="1" lang="en-US" sz="1600" b="0" i="0" u="none" strike="noStrike" cap="none" normalizeH="0" baseline="0">
                        <a:ln>
                          <a:noFill/>
                        </a:ln>
                        <a:solidFill>
                          <a:schemeClr val="tx2"/>
                        </a:solidFill>
                        <a:effectLst/>
                        <a:latin typeface="+mn-lt"/>
                        <a:cs typeface="Times New Roman" pitchFamily="18" charset="0"/>
                        <a:sym typeface="Symbol"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0.45 </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 h</a:t>
                      </a:r>
                      <a:r>
                        <a:rPr kumimoji="1" lang="en-US" sz="1600" b="0" i="0" u="none" strike="noStrike" cap="none" normalizeH="0" baseline="-30000">
                          <a:ln>
                            <a:noFill/>
                          </a:ln>
                          <a:solidFill>
                            <a:schemeClr val="tx2"/>
                          </a:solidFill>
                          <a:effectLst/>
                          <a:latin typeface="+mn-lt"/>
                          <a:cs typeface="Times New Roman" pitchFamily="18" charset="0"/>
                          <a:sym typeface="Symbol" pitchFamily="18" charset="2"/>
                        </a:rPr>
                        <a:t>tb</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 </a:t>
                      </a:r>
                      <a:r>
                        <a:rPr kumimoji="1" lang="en-US" sz="1600" b="0" i="0" u="none" strike="noStrike" cap="none" normalizeH="0" baseline="0">
                          <a:ln>
                            <a:noFill/>
                          </a:ln>
                          <a:solidFill>
                            <a:schemeClr val="tx2"/>
                          </a:solidFill>
                          <a:effectLst/>
                          <a:latin typeface="+mn-lt"/>
                          <a:cs typeface="Times New Roman" pitchFamily="18" charset="0"/>
                        </a:rPr>
                        <a:t> 0.80</a:t>
                      </a:r>
                      <a:endParaRPr kumimoji="1" lang="en-US" sz="1600" b="0" i="0" u="none" strike="noStrike" cap="none" normalizeH="0" baseline="0">
                        <a:ln>
                          <a:noFill/>
                        </a:ln>
                        <a:solidFill>
                          <a:schemeClr val="tx2"/>
                        </a:solidFill>
                        <a:effectLst/>
                        <a:latin typeface="+mn-lt"/>
                        <a:cs typeface="Times New Roman" pitchFamily="18" charset="0"/>
                        <a:sym typeface="Symbol"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endParaRPr kumimoji="0"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endParaRPr kumimoji="0" lang="en-US" sz="1600" b="0" i="0" u="none" strike="noStrike" cap="none" normalizeH="0" baseline="0" dirty="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532694" name="Text Box 214"/>
          <p:cNvSpPr txBox="1">
            <a:spLocks noChangeArrowheads="1"/>
          </p:cNvSpPr>
          <p:nvPr/>
        </p:nvSpPr>
        <p:spPr bwMode="auto">
          <a:xfrm>
            <a:off x="152400" y="1219200"/>
            <a:ext cx="5678487"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666750" indent="-666750">
              <a:defRPr kumimoji="1" sz="2400">
                <a:solidFill>
                  <a:schemeClr val="tx1"/>
                </a:solidFill>
                <a:latin typeface="Times New Roman" pitchFamily="18" charset="0"/>
              </a:defRPr>
            </a:lvl1pPr>
            <a:lvl2pPr>
              <a:defRPr kumimoji="1" sz="2400">
                <a:solidFill>
                  <a:schemeClr val="tx1"/>
                </a:solidFill>
                <a:latin typeface="Times New Roman" pitchFamily="18" charset="0"/>
              </a:defRPr>
            </a:lvl2pPr>
            <a:lvl3pPr>
              <a:defRPr kumimoji="1" sz="2400">
                <a:solidFill>
                  <a:schemeClr val="tx1"/>
                </a:solidFill>
                <a:latin typeface="Times New Roman" pitchFamily="18" charset="0"/>
              </a:defRPr>
            </a:lvl3pPr>
            <a:lvl4pPr>
              <a:defRPr kumimoji="1" sz="2400">
                <a:solidFill>
                  <a:schemeClr val="tx1"/>
                </a:solidFill>
                <a:latin typeface="Times New Roman" pitchFamily="18" charset="0"/>
              </a:defRPr>
            </a:lvl4pPr>
            <a:lvl5pPr>
              <a:defRPr kumimoji="1" sz="2400">
                <a:solidFill>
                  <a:schemeClr val="tx1"/>
                </a:solidFill>
                <a:latin typeface="Times New Roman" pitchFamily="18" charset="0"/>
              </a:defRPr>
            </a:lvl5pPr>
            <a:lvl6pPr fontAlgn="base">
              <a:spcBef>
                <a:spcPct val="0"/>
              </a:spcBef>
              <a:spcAft>
                <a:spcPct val="0"/>
              </a:spcAft>
              <a:defRPr kumimoji="1" sz="2400">
                <a:solidFill>
                  <a:schemeClr val="tx1"/>
                </a:solidFill>
                <a:latin typeface="Times New Roman" pitchFamily="18" charset="0"/>
              </a:defRPr>
            </a:lvl6pPr>
            <a:lvl7pPr fontAlgn="base">
              <a:spcBef>
                <a:spcPct val="0"/>
              </a:spcBef>
              <a:spcAft>
                <a:spcPct val="0"/>
              </a:spcAft>
              <a:defRPr kumimoji="1" sz="2400">
                <a:solidFill>
                  <a:schemeClr val="tx1"/>
                </a:solidFill>
                <a:latin typeface="Times New Roman" pitchFamily="18" charset="0"/>
              </a:defRPr>
            </a:lvl7pPr>
            <a:lvl8pPr fontAlgn="base">
              <a:spcBef>
                <a:spcPct val="0"/>
              </a:spcBef>
              <a:spcAft>
                <a:spcPct val="0"/>
              </a:spcAft>
              <a:defRPr kumimoji="1" sz="2400">
                <a:solidFill>
                  <a:schemeClr val="tx1"/>
                </a:solidFill>
                <a:latin typeface="Times New Roman" pitchFamily="18" charset="0"/>
              </a:defRPr>
            </a:lvl8pPr>
            <a:lvl9pPr fontAlgn="base">
              <a:spcBef>
                <a:spcPct val="0"/>
              </a:spcBef>
              <a:spcAft>
                <a:spcPct val="0"/>
              </a:spcAft>
              <a:defRPr kumimoji="1" sz="2400">
                <a:solidFill>
                  <a:schemeClr val="tx1"/>
                </a:solidFill>
                <a:latin typeface="Times New Roman" pitchFamily="18" charset="0"/>
              </a:defRPr>
            </a:lvl9pPr>
          </a:lstStyle>
          <a:p>
            <a:pPr>
              <a:spcBef>
                <a:spcPct val="50000"/>
              </a:spcBef>
              <a:buFont typeface="Wingdings" pitchFamily="2" charset="2"/>
              <a:buNone/>
            </a:pPr>
            <a:r>
              <a:rPr kumimoji="0" lang="en-US" sz="2200" b="1" dirty="0" err="1">
                <a:solidFill>
                  <a:schemeClr val="tx2"/>
                </a:solidFill>
                <a:latin typeface="+mn-lt"/>
              </a:rPr>
              <a:t>Phân</a:t>
            </a:r>
            <a:r>
              <a:rPr kumimoji="0" lang="en-US" sz="2200" b="1" dirty="0">
                <a:solidFill>
                  <a:schemeClr val="tx2"/>
                </a:solidFill>
                <a:latin typeface="+mn-lt"/>
              </a:rPr>
              <a:t> </a:t>
            </a:r>
            <a:r>
              <a:rPr kumimoji="0" lang="en-US" sz="2200" b="1" dirty="0" err="1">
                <a:solidFill>
                  <a:schemeClr val="tx2"/>
                </a:solidFill>
                <a:latin typeface="+mn-lt"/>
              </a:rPr>
              <a:t>loại</a:t>
            </a:r>
            <a:r>
              <a:rPr kumimoji="0" lang="en-US" sz="2200" b="1" dirty="0">
                <a:solidFill>
                  <a:schemeClr val="tx2"/>
                </a:solidFill>
                <a:latin typeface="+mn-lt"/>
              </a:rPr>
              <a:t> </a:t>
            </a:r>
            <a:r>
              <a:rPr kumimoji="0" lang="en-US" sz="2200" b="1" dirty="0" err="1">
                <a:solidFill>
                  <a:schemeClr val="tx2"/>
                </a:solidFill>
                <a:latin typeface="+mn-lt"/>
              </a:rPr>
              <a:t>chất</a:t>
            </a:r>
            <a:r>
              <a:rPr kumimoji="0" lang="en-US" sz="2200" b="1" dirty="0">
                <a:solidFill>
                  <a:schemeClr val="tx2"/>
                </a:solidFill>
                <a:latin typeface="+mn-lt"/>
              </a:rPr>
              <a:t> </a:t>
            </a:r>
            <a:r>
              <a:rPr kumimoji="0" lang="en-US" sz="2200" b="1" dirty="0" err="1">
                <a:solidFill>
                  <a:schemeClr val="tx2"/>
                </a:solidFill>
                <a:latin typeface="+mn-lt"/>
              </a:rPr>
              <a:t>lượng</a:t>
            </a:r>
            <a:r>
              <a:rPr kumimoji="0" lang="en-US" sz="2200" b="1" dirty="0">
                <a:solidFill>
                  <a:schemeClr val="tx2"/>
                </a:solidFill>
                <a:latin typeface="+mn-lt"/>
              </a:rPr>
              <a:t> </a:t>
            </a:r>
            <a:r>
              <a:rPr kumimoji="0" lang="en-US" sz="2200" b="1" dirty="0" err="1">
                <a:solidFill>
                  <a:schemeClr val="tx2"/>
                </a:solidFill>
                <a:latin typeface="+mn-lt"/>
              </a:rPr>
              <a:t>mặt</a:t>
            </a:r>
            <a:r>
              <a:rPr kumimoji="0" lang="en-US" sz="2200" b="1" dirty="0">
                <a:solidFill>
                  <a:schemeClr val="tx2"/>
                </a:solidFill>
                <a:latin typeface="+mn-lt"/>
              </a:rPr>
              <a:t> </a:t>
            </a:r>
            <a:r>
              <a:rPr kumimoji="0" lang="en-US" sz="2200" b="1" dirty="0" err="1">
                <a:solidFill>
                  <a:schemeClr val="tx2"/>
                </a:solidFill>
                <a:latin typeface="+mn-lt"/>
              </a:rPr>
              <a:t>đường</a:t>
            </a:r>
            <a:endParaRPr kumimoji="0" lang="en-US" sz="2200" b="1" dirty="0">
              <a:solidFill>
                <a:schemeClr val="tx2"/>
              </a:solidFill>
              <a:latin typeface="+mn-lt"/>
            </a:endParaRPr>
          </a:p>
        </p:txBody>
      </p:sp>
      <p:sp>
        <p:nvSpPr>
          <p:cNvPr id="5" name="Rectangle 4"/>
          <p:cNvSpPr/>
          <p:nvPr/>
        </p:nvSpPr>
        <p:spPr>
          <a:xfrm>
            <a:off x="228600" y="438666"/>
            <a:ext cx="7696200" cy="400110"/>
          </a:xfrm>
          <a:prstGeom prst="rect">
            <a:avLst/>
          </a:prstGeom>
        </p:spPr>
        <p:txBody>
          <a:bodyPr wrap="square">
            <a:spAutoFit/>
          </a:bodyPr>
          <a:lstStyle/>
          <a:p>
            <a:pPr>
              <a:spcBef>
                <a:spcPct val="50000"/>
              </a:spcBef>
            </a:pPr>
            <a:r>
              <a:rPr lang="en-US" sz="2000" b="1" dirty="0" err="1">
                <a:solidFill>
                  <a:srgbClr val="FF0000"/>
                </a:solidFill>
              </a:rPr>
              <a:t>Đặc</a:t>
            </a:r>
            <a:r>
              <a:rPr lang="en-US" sz="2000" b="1" dirty="0">
                <a:solidFill>
                  <a:srgbClr val="FF0000"/>
                </a:solidFill>
              </a:rPr>
              <a:t> </a:t>
            </a:r>
            <a:r>
              <a:rPr lang="en-US" sz="2000" b="1" dirty="0" err="1">
                <a:solidFill>
                  <a:srgbClr val="FF0000"/>
                </a:solidFill>
              </a:rPr>
              <a:t>trưng</a:t>
            </a:r>
            <a:r>
              <a:rPr lang="en-US" sz="2000" b="1" dirty="0">
                <a:solidFill>
                  <a:srgbClr val="FF0000"/>
                </a:solidFill>
              </a:rPr>
              <a:t> </a:t>
            </a:r>
            <a:r>
              <a:rPr lang="en-US" sz="2000" b="1" dirty="0" err="1">
                <a:solidFill>
                  <a:srgbClr val="FF0000"/>
                </a:solidFill>
              </a:rPr>
              <a:t>khai</a:t>
            </a:r>
            <a:r>
              <a:rPr lang="en-US" sz="2000" b="1" dirty="0">
                <a:solidFill>
                  <a:srgbClr val="FF0000"/>
                </a:solidFill>
              </a:rPr>
              <a:t> </a:t>
            </a:r>
            <a:r>
              <a:rPr lang="en-US" sz="2000" b="1" dirty="0" err="1">
                <a:solidFill>
                  <a:srgbClr val="FF0000"/>
                </a:solidFill>
              </a:rPr>
              <a:t>thác</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 </a:t>
            </a:r>
            <a:r>
              <a:rPr lang="en-US" sz="2000" b="1" dirty="0" err="1">
                <a:solidFill>
                  <a:srgbClr val="FF0000"/>
                </a:solidFill>
              </a:rPr>
              <a:t>tiêu</a:t>
            </a:r>
            <a:r>
              <a:rPr lang="en-US" sz="2000" b="1" dirty="0">
                <a:solidFill>
                  <a:srgbClr val="FF0000"/>
                </a:solidFill>
              </a:rPr>
              <a:t> </a:t>
            </a:r>
            <a:r>
              <a:rPr lang="en-US" sz="2000" b="1" dirty="0" err="1">
                <a:solidFill>
                  <a:srgbClr val="FF0000"/>
                </a:solidFill>
              </a:rPr>
              <a:t>chuẩn</a:t>
            </a:r>
            <a:r>
              <a:rPr lang="en-US" sz="2000" b="1" dirty="0">
                <a:solidFill>
                  <a:srgbClr val="FF0000"/>
                </a:solidFill>
              </a:rPr>
              <a:t> </a:t>
            </a:r>
            <a:r>
              <a:rPr lang="en-US" sz="2000" b="1" dirty="0" err="1">
                <a:solidFill>
                  <a:srgbClr val="FF0000"/>
                </a:solidFill>
              </a:rPr>
              <a:t>Việt</a:t>
            </a:r>
            <a:r>
              <a:rPr lang="en-US" sz="2000" b="1" dirty="0">
                <a:solidFill>
                  <a:srgbClr val="FF0000"/>
                </a:solidFill>
              </a:rPr>
              <a:t> Nam </a:t>
            </a:r>
            <a:r>
              <a:rPr lang="en-US" sz="2000" b="1" dirty="0" err="1">
                <a:solidFill>
                  <a:srgbClr val="FF0000"/>
                </a:solidFill>
              </a:rPr>
              <a:t>hiện</a:t>
            </a:r>
            <a:r>
              <a:rPr lang="en-US" sz="2000" b="1" dirty="0">
                <a:solidFill>
                  <a:srgbClr val="FF0000"/>
                </a:solidFill>
              </a:rPr>
              <a:t> </a:t>
            </a:r>
            <a:r>
              <a:rPr lang="en-US" sz="2000" b="1" dirty="0" err="1">
                <a:solidFill>
                  <a:srgbClr val="FF0000"/>
                </a:solidFill>
              </a:rPr>
              <a:t>hành</a:t>
            </a:r>
            <a:endParaRPr lang="en-US" sz="2000" b="1" dirty="0">
              <a:solidFill>
                <a:srgbClr val="FF0000"/>
              </a:solidFill>
            </a:endParaRPr>
          </a:p>
        </p:txBody>
      </p:sp>
    </p:spTree>
    <p:extLst>
      <p:ext uri="{BB962C8B-B14F-4D97-AF65-F5344CB8AC3E}">
        <p14:creationId xmlns:p14="http://schemas.microsoft.com/office/powerpoint/2010/main" val="24100829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Slide Number Placeholder 4"/>
          <p:cNvSpPr>
            <a:spLocks noGrp="1"/>
          </p:cNvSpPr>
          <p:nvPr>
            <p:ph type="sldNum" sz="quarter" idx="12"/>
          </p:nvPr>
        </p:nvSpPr>
        <p:spPr/>
        <p:txBody>
          <a:bodyPr/>
          <a:lstStyle/>
          <a:p>
            <a:fld id="{BD74BB96-F48A-4B31-8E5A-948D7AE918FA}" type="slidenum">
              <a:rPr lang="en-US"/>
              <a:pPr/>
              <a:t>41</a:t>
            </a:fld>
            <a:endParaRPr lang="en-US"/>
          </a:p>
        </p:txBody>
      </p:sp>
      <p:graphicFrame>
        <p:nvGraphicFramePr>
          <p:cNvPr id="613772" name="Group 396"/>
          <p:cNvGraphicFramePr>
            <a:graphicFrameLocks noGrp="1"/>
          </p:cNvGraphicFramePr>
          <p:nvPr>
            <p:ph/>
            <p:extLst>
              <p:ext uri="{D42A27DB-BD31-4B8C-83A1-F6EECF244321}">
                <p14:modId xmlns:p14="http://schemas.microsoft.com/office/powerpoint/2010/main" val="139338395"/>
              </p:ext>
            </p:extLst>
          </p:nvPr>
        </p:nvGraphicFramePr>
        <p:xfrm>
          <a:off x="385763" y="1828800"/>
          <a:ext cx="8316912" cy="4297680"/>
        </p:xfrm>
        <a:graphic>
          <a:graphicData uri="http://schemas.openxmlformats.org/drawingml/2006/table">
            <a:tbl>
              <a:tblPr/>
              <a:tblGrid>
                <a:gridCol w="495300">
                  <a:extLst>
                    <a:ext uri="{9D8B030D-6E8A-4147-A177-3AD203B41FA5}">
                      <a16:colId xmlns:a16="http://schemas.microsoft.com/office/drawing/2014/main" val="20000"/>
                    </a:ext>
                  </a:extLst>
                </a:gridCol>
                <a:gridCol w="2874962">
                  <a:extLst>
                    <a:ext uri="{9D8B030D-6E8A-4147-A177-3AD203B41FA5}">
                      <a16:colId xmlns:a16="http://schemas.microsoft.com/office/drawing/2014/main" val="20001"/>
                    </a:ext>
                  </a:extLst>
                </a:gridCol>
                <a:gridCol w="1647825">
                  <a:extLst>
                    <a:ext uri="{9D8B030D-6E8A-4147-A177-3AD203B41FA5}">
                      <a16:colId xmlns:a16="http://schemas.microsoft.com/office/drawing/2014/main" val="20002"/>
                    </a:ext>
                  </a:extLst>
                </a:gridCol>
                <a:gridCol w="1649413">
                  <a:extLst>
                    <a:ext uri="{9D8B030D-6E8A-4147-A177-3AD203B41FA5}">
                      <a16:colId xmlns:a16="http://schemas.microsoft.com/office/drawing/2014/main" val="20003"/>
                    </a:ext>
                  </a:extLst>
                </a:gridCol>
                <a:gridCol w="1649412">
                  <a:extLst>
                    <a:ext uri="{9D8B030D-6E8A-4147-A177-3AD203B41FA5}">
                      <a16:colId xmlns:a16="http://schemas.microsoft.com/office/drawing/2014/main" val="20004"/>
                    </a:ext>
                  </a:extLst>
                </a:gridCol>
              </a:tblGrid>
              <a:tr h="258763">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dirty="0">
                          <a:ln>
                            <a:noFill/>
                          </a:ln>
                          <a:solidFill>
                            <a:schemeClr val="tx2"/>
                          </a:solidFill>
                          <a:effectLst/>
                          <a:latin typeface="+mn-lt"/>
                          <a:cs typeface="Times New Roman" pitchFamily="18" charset="0"/>
                        </a:rPr>
                        <a:t>TT</a:t>
                      </a:r>
                      <a:endParaRPr kumimoji="1" lang="en-US" sz="1600" b="0" i="0" u="none" strike="noStrike" cap="none" normalizeH="0" baseline="0" dirty="0">
                        <a:ln>
                          <a:noFill/>
                        </a:ln>
                        <a:solidFill>
                          <a:schemeClr val="tx2"/>
                        </a:solidFill>
                        <a:effectLst/>
                        <a:latin typeface="+mn-l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Phân loại đường</a:t>
                      </a:r>
                      <a:endParaRPr kumimoji="1" lang="en-US" sz="1600" b="0" i="0" u="none" strike="noStrike" cap="none" normalizeH="0" baseline="0">
                        <a:ln>
                          <a:noFill/>
                        </a:ln>
                        <a:solidFill>
                          <a:schemeClr val="tx2"/>
                        </a:solidFill>
                        <a:effectLst/>
                        <a:latin typeface="+mn-l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Kết cấu mặt đường</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11163">
                <a:tc vMerge="1">
                  <a:txBody>
                    <a:bodyPr/>
                    <a:lstStyle/>
                    <a:p>
                      <a:endParaRPr lang="en-US"/>
                    </a:p>
                  </a:txBody>
                  <a:tcPr/>
                </a:tc>
                <a:tc vMerge="1">
                  <a:txBody>
                    <a:bodyPr/>
                    <a:lstStyle/>
                    <a:p>
                      <a:endParaRPr 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BTXM </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Bê tông nhựa</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Đá dăm láng nhựa, thấm nhập nhựa</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Đá dăm, cấp phối </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42975">
                <a:tc rowSpan="5">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2</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4">
                  <a:txBody>
                    <a:bodyPr/>
                    <a:lstStyle/>
                    <a:p>
                      <a:pPr marL="457200" marR="0" lvl="1" indent="0" algn="l" defTabSz="914400" rtl="0" eaLnBrk="1" fontAlgn="base" latinLnBrk="0" hangingPunct="1">
                        <a:lnSpc>
                          <a:spcPct val="100000"/>
                        </a:lnSpc>
                        <a:spcBef>
                          <a:spcPct val="0"/>
                        </a:spcBef>
                        <a:spcAft>
                          <a:spcPct val="0"/>
                        </a:spcAft>
                        <a:buClrTx/>
                        <a:buSzTx/>
                        <a:buFontTx/>
                        <a:buAutoNum type="arabicPeriod"/>
                        <a:tabLst>
                          <a:tab pos="185738" algn="l"/>
                          <a:tab pos="228600" algn="l"/>
                        </a:tabLst>
                      </a:pPr>
                      <a:r>
                        <a:rPr kumimoji="1" lang="en-US" sz="1600" b="0" i="0" u="none" strike="noStrike" cap="none" normalizeH="0" baseline="0">
                          <a:ln>
                            <a:noFill/>
                          </a:ln>
                          <a:solidFill>
                            <a:schemeClr val="tx2"/>
                          </a:solidFill>
                          <a:effectLst/>
                          <a:latin typeface="+mn-lt"/>
                          <a:cs typeface="Times New Roman" pitchFamily="18" charset="0"/>
                        </a:rPr>
                        <a:t>Loại trung bình</a:t>
                      </a:r>
                    </a:p>
                    <a:p>
                      <a:pPr marL="0" marR="0" lvl="0" indent="0" algn="l" defTabSz="914400" rtl="0" eaLnBrk="0" fontAlgn="base" latinLnBrk="0" hangingPunct="0">
                        <a:lnSpc>
                          <a:spcPct val="100000"/>
                        </a:lnSpc>
                        <a:spcBef>
                          <a:spcPct val="0"/>
                        </a:spcBef>
                        <a:spcAft>
                          <a:spcPct val="0"/>
                        </a:spcAft>
                        <a:buClrTx/>
                        <a:buSzTx/>
                        <a:buFontTx/>
                        <a:buNone/>
                        <a:tabLst>
                          <a:tab pos="185738" algn="l"/>
                          <a:tab pos="228600" algn="l"/>
                        </a:tabLst>
                      </a:pPr>
                      <a:r>
                        <a:rPr kumimoji="1" lang="en-US" sz="1600" b="0" i="0" u="none" strike="noStrike" cap="none" normalizeH="0" baseline="0">
                          <a:ln>
                            <a:noFill/>
                          </a:ln>
                          <a:solidFill>
                            <a:schemeClr val="tx2"/>
                          </a:solidFill>
                          <a:effectLst/>
                          <a:latin typeface="+mn-lt"/>
                          <a:cs typeface="Times New Roman" pitchFamily="18" charset="0"/>
                        </a:rPr>
                        <a:t>Nền đường ổn định, không sụt lở, bề rộng như ban đầu, cống rãnh thông suốt không hư hỏng. Mặt đường còn nguyên mui luyện, không rạn nứt lớn, đã xuất hiện cao su, sình lún nhưng diện tích không quá 0.5%, chỉ rạn nứt dăm (bề rộng vết nứt </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0.3mm) và chỉ nứt trên từng vùng 2 - 3 m</a:t>
                      </a:r>
                      <a:r>
                        <a:rPr kumimoji="1" lang="en-US" sz="1600" b="0" i="0" u="none" strike="noStrike" cap="none" normalizeH="0" baseline="30000">
                          <a:ln>
                            <a:noFill/>
                          </a:ln>
                          <a:solidFill>
                            <a:schemeClr val="tx2"/>
                          </a:solidFill>
                          <a:effectLst/>
                          <a:latin typeface="+mn-lt"/>
                          <a:cs typeface="Times New Roman" pitchFamily="18" charset="0"/>
                          <a:sym typeface="Symbol" pitchFamily="18" charset="2"/>
                        </a:rPr>
                        <a:t>2</a:t>
                      </a:r>
                      <a:endParaRPr kumimoji="1" lang="en-US" sz="1600" b="0" i="0" u="none" strike="noStrike" cap="none" normalizeH="0" baseline="0">
                        <a:ln>
                          <a:noFill/>
                        </a:ln>
                        <a:solidFill>
                          <a:schemeClr val="tx2"/>
                        </a:solidFill>
                        <a:effectLst/>
                        <a:latin typeface="+mn-lt"/>
                        <a:cs typeface="Times New Roman" pitchFamily="18" charset="0"/>
                        <a:sym typeface="Symbol"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304800">
                <a:tc vMerge="1">
                  <a:txBody>
                    <a:bodyPr/>
                    <a:lstStyle/>
                    <a:p>
                      <a:endParaRPr 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 Diện tích ổ gà, cóc gặm (tối đa)</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0.1 %</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0.5 %</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1.0 %</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58763">
                <a:tc vMerge="1">
                  <a:txBody>
                    <a:bodyPr/>
                    <a:lstStyle/>
                    <a:p>
                      <a:endParaRPr 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 Chỉ số IRI</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2</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IRI</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4</a:t>
                      </a:r>
                      <a:endParaRPr kumimoji="1" lang="en-US" sz="1600" b="0" i="0" u="none" strike="noStrike" cap="none" normalizeH="0" baseline="0">
                        <a:ln>
                          <a:noFill/>
                        </a:ln>
                        <a:solidFill>
                          <a:schemeClr val="tx2"/>
                        </a:solidFill>
                        <a:effectLst/>
                        <a:latin typeface="+mn-lt"/>
                        <a:cs typeface="Times New Roman" pitchFamily="18" charset="0"/>
                        <a:sym typeface="Symbol"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4</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IRI</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6</a:t>
                      </a:r>
                      <a:endParaRPr kumimoji="1" lang="en-US" sz="1600" b="0" i="0" u="none" strike="noStrike" cap="none" normalizeH="0" baseline="0">
                        <a:ln>
                          <a:noFill/>
                        </a:ln>
                        <a:solidFill>
                          <a:schemeClr val="tx2"/>
                        </a:solidFill>
                        <a:effectLst/>
                        <a:latin typeface="+mn-lt"/>
                        <a:cs typeface="Times New Roman" pitchFamily="18" charset="0"/>
                        <a:sym typeface="Symbol"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6</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IRI</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9</a:t>
                      </a:r>
                      <a:endParaRPr kumimoji="1" lang="en-US" sz="1600" b="0" i="0" u="none" strike="noStrike" cap="none" normalizeH="0" baseline="0">
                        <a:ln>
                          <a:noFill/>
                        </a:ln>
                        <a:solidFill>
                          <a:schemeClr val="tx2"/>
                        </a:solidFill>
                        <a:effectLst/>
                        <a:latin typeface="+mn-lt"/>
                        <a:cs typeface="Times New Roman" pitchFamily="18" charset="0"/>
                        <a:sym typeface="Symbol"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4800">
                <a:tc vMerge="1">
                  <a:txBody>
                    <a:bodyPr/>
                    <a:lstStyle/>
                    <a:p>
                      <a:endParaRPr 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 Cường độ (so với E</a:t>
                      </a:r>
                      <a:r>
                        <a:rPr kumimoji="1" lang="en-US" sz="1600" b="0" i="0" u="none" strike="noStrike" cap="none" normalizeH="0" baseline="-30000">
                          <a:ln>
                            <a:noFill/>
                          </a:ln>
                          <a:solidFill>
                            <a:schemeClr val="tx2"/>
                          </a:solidFill>
                          <a:effectLst/>
                          <a:latin typeface="+mn-lt"/>
                          <a:cs typeface="Times New Roman" pitchFamily="18" charset="0"/>
                        </a:rPr>
                        <a:t>yc</a:t>
                      </a:r>
                      <a:r>
                        <a:rPr kumimoji="1" lang="en-US" sz="1600" b="0" i="0" u="none" strike="noStrike" cap="none" normalizeH="0" baseline="0">
                          <a:ln>
                            <a:noFill/>
                          </a:ln>
                          <a:solidFill>
                            <a:schemeClr val="tx2"/>
                          </a:solidFill>
                          <a:effectLst/>
                          <a:latin typeface="+mn-lt"/>
                          <a:cs typeface="Times New Roman" pitchFamily="18" charset="0"/>
                        </a:rPr>
                        <a:t>)</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(90 - 99) %</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(90 - 99) %</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endParaRPr kumimoji="0"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04800">
                <a:tc vMerge="1">
                  <a:txBody>
                    <a:bodyPr/>
                    <a:lstStyle/>
                    <a:p>
                      <a:endParaRPr 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 Độ nhám (h</a:t>
                      </a:r>
                      <a:r>
                        <a:rPr kumimoji="1" lang="en-US" sz="1600" b="0" i="0" u="none" strike="noStrike" cap="none" normalizeH="0" baseline="-30000">
                          <a:ln>
                            <a:noFill/>
                          </a:ln>
                          <a:solidFill>
                            <a:schemeClr val="tx2"/>
                          </a:solidFill>
                          <a:effectLst/>
                          <a:latin typeface="+mn-lt"/>
                          <a:cs typeface="Times New Roman" pitchFamily="18" charset="0"/>
                        </a:rPr>
                        <a:t>tb</a:t>
                      </a:r>
                      <a:r>
                        <a:rPr kumimoji="1" lang="en-US" sz="1600" b="0" i="0" u="none" strike="noStrike" cap="none" normalizeH="0" baseline="0">
                          <a:ln>
                            <a:noFill/>
                          </a:ln>
                          <a:solidFill>
                            <a:schemeClr val="tx2"/>
                          </a:solidFill>
                          <a:effectLst/>
                          <a:latin typeface="+mn-lt"/>
                          <a:cs typeface="Times New Roman" pitchFamily="18" charset="0"/>
                        </a:rPr>
                        <a:t>) ứng với tốc độ 80</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V</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120 km/h</a:t>
                      </a:r>
                      <a:endParaRPr kumimoji="1" lang="en-US" sz="1600" b="0" i="0" u="none" strike="noStrike" cap="none" normalizeH="0" baseline="0">
                        <a:ln>
                          <a:noFill/>
                        </a:ln>
                        <a:solidFill>
                          <a:schemeClr val="tx2"/>
                        </a:solidFill>
                        <a:effectLst/>
                        <a:latin typeface="+mn-lt"/>
                        <a:cs typeface="Times New Roman" pitchFamily="18" charset="0"/>
                        <a:sym typeface="Symbol"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endParaRPr kumimoji="0" lang="en-US" sz="1600" b="0" i="0" u="none" strike="noStrike" cap="none" normalizeH="0" baseline="0" dirty="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endParaRPr kumimoji="0"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endParaRPr kumimoji="0" lang="en-US" sz="1600" b="0" i="0" u="none" strike="noStrike" cap="none" normalizeH="0" baseline="0" dirty="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5" name="Text Box 214"/>
          <p:cNvSpPr txBox="1">
            <a:spLocks noChangeArrowheads="1"/>
          </p:cNvSpPr>
          <p:nvPr/>
        </p:nvSpPr>
        <p:spPr bwMode="auto">
          <a:xfrm>
            <a:off x="152400" y="1219200"/>
            <a:ext cx="5678487"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666750" indent="-666750">
              <a:defRPr kumimoji="1" sz="2400">
                <a:solidFill>
                  <a:schemeClr val="tx1"/>
                </a:solidFill>
                <a:latin typeface="Times New Roman" pitchFamily="18" charset="0"/>
              </a:defRPr>
            </a:lvl1pPr>
            <a:lvl2pPr>
              <a:defRPr kumimoji="1" sz="2400">
                <a:solidFill>
                  <a:schemeClr val="tx1"/>
                </a:solidFill>
                <a:latin typeface="Times New Roman" pitchFamily="18" charset="0"/>
              </a:defRPr>
            </a:lvl2pPr>
            <a:lvl3pPr>
              <a:defRPr kumimoji="1" sz="2400">
                <a:solidFill>
                  <a:schemeClr val="tx1"/>
                </a:solidFill>
                <a:latin typeface="Times New Roman" pitchFamily="18" charset="0"/>
              </a:defRPr>
            </a:lvl3pPr>
            <a:lvl4pPr>
              <a:defRPr kumimoji="1" sz="2400">
                <a:solidFill>
                  <a:schemeClr val="tx1"/>
                </a:solidFill>
                <a:latin typeface="Times New Roman" pitchFamily="18" charset="0"/>
              </a:defRPr>
            </a:lvl4pPr>
            <a:lvl5pPr>
              <a:defRPr kumimoji="1" sz="2400">
                <a:solidFill>
                  <a:schemeClr val="tx1"/>
                </a:solidFill>
                <a:latin typeface="Times New Roman" pitchFamily="18" charset="0"/>
              </a:defRPr>
            </a:lvl5pPr>
            <a:lvl6pPr fontAlgn="base">
              <a:spcBef>
                <a:spcPct val="0"/>
              </a:spcBef>
              <a:spcAft>
                <a:spcPct val="0"/>
              </a:spcAft>
              <a:defRPr kumimoji="1" sz="2400">
                <a:solidFill>
                  <a:schemeClr val="tx1"/>
                </a:solidFill>
                <a:latin typeface="Times New Roman" pitchFamily="18" charset="0"/>
              </a:defRPr>
            </a:lvl6pPr>
            <a:lvl7pPr fontAlgn="base">
              <a:spcBef>
                <a:spcPct val="0"/>
              </a:spcBef>
              <a:spcAft>
                <a:spcPct val="0"/>
              </a:spcAft>
              <a:defRPr kumimoji="1" sz="2400">
                <a:solidFill>
                  <a:schemeClr val="tx1"/>
                </a:solidFill>
                <a:latin typeface="Times New Roman" pitchFamily="18" charset="0"/>
              </a:defRPr>
            </a:lvl7pPr>
            <a:lvl8pPr fontAlgn="base">
              <a:spcBef>
                <a:spcPct val="0"/>
              </a:spcBef>
              <a:spcAft>
                <a:spcPct val="0"/>
              </a:spcAft>
              <a:defRPr kumimoji="1" sz="2400">
                <a:solidFill>
                  <a:schemeClr val="tx1"/>
                </a:solidFill>
                <a:latin typeface="Times New Roman" pitchFamily="18" charset="0"/>
              </a:defRPr>
            </a:lvl8pPr>
            <a:lvl9pPr fontAlgn="base">
              <a:spcBef>
                <a:spcPct val="0"/>
              </a:spcBef>
              <a:spcAft>
                <a:spcPct val="0"/>
              </a:spcAft>
              <a:defRPr kumimoji="1" sz="2400">
                <a:solidFill>
                  <a:schemeClr val="tx1"/>
                </a:solidFill>
                <a:latin typeface="Times New Roman" pitchFamily="18" charset="0"/>
              </a:defRPr>
            </a:lvl9pPr>
          </a:lstStyle>
          <a:p>
            <a:pPr>
              <a:spcBef>
                <a:spcPct val="50000"/>
              </a:spcBef>
              <a:buFont typeface="Wingdings" pitchFamily="2" charset="2"/>
              <a:buNone/>
            </a:pPr>
            <a:r>
              <a:rPr kumimoji="0" lang="en-US" sz="2200" b="1" dirty="0" err="1">
                <a:solidFill>
                  <a:schemeClr val="tx2"/>
                </a:solidFill>
                <a:latin typeface="+mn-lt"/>
              </a:rPr>
              <a:t>Phân</a:t>
            </a:r>
            <a:r>
              <a:rPr kumimoji="0" lang="en-US" sz="2200" b="1" dirty="0">
                <a:solidFill>
                  <a:schemeClr val="tx2"/>
                </a:solidFill>
                <a:latin typeface="+mn-lt"/>
              </a:rPr>
              <a:t> </a:t>
            </a:r>
            <a:r>
              <a:rPr kumimoji="0" lang="en-US" sz="2200" b="1" dirty="0" err="1">
                <a:solidFill>
                  <a:schemeClr val="tx2"/>
                </a:solidFill>
                <a:latin typeface="+mn-lt"/>
              </a:rPr>
              <a:t>loại</a:t>
            </a:r>
            <a:r>
              <a:rPr kumimoji="0" lang="en-US" sz="2200" b="1" dirty="0">
                <a:solidFill>
                  <a:schemeClr val="tx2"/>
                </a:solidFill>
                <a:latin typeface="+mn-lt"/>
              </a:rPr>
              <a:t> </a:t>
            </a:r>
            <a:r>
              <a:rPr kumimoji="0" lang="en-US" sz="2200" b="1" dirty="0" err="1">
                <a:solidFill>
                  <a:schemeClr val="tx2"/>
                </a:solidFill>
                <a:latin typeface="+mn-lt"/>
              </a:rPr>
              <a:t>chất</a:t>
            </a:r>
            <a:r>
              <a:rPr kumimoji="0" lang="en-US" sz="2200" b="1" dirty="0">
                <a:solidFill>
                  <a:schemeClr val="tx2"/>
                </a:solidFill>
                <a:latin typeface="+mn-lt"/>
              </a:rPr>
              <a:t> </a:t>
            </a:r>
            <a:r>
              <a:rPr kumimoji="0" lang="en-US" sz="2200" b="1" dirty="0" err="1">
                <a:solidFill>
                  <a:schemeClr val="tx2"/>
                </a:solidFill>
                <a:latin typeface="+mn-lt"/>
              </a:rPr>
              <a:t>lượng</a:t>
            </a:r>
            <a:r>
              <a:rPr kumimoji="0" lang="en-US" sz="2200" b="1" dirty="0">
                <a:solidFill>
                  <a:schemeClr val="tx2"/>
                </a:solidFill>
                <a:latin typeface="+mn-lt"/>
              </a:rPr>
              <a:t> </a:t>
            </a:r>
            <a:r>
              <a:rPr kumimoji="0" lang="en-US" sz="2200" b="1" dirty="0" err="1">
                <a:solidFill>
                  <a:schemeClr val="tx2"/>
                </a:solidFill>
                <a:latin typeface="+mn-lt"/>
              </a:rPr>
              <a:t>mặt</a:t>
            </a:r>
            <a:r>
              <a:rPr kumimoji="0" lang="en-US" sz="2200" b="1" dirty="0">
                <a:solidFill>
                  <a:schemeClr val="tx2"/>
                </a:solidFill>
                <a:latin typeface="+mn-lt"/>
              </a:rPr>
              <a:t> </a:t>
            </a:r>
            <a:r>
              <a:rPr kumimoji="0" lang="en-US" sz="2200" b="1" dirty="0" err="1">
                <a:solidFill>
                  <a:schemeClr val="tx2"/>
                </a:solidFill>
                <a:latin typeface="+mn-lt"/>
              </a:rPr>
              <a:t>đường</a:t>
            </a:r>
            <a:endParaRPr kumimoji="0" lang="en-US" sz="2200" b="1" dirty="0">
              <a:solidFill>
                <a:schemeClr val="tx2"/>
              </a:solidFill>
              <a:latin typeface="+mn-lt"/>
            </a:endParaRPr>
          </a:p>
        </p:txBody>
      </p:sp>
      <p:sp>
        <p:nvSpPr>
          <p:cNvPr id="6" name="Rectangle 5"/>
          <p:cNvSpPr/>
          <p:nvPr/>
        </p:nvSpPr>
        <p:spPr>
          <a:xfrm>
            <a:off x="228600" y="438666"/>
            <a:ext cx="7696200" cy="400110"/>
          </a:xfrm>
          <a:prstGeom prst="rect">
            <a:avLst/>
          </a:prstGeom>
        </p:spPr>
        <p:txBody>
          <a:bodyPr wrap="square">
            <a:spAutoFit/>
          </a:bodyPr>
          <a:lstStyle/>
          <a:p>
            <a:pPr>
              <a:spcBef>
                <a:spcPct val="50000"/>
              </a:spcBef>
            </a:pPr>
            <a:r>
              <a:rPr lang="en-US" sz="2000" b="1" dirty="0" err="1">
                <a:solidFill>
                  <a:srgbClr val="FF0000"/>
                </a:solidFill>
              </a:rPr>
              <a:t>Đặc</a:t>
            </a:r>
            <a:r>
              <a:rPr lang="en-US" sz="2000" b="1" dirty="0">
                <a:solidFill>
                  <a:srgbClr val="FF0000"/>
                </a:solidFill>
              </a:rPr>
              <a:t> </a:t>
            </a:r>
            <a:r>
              <a:rPr lang="en-US" sz="2000" b="1" dirty="0" err="1">
                <a:solidFill>
                  <a:srgbClr val="FF0000"/>
                </a:solidFill>
              </a:rPr>
              <a:t>trưng</a:t>
            </a:r>
            <a:r>
              <a:rPr lang="en-US" sz="2000" b="1" dirty="0">
                <a:solidFill>
                  <a:srgbClr val="FF0000"/>
                </a:solidFill>
              </a:rPr>
              <a:t> </a:t>
            </a:r>
            <a:r>
              <a:rPr lang="en-US" sz="2000" b="1" dirty="0" err="1">
                <a:solidFill>
                  <a:srgbClr val="FF0000"/>
                </a:solidFill>
              </a:rPr>
              <a:t>khai</a:t>
            </a:r>
            <a:r>
              <a:rPr lang="en-US" sz="2000" b="1" dirty="0">
                <a:solidFill>
                  <a:srgbClr val="FF0000"/>
                </a:solidFill>
              </a:rPr>
              <a:t> </a:t>
            </a:r>
            <a:r>
              <a:rPr lang="en-US" sz="2000" b="1" dirty="0" err="1">
                <a:solidFill>
                  <a:srgbClr val="FF0000"/>
                </a:solidFill>
              </a:rPr>
              <a:t>thác</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 </a:t>
            </a:r>
            <a:r>
              <a:rPr lang="en-US" sz="2000" b="1" dirty="0" err="1">
                <a:solidFill>
                  <a:srgbClr val="FF0000"/>
                </a:solidFill>
              </a:rPr>
              <a:t>tiêu</a:t>
            </a:r>
            <a:r>
              <a:rPr lang="en-US" sz="2000" b="1" dirty="0">
                <a:solidFill>
                  <a:srgbClr val="FF0000"/>
                </a:solidFill>
              </a:rPr>
              <a:t> </a:t>
            </a:r>
            <a:r>
              <a:rPr lang="en-US" sz="2000" b="1" dirty="0" err="1">
                <a:solidFill>
                  <a:srgbClr val="FF0000"/>
                </a:solidFill>
              </a:rPr>
              <a:t>chuẩn</a:t>
            </a:r>
            <a:r>
              <a:rPr lang="en-US" sz="2000" b="1" dirty="0">
                <a:solidFill>
                  <a:srgbClr val="FF0000"/>
                </a:solidFill>
              </a:rPr>
              <a:t> </a:t>
            </a:r>
            <a:r>
              <a:rPr lang="en-US" sz="2000" b="1" dirty="0" err="1">
                <a:solidFill>
                  <a:srgbClr val="FF0000"/>
                </a:solidFill>
              </a:rPr>
              <a:t>Việt</a:t>
            </a:r>
            <a:r>
              <a:rPr lang="en-US" sz="2000" b="1" dirty="0">
                <a:solidFill>
                  <a:srgbClr val="FF0000"/>
                </a:solidFill>
              </a:rPr>
              <a:t> Nam </a:t>
            </a:r>
            <a:r>
              <a:rPr lang="en-US" sz="2000" b="1" dirty="0" err="1">
                <a:solidFill>
                  <a:srgbClr val="FF0000"/>
                </a:solidFill>
              </a:rPr>
              <a:t>hiện</a:t>
            </a:r>
            <a:r>
              <a:rPr lang="en-US" sz="2000" b="1" dirty="0">
                <a:solidFill>
                  <a:srgbClr val="FF0000"/>
                </a:solidFill>
              </a:rPr>
              <a:t> </a:t>
            </a:r>
            <a:r>
              <a:rPr lang="en-US" sz="2000" b="1" dirty="0" err="1">
                <a:solidFill>
                  <a:srgbClr val="FF0000"/>
                </a:solidFill>
              </a:rPr>
              <a:t>hành</a:t>
            </a:r>
            <a:endParaRPr lang="en-US" sz="2000" b="1" dirty="0">
              <a:solidFill>
                <a:srgbClr val="FF0000"/>
              </a:solidFill>
            </a:endParaRPr>
          </a:p>
        </p:txBody>
      </p:sp>
    </p:spTree>
    <p:extLst>
      <p:ext uri="{BB962C8B-B14F-4D97-AF65-F5344CB8AC3E}">
        <p14:creationId xmlns:p14="http://schemas.microsoft.com/office/powerpoint/2010/main" val="32579370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Slide Number Placeholder 4"/>
          <p:cNvSpPr>
            <a:spLocks noGrp="1"/>
          </p:cNvSpPr>
          <p:nvPr>
            <p:ph type="sldNum" sz="quarter" idx="12"/>
          </p:nvPr>
        </p:nvSpPr>
        <p:spPr/>
        <p:txBody>
          <a:bodyPr/>
          <a:lstStyle/>
          <a:p>
            <a:fld id="{89E3D9C4-659C-4F6B-883D-EEF6F015F381}" type="slidenum">
              <a:rPr lang="en-US"/>
              <a:pPr/>
              <a:t>42</a:t>
            </a:fld>
            <a:endParaRPr lang="en-US"/>
          </a:p>
        </p:txBody>
      </p:sp>
      <p:graphicFrame>
        <p:nvGraphicFramePr>
          <p:cNvPr id="614941" name="Group 541"/>
          <p:cNvGraphicFramePr>
            <a:graphicFrameLocks noGrp="1"/>
          </p:cNvGraphicFramePr>
          <p:nvPr>
            <p:ph/>
            <p:extLst>
              <p:ext uri="{D42A27DB-BD31-4B8C-83A1-F6EECF244321}">
                <p14:modId xmlns:p14="http://schemas.microsoft.com/office/powerpoint/2010/main" val="1035562184"/>
              </p:ext>
            </p:extLst>
          </p:nvPr>
        </p:nvGraphicFramePr>
        <p:xfrm>
          <a:off x="504825" y="1981200"/>
          <a:ext cx="8172450" cy="4053840"/>
        </p:xfrm>
        <a:graphic>
          <a:graphicData uri="http://schemas.openxmlformats.org/drawingml/2006/table">
            <a:tbl>
              <a:tblPr/>
              <a:tblGrid>
                <a:gridCol w="487362">
                  <a:extLst>
                    <a:ext uri="{9D8B030D-6E8A-4147-A177-3AD203B41FA5}">
                      <a16:colId xmlns:a16="http://schemas.microsoft.com/office/drawing/2014/main" val="20000"/>
                    </a:ext>
                  </a:extLst>
                </a:gridCol>
                <a:gridCol w="2824163">
                  <a:extLst>
                    <a:ext uri="{9D8B030D-6E8A-4147-A177-3AD203B41FA5}">
                      <a16:colId xmlns:a16="http://schemas.microsoft.com/office/drawing/2014/main" val="20001"/>
                    </a:ext>
                  </a:extLst>
                </a:gridCol>
                <a:gridCol w="1620837">
                  <a:extLst>
                    <a:ext uri="{9D8B030D-6E8A-4147-A177-3AD203B41FA5}">
                      <a16:colId xmlns:a16="http://schemas.microsoft.com/office/drawing/2014/main" val="20002"/>
                    </a:ext>
                  </a:extLst>
                </a:gridCol>
                <a:gridCol w="1619250">
                  <a:extLst>
                    <a:ext uri="{9D8B030D-6E8A-4147-A177-3AD203B41FA5}">
                      <a16:colId xmlns:a16="http://schemas.microsoft.com/office/drawing/2014/main" val="20003"/>
                    </a:ext>
                  </a:extLst>
                </a:gridCol>
                <a:gridCol w="1620838">
                  <a:extLst>
                    <a:ext uri="{9D8B030D-6E8A-4147-A177-3AD203B41FA5}">
                      <a16:colId xmlns:a16="http://schemas.microsoft.com/office/drawing/2014/main" val="20004"/>
                    </a:ext>
                  </a:extLst>
                </a:gridCol>
              </a:tblGrid>
              <a:tr h="180975">
                <a:tc rowSpan="2">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dirty="0">
                          <a:ln>
                            <a:noFill/>
                          </a:ln>
                          <a:solidFill>
                            <a:schemeClr val="tx2"/>
                          </a:solidFill>
                          <a:effectLst/>
                          <a:latin typeface="+mn-lt"/>
                          <a:cs typeface="Times New Roman" pitchFamily="18" charset="0"/>
                        </a:rPr>
                        <a:t>TT</a:t>
                      </a:r>
                      <a:endParaRPr kumimoji="1" lang="en-US" sz="1600" b="0" i="0" u="none" strike="noStrike" cap="none" normalizeH="0" baseline="0" dirty="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dirty="0" err="1">
                          <a:ln>
                            <a:noFill/>
                          </a:ln>
                          <a:solidFill>
                            <a:schemeClr val="tx2"/>
                          </a:solidFill>
                          <a:effectLst/>
                          <a:latin typeface="+mn-lt"/>
                          <a:cs typeface="Times New Roman" pitchFamily="18" charset="0"/>
                        </a:rPr>
                        <a:t>Phân</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loại</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đường</a:t>
                      </a:r>
                      <a:endParaRPr kumimoji="1" lang="en-US" sz="1600" b="0" i="0" u="none" strike="noStrike" cap="none" normalizeH="0" baseline="0" dirty="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3">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Kết cấu mặt đường</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04813">
                <a:tc vMerge="1">
                  <a:txBody>
                    <a:bodyPr/>
                    <a:lstStyle/>
                    <a:p>
                      <a:endParaRPr lang="en-US"/>
                    </a:p>
                  </a:txBody>
                  <a:tcPr/>
                </a:tc>
                <a:tc vMerge="1">
                  <a:txBody>
                    <a:bodyPr/>
                    <a:lstStyle/>
                    <a:p>
                      <a:endParaRPr 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BTXM </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Bê tông nhựa</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Đá dăm láng nhựa, thấm nhập nhựa</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Đá dăm, cấp phối </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61975">
                <a:tc rowSpan="5">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3</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4">
                  <a:txBody>
                    <a:bodyPr/>
                    <a:lstStyle/>
                    <a:p>
                      <a:pPr marL="457200" marR="0" lvl="1" indent="0" algn="l" defTabSz="914400" rtl="0" eaLnBrk="1" fontAlgn="base" latinLnBrk="0" hangingPunct="1">
                        <a:lnSpc>
                          <a:spcPct val="100000"/>
                        </a:lnSpc>
                        <a:spcBef>
                          <a:spcPct val="0"/>
                        </a:spcBef>
                        <a:spcAft>
                          <a:spcPct val="0"/>
                        </a:spcAft>
                        <a:buClrTx/>
                        <a:buSzTx/>
                        <a:buFontTx/>
                        <a:buAutoNum type="arabicPeriod"/>
                        <a:tabLst>
                          <a:tab pos="185738" algn="l"/>
                          <a:tab pos="228600" algn="l"/>
                        </a:tabLst>
                      </a:pPr>
                      <a:r>
                        <a:rPr kumimoji="1" lang="en-US" sz="1600" b="0" i="0" u="none" strike="noStrike" cap="none" normalizeH="0" baseline="0">
                          <a:ln>
                            <a:noFill/>
                          </a:ln>
                          <a:solidFill>
                            <a:schemeClr val="tx2"/>
                          </a:solidFill>
                          <a:effectLst/>
                          <a:latin typeface="+mn-lt"/>
                          <a:cs typeface="Times New Roman" pitchFamily="18" charset="0"/>
                        </a:rPr>
                        <a:t>Loại xấu</a:t>
                      </a:r>
                    </a:p>
                    <a:p>
                      <a:pPr marL="0" marR="0" lvl="0" indent="0" algn="l" defTabSz="914400" rtl="0" eaLnBrk="0" fontAlgn="base" latinLnBrk="0" hangingPunct="0">
                        <a:lnSpc>
                          <a:spcPct val="100000"/>
                        </a:lnSpc>
                        <a:spcBef>
                          <a:spcPct val="0"/>
                        </a:spcBef>
                        <a:spcAft>
                          <a:spcPct val="0"/>
                        </a:spcAft>
                        <a:buClrTx/>
                        <a:buSzTx/>
                        <a:buFontTx/>
                        <a:buNone/>
                        <a:tabLst>
                          <a:tab pos="185738" algn="l"/>
                          <a:tab pos="228600" algn="l"/>
                        </a:tabLst>
                      </a:pPr>
                      <a:r>
                        <a:rPr kumimoji="1" lang="en-US" sz="1600" b="0" i="0" u="none" strike="noStrike" cap="none" normalizeH="0" baseline="0">
                          <a:ln>
                            <a:noFill/>
                          </a:ln>
                          <a:solidFill>
                            <a:schemeClr val="tx2"/>
                          </a:solidFill>
                          <a:effectLst/>
                          <a:latin typeface="+mn-lt"/>
                          <a:cs typeface="Times New Roman" pitchFamily="18" charset="0"/>
                        </a:rPr>
                        <a:t>Nền đường bị sạt taluy, lề đường bị lún lõm, mặt đường bị rạn nứt liên tục với bề rộng vệt nứt từ 0.3-3mm. Đồng thời có xuất hiện cao su, sình lún mặt đường với diện tích từ 0.6 - 1%</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304800">
                <a:tc vMerge="1">
                  <a:txBody>
                    <a:bodyPr/>
                    <a:lstStyle/>
                    <a:p>
                      <a:endParaRPr 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 Diện tích ổ gà, cóc gặm (tối đa)</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0.3 %</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1.0 %</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3.0 %</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0975">
                <a:tc vMerge="1">
                  <a:txBody>
                    <a:bodyPr/>
                    <a:lstStyle/>
                    <a:p>
                      <a:endParaRPr 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 Chỉ số IRI</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4</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IRI</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6</a:t>
                      </a:r>
                      <a:endParaRPr kumimoji="1" lang="en-US" sz="1600" b="0" i="0" u="none" strike="noStrike" cap="none" normalizeH="0" baseline="0">
                        <a:ln>
                          <a:noFill/>
                        </a:ln>
                        <a:solidFill>
                          <a:schemeClr val="tx2"/>
                        </a:solidFill>
                        <a:effectLst/>
                        <a:latin typeface="+mn-lt"/>
                        <a:cs typeface="Times New Roman" pitchFamily="18" charset="0"/>
                        <a:sym typeface="Symbol"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6</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IRI</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8</a:t>
                      </a:r>
                      <a:endParaRPr kumimoji="1" lang="en-US" sz="1600" b="0" i="0" u="none" strike="noStrike" cap="none" normalizeH="0" baseline="0">
                        <a:ln>
                          <a:noFill/>
                        </a:ln>
                        <a:solidFill>
                          <a:schemeClr val="tx2"/>
                        </a:solidFill>
                        <a:effectLst/>
                        <a:latin typeface="+mn-lt"/>
                        <a:cs typeface="Times New Roman" pitchFamily="18" charset="0"/>
                        <a:sym typeface="Symbol"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9</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IRI</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12</a:t>
                      </a:r>
                      <a:endParaRPr kumimoji="1" lang="en-US" sz="1600" b="0" i="0" u="none" strike="noStrike" cap="none" normalizeH="0" baseline="0">
                        <a:ln>
                          <a:noFill/>
                        </a:ln>
                        <a:solidFill>
                          <a:schemeClr val="tx2"/>
                        </a:solidFill>
                        <a:effectLst/>
                        <a:latin typeface="+mn-lt"/>
                        <a:cs typeface="Times New Roman" pitchFamily="18" charset="0"/>
                        <a:sym typeface="Symbol"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4800">
                <a:tc vMerge="1">
                  <a:txBody>
                    <a:bodyPr/>
                    <a:lstStyle/>
                    <a:p>
                      <a:endParaRPr 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 Cường độ (so với E</a:t>
                      </a:r>
                      <a:r>
                        <a:rPr kumimoji="1" lang="en-US" sz="1600" b="0" i="0" u="none" strike="noStrike" cap="none" normalizeH="0" baseline="-30000">
                          <a:ln>
                            <a:noFill/>
                          </a:ln>
                          <a:solidFill>
                            <a:schemeClr val="tx2"/>
                          </a:solidFill>
                          <a:effectLst/>
                          <a:latin typeface="+mn-lt"/>
                          <a:cs typeface="Times New Roman" pitchFamily="18" charset="0"/>
                        </a:rPr>
                        <a:t>yc</a:t>
                      </a:r>
                      <a:r>
                        <a:rPr kumimoji="1" lang="en-US" sz="1600" b="0" i="0" u="none" strike="noStrike" cap="none" normalizeH="0" baseline="0">
                          <a:ln>
                            <a:noFill/>
                          </a:ln>
                          <a:solidFill>
                            <a:schemeClr val="tx2"/>
                          </a:solidFill>
                          <a:effectLst/>
                          <a:latin typeface="+mn-lt"/>
                          <a:cs typeface="Times New Roman" pitchFamily="18" charset="0"/>
                        </a:rPr>
                        <a:t>)</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(80 - 89) %</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(80 - 89) %</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endParaRPr kumimoji="0"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04800">
                <a:tc vMerge="1">
                  <a:txBody>
                    <a:bodyPr/>
                    <a:lstStyle/>
                    <a:p>
                      <a:endParaRPr 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 Độ nhám (h</a:t>
                      </a:r>
                      <a:r>
                        <a:rPr kumimoji="1" lang="en-US" sz="1600" b="0" i="0" u="none" strike="noStrike" cap="none" normalizeH="0" baseline="-30000">
                          <a:ln>
                            <a:noFill/>
                          </a:ln>
                          <a:solidFill>
                            <a:schemeClr val="tx2"/>
                          </a:solidFill>
                          <a:effectLst/>
                          <a:latin typeface="+mn-lt"/>
                          <a:cs typeface="Times New Roman" pitchFamily="18" charset="0"/>
                        </a:rPr>
                        <a:t>tb</a:t>
                      </a:r>
                      <a:r>
                        <a:rPr kumimoji="1" lang="en-US" sz="1600" b="0" i="0" u="none" strike="noStrike" cap="none" normalizeH="0" baseline="0">
                          <a:ln>
                            <a:noFill/>
                          </a:ln>
                          <a:solidFill>
                            <a:schemeClr val="tx2"/>
                          </a:solidFill>
                          <a:effectLst/>
                          <a:latin typeface="+mn-lt"/>
                          <a:cs typeface="Times New Roman" pitchFamily="18" charset="0"/>
                        </a:rPr>
                        <a:t>) ứng với tốc độ 80</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V</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120 km/h</a:t>
                      </a:r>
                      <a:endParaRPr kumimoji="1" lang="en-US" sz="1600" b="0" i="0" u="none" strike="noStrike" cap="none" normalizeH="0" baseline="0">
                        <a:ln>
                          <a:noFill/>
                        </a:ln>
                        <a:solidFill>
                          <a:schemeClr val="tx2"/>
                        </a:solidFill>
                        <a:effectLst/>
                        <a:latin typeface="+mn-lt"/>
                        <a:cs typeface="Times New Roman" pitchFamily="18" charset="0"/>
                        <a:sym typeface="Symbol"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endParaRPr kumimoji="0"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endParaRPr kumimoji="0"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endParaRPr kumimoji="0" lang="en-US" sz="1600" b="0" i="0" u="none" strike="noStrike" cap="none" normalizeH="0" baseline="0" dirty="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5" name="Text Box 214"/>
          <p:cNvSpPr txBox="1">
            <a:spLocks noChangeArrowheads="1"/>
          </p:cNvSpPr>
          <p:nvPr/>
        </p:nvSpPr>
        <p:spPr bwMode="auto">
          <a:xfrm>
            <a:off x="152400" y="1219200"/>
            <a:ext cx="5678487"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666750" indent="-666750">
              <a:defRPr kumimoji="1" sz="2400">
                <a:solidFill>
                  <a:schemeClr val="tx1"/>
                </a:solidFill>
                <a:latin typeface="Times New Roman" pitchFamily="18" charset="0"/>
              </a:defRPr>
            </a:lvl1pPr>
            <a:lvl2pPr>
              <a:defRPr kumimoji="1" sz="2400">
                <a:solidFill>
                  <a:schemeClr val="tx1"/>
                </a:solidFill>
                <a:latin typeface="Times New Roman" pitchFamily="18" charset="0"/>
              </a:defRPr>
            </a:lvl2pPr>
            <a:lvl3pPr>
              <a:defRPr kumimoji="1" sz="2400">
                <a:solidFill>
                  <a:schemeClr val="tx1"/>
                </a:solidFill>
                <a:latin typeface="Times New Roman" pitchFamily="18" charset="0"/>
              </a:defRPr>
            </a:lvl3pPr>
            <a:lvl4pPr>
              <a:defRPr kumimoji="1" sz="2400">
                <a:solidFill>
                  <a:schemeClr val="tx1"/>
                </a:solidFill>
                <a:latin typeface="Times New Roman" pitchFamily="18" charset="0"/>
              </a:defRPr>
            </a:lvl4pPr>
            <a:lvl5pPr>
              <a:defRPr kumimoji="1" sz="2400">
                <a:solidFill>
                  <a:schemeClr val="tx1"/>
                </a:solidFill>
                <a:latin typeface="Times New Roman" pitchFamily="18" charset="0"/>
              </a:defRPr>
            </a:lvl5pPr>
            <a:lvl6pPr fontAlgn="base">
              <a:spcBef>
                <a:spcPct val="0"/>
              </a:spcBef>
              <a:spcAft>
                <a:spcPct val="0"/>
              </a:spcAft>
              <a:defRPr kumimoji="1" sz="2400">
                <a:solidFill>
                  <a:schemeClr val="tx1"/>
                </a:solidFill>
                <a:latin typeface="Times New Roman" pitchFamily="18" charset="0"/>
              </a:defRPr>
            </a:lvl6pPr>
            <a:lvl7pPr fontAlgn="base">
              <a:spcBef>
                <a:spcPct val="0"/>
              </a:spcBef>
              <a:spcAft>
                <a:spcPct val="0"/>
              </a:spcAft>
              <a:defRPr kumimoji="1" sz="2400">
                <a:solidFill>
                  <a:schemeClr val="tx1"/>
                </a:solidFill>
                <a:latin typeface="Times New Roman" pitchFamily="18" charset="0"/>
              </a:defRPr>
            </a:lvl7pPr>
            <a:lvl8pPr fontAlgn="base">
              <a:spcBef>
                <a:spcPct val="0"/>
              </a:spcBef>
              <a:spcAft>
                <a:spcPct val="0"/>
              </a:spcAft>
              <a:defRPr kumimoji="1" sz="2400">
                <a:solidFill>
                  <a:schemeClr val="tx1"/>
                </a:solidFill>
                <a:latin typeface="Times New Roman" pitchFamily="18" charset="0"/>
              </a:defRPr>
            </a:lvl8pPr>
            <a:lvl9pPr fontAlgn="base">
              <a:spcBef>
                <a:spcPct val="0"/>
              </a:spcBef>
              <a:spcAft>
                <a:spcPct val="0"/>
              </a:spcAft>
              <a:defRPr kumimoji="1" sz="2400">
                <a:solidFill>
                  <a:schemeClr val="tx1"/>
                </a:solidFill>
                <a:latin typeface="Times New Roman" pitchFamily="18" charset="0"/>
              </a:defRPr>
            </a:lvl9pPr>
          </a:lstStyle>
          <a:p>
            <a:pPr>
              <a:spcBef>
                <a:spcPct val="50000"/>
              </a:spcBef>
              <a:buFont typeface="Wingdings" pitchFamily="2" charset="2"/>
              <a:buNone/>
            </a:pPr>
            <a:r>
              <a:rPr kumimoji="0" lang="en-US" sz="2200" b="1" dirty="0" err="1">
                <a:solidFill>
                  <a:schemeClr val="tx2"/>
                </a:solidFill>
                <a:latin typeface="+mn-lt"/>
              </a:rPr>
              <a:t>Phân</a:t>
            </a:r>
            <a:r>
              <a:rPr kumimoji="0" lang="en-US" sz="2200" b="1" dirty="0">
                <a:solidFill>
                  <a:schemeClr val="tx2"/>
                </a:solidFill>
                <a:latin typeface="+mn-lt"/>
              </a:rPr>
              <a:t> </a:t>
            </a:r>
            <a:r>
              <a:rPr kumimoji="0" lang="en-US" sz="2200" b="1" dirty="0" err="1">
                <a:solidFill>
                  <a:schemeClr val="tx2"/>
                </a:solidFill>
                <a:latin typeface="+mn-lt"/>
              </a:rPr>
              <a:t>loại</a:t>
            </a:r>
            <a:r>
              <a:rPr kumimoji="0" lang="en-US" sz="2200" b="1" dirty="0">
                <a:solidFill>
                  <a:schemeClr val="tx2"/>
                </a:solidFill>
                <a:latin typeface="+mn-lt"/>
              </a:rPr>
              <a:t> </a:t>
            </a:r>
            <a:r>
              <a:rPr kumimoji="0" lang="en-US" sz="2200" b="1" dirty="0" err="1">
                <a:solidFill>
                  <a:schemeClr val="tx2"/>
                </a:solidFill>
                <a:latin typeface="+mn-lt"/>
              </a:rPr>
              <a:t>chất</a:t>
            </a:r>
            <a:r>
              <a:rPr kumimoji="0" lang="en-US" sz="2200" b="1" dirty="0">
                <a:solidFill>
                  <a:schemeClr val="tx2"/>
                </a:solidFill>
                <a:latin typeface="+mn-lt"/>
              </a:rPr>
              <a:t> </a:t>
            </a:r>
            <a:r>
              <a:rPr kumimoji="0" lang="en-US" sz="2200" b="1" dirty="0" err="1">
                <a:solidFill>
                  <a:schemeClr val="tx2"/>
                </a:solidFill>
                <a:latin typeface="+mn-lt"/>
              </a:rPr>
              <a:t>lượng</a:t>
            </a:r>
            <a:r>
              <a:rPr kumimoji="0" lang="en-US" sz="2200" b="1" dirty="0">
                <a:solidFill>
                  <a:schemeClr val="tx2"/>
                </a:solidFill>
                <a:latin typeface="+mn-lt"/>
              </a:rPr>
              <a:t> </a:t>
            </a:r>
            <a:r>
              <a:rPr kumimoji="0" lang="en-US" sz="2200" b="1" dirty="0" err="1">
                <a:solidFill>
                  <a:schemeClr val="tx2"/>
                </a:solidFill>
                <a:latin typeface="+mn-lt"/>
              </a:rPr>
              <a:t>mặt</a:t>
            </a:r>
            <a:r>
              <a:rPr kumimoji="0" lang="en-US" sz="2200" b="1" dirty="0">
                <a:solidFill>
                  <a:schemeClr val="tx2"/>
                </a:solidFill>
                <a:latin typeface="+mn-lt"/>
              </a:rPr>
              <a:t> </a:t>
            </a:r>
            <a:r>
              <a:rPr kumimoji="0" lang="en-US" sz="2200" b="1" dirty="0" err="1">
                <a:solidFill>
                  <a:schemeClr val="tx2"/>
                </a:solidFill>
                <a:latin typeface="+mn-lt"/>
              </a:rPr>
              <a:t>đường</a:t>
            </a:r>
            <a:endParaRPr kumimoji="0" lang="en-US" sz="2200" b="1" dirty="0">
              <a:solidFill>
                <a:schemeClr val="tx2"/>
              </a:solidFill>
              <a:latin typeface="+mn-lt"/>
            </a:endParaRPr>
          </a:p>
        </p:txBody>
      </p:sp>
      <p:sp>
        <p:nvSpPr>
          <p:cNvPr id="6" name="Rectangle 5"/>
          <p:cNvSpPr/>
          <p:nvPr/>
        </p:nvSpPr>
        <p:spPr>
          <a:xfrm>
            <a:off x="228600" y="438666"/>
            <a:ext cx="7696200" cy="400110"/>
          </a:xfrm>
          <a:prstGeom prst="rect">
            <a:avLst/>
          </a:prstGeom>
        </p:spPr>
        <p:txBody>
          <a:bodyPr wrap="square">
            <a:spAutoFit/>
          </a:bodyPr>
          <a:lstStyle/>
          <a:p>
            <a:pPr>
              <a:spcBef>
                <a:spcPct val="50000"/>
              </a:spcBef>
            </a:pPr>
            <a:r>
              <a:rPr lang="en-US" sz="2000" b="1" dirty="0" err="1">
                <a:solidFill>
                  <a:srgbClr val="FF0000"/>
                </a:solidFill>
              </a:rPr>
              <a:t>Đặc</a:t>
            </a:r>
            <a:r>
              <a:rPr lang="en-US" sz="2000" b="1" dirty="0">
                <a:solidFill>
                  <a:srgbClr val="FF0000"/>
                </a:solidFill>
              </a:rPr>
              <a:t> </a:t>
            </a:r>
            <a:r>
              <a:rPr lang="en-US" sz="2000" b="1" dirty="0" err="1">
                <a:solidFill>
                  <a:srgbClr val="FF0000"/>
                </a:solidFill>
              </a:rPr>
              <a:t>trưng</a:t>
            </a:r>
            <a:r>
              <a:rPr lang="en-US" sz="2000" b="1" dirty="0">
                <a:solidFill>
                  <a:srgbClr val="FF0000"/>
                </a:solidFill>
              </a:rPr>
              <a:t> </a:t>
            </a:r>
            <a:r>
              <a:rPr lang="en-US" sz="2000" b="1" dirty="0" err="1">
                <a:solidFill>
                  <a:srgbClr val="FF0000"/>
                </a:solidFill>
              </a:rPr>
              <a:t>khai</a:t>
            </a:r>
            <a:r>
              <a:rPr lang="en-US" sz="2000" b="1" dirty="0">
                <a:solidFill>
                  <a:srgbClr val="FF0000"/>
                </a:solidFill>
              </a:rPr>
              <a:t> </a:t>
            </a:r>
            <a:r>
              <a:rPr lang="en-US" sz="2000" b="1" dirty="0" err="1">
                <a:solidFill>
                  <a:srgbClr val="FF0000"/>
                </a:solidFill>
              </a:rPr>
              <a:t>thác</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 </a:t>
            </a:r>
            <a:r>
              <a:rPr lang="en-US" sz="2000" b="1" dirty="0" err="1">
                <a:solidFill>
                  <a:srgbClr val="FF0000"/>
                </a:solidFill>
              </a:rPr>
              <a:t>tiêu</a:t>
            </a:r>
            <a:r>
              <a:rPr lang="en-US" sz="2000" b="1" dirty="0">
                <a:solidFill>
                  <a:srgbClr val="FF0000"/>
                </a:solidFill>
              </a:rPr>
              <a:t> </a:t>
            </a:r>
            <a:r>
              <a:rPr lang="en-US" sz="2000" b="1" dirty="0" err="1">
                <a:solidFill>
                  <a:srgbClr val="FF0000"/>
                </a:solidFill>
              </a:rPr>
              <a:t>chuẩn</a:t>
            </a:r>
            <a:r>
              <a:rPr lang="en-US" sz="2000" b="1" dirty="0">
                <a:solidFill>
                  <a:srgbClr val="FF0000"/>
                </a:solidFill>
              </a:rPr>
              <a:t> </a:t>
            </a:r>
            <a:r>
              <a:rPr lang="en-US" sz="2000" b="1" dirty="0" err="1">
                <a:solidFill>
                  <a:srgbClr val="FF0000"/>
                </a:solidFill>
              </a:rPr>
              <a:t>Việt</a:t>
            </a:r>
            <a:r>
              <a:rPr lang="en-US" sz="2000" b="1" dirty="0">
                <a:solidFill>
                  <a:srgbClr val="FF0000"/>
                </a:solidFill>
              </a:rPr>
              <a:t> Nam </a:t>
            </a:r>
            <a:r>
              <a:rPr lang="en-US" sz="2000" b="1" dirty="0" err="1">
                <a:solidFill>
                  <a:srgbClr val="FF0000"/>
                </a:solidFill>
              </a:rPr>
              <a:t>hiện</a:t>
            </a:r>
            <a:r>
              <a:rPr lang="en-US" sz="2000" b="1" dirty="0">
                <a:solidFill>
                  <a:srgbClr val="FF0000"/>
                </a:solidFill>
              </a:rPr>
              <a:t> </a:t>
            </a:r>
            <a:r>
              <a:rPr lang="en-US" sz="2000" b="1" dirty="0" err="1">
                <a:solidFill>
                  <a:srgbClr val="FF0000"/>
                </a:solidFill>
              </a:rPr>
              <a:t>hành</a:t>
            </a:r>
            <a:endParaRPr lang="en-US" sz="2000" b="1" dirty="0">
              <a:solidFill>
                <a:srgbClr val="FF0000"/>
              </a:solidFill>
            </a:endParaRPr>
          </a:p>
        </p:txBody>
      </p:sp>
    </p:spTree>
    <p:extLst>
      <p:ext uri="{BB962C8B-B14F-4D97-AF65-F5344CB8AC3E}">
        <p14:creationId xmlns:p14="http://schemas.microsoft.com/office/powerpoint/2010/main" val="1457878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Slide Number Placeholder 4"/>
          <p:cNvSpPr>
            <a:spLocks noGrp="1"/>
          </p:cNvSpPr>
          <p:nvPr>
            <p:ph type="sldNum" sz="quarter" idx="12"/>
          </p:nvPr>
        </p:nvSpPr>
        <p:spPr/>
        <p:txBody>
          <a:bodyPr/>
          <a:lstStyle/>
          <a:p>
            <a:fld id="{98CA24EA-9DE4-40AE-A9F0-8CBF661896DC}" type="slidenum">
              <a:rPr lang="en-US"/>
              <a:pPr/>
              <a:t>43</a:t>
            </a:fld>
            <a:endParaRPr lang="en-US"/>
          </a:p>
        </p:txBody>
      </p:sp>
      <p:graphicFrame>
        <p:nvGraphicFramePr>
          <p:cNvPr id="615427" name="Group 3"/>
          <p:cNvGraphicFramePr>
            <a:graphicFrameLocks noGrp="1"/>
          </p:cNvGraphicFramePr>
          <p:nvPr>
            <p:ph/>
            <p:extLst>
              <p:ext uri="{D42A27DB-BD31-4B8C-83A1-F6EECF244321}">
                <p14:modId xmlns:p14="http://schemas.microsoft.com/office/powerpoint/2010/main" val="860199587"/>
              </p:ext>
            </p:extLst>
          </p:nvPr>
        </p:nvGraphicFramePr>
        <p:xfrm>
          <a:off x="504825" y="1981200"/>
          <a:ext cx="8172450" cy="4053840"/>
        </p:xfrm>
        <a:graphic>
          <a:graphicData uri="http://schemas.openxmlformats.org/drawingml/2006/table">
            <a:tbl>
              <a:tblPr/>
              <a:tblGrid>
                <a:gridCol w="487362">
                  <a:extLst>
                    <a:ext uri="{9D8B030D-6E8A-4147-A177-3AD203B41FA5}">
                      <a16:colId xmlns:a16="http://schemas.microsoft.com/office/drawing/2014/main" val="20000"/>
                    </a:ext>
                  </a:extLst>
                </a:gridCol>
                <a:gridCol w="2824163">
                  <a:extLst>
                    <a:ext uri="{9D8B030D-6E8A-4147-A177-3AD203B41FA5}">
                      <a16:colId xmlns:a16="http://schemas.microsoft.com/office/drawing/2014/main" val="20001"/>
                    </a:ext>
                  </a:extLst>
                </a:gridCol>
                <a:gridCol w="1620837">
                  <a:extLst>
                    <a:ext uri="{9D8B030D-6E8A-4147-A177-3AD203B41FA5}">
                      <a16:colId xmlns:a16="http://schemas.microsoft.com/office/drawing/2014/main" val="20002"/>
                    </a:ext>
                  </a:extLst>
                </a:gridCol>
                <a:gridCol w="1619250">
                  <a:extLst>
                    <a:ext uri="{9D8B030D-6E8A-4147-A177-3AD203B41FA5}">
                      <a16:colId xmlns:a16="http://schemas.microsoft.com/office/drawing/2014/main" val="20003"/>
                    </a:ext>
                  </a:extLst>
                </a:gridCol>
                <a:gridCol w="1620838">
                  <a:extLst>
                    <a:ext uri="{9D8B030D-6E8A-4147-A177-3AD203B41FA5}">
                      <a16:colId xmlns:a16="http://schemas.microsoft.com/office/drawing/2014/main" val="20004"/>
                    </a:ext>
                  </a:extLst>
                </a:gridCol>
              </a:tblGrid>
              <a:tr h="180975">
                <a:tc rowSpan="2">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TT</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Phân loại đường</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3">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Kết cấu mặt đường</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04813">
                <a:tc vMerge="1">
                  <a:txBody>
                    <a:bodyPr/>
                    <a:lstStyle/>
                    <a:p>
                      <a:endParaRPr lang="en-US"/>
                    </a:p>
                  </a:txBody>
                  <a:tcPr/>
                </a:tc>
                <a:tc vMerge="1">
                  <a:txBody>
                    <a:bodyPr/>
                    <a:lstStyle/>
                    <a:p>
                      <a:endParaRPr 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BTXM </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Bê tông nhựa</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Đá dăm láng nhựa, thấm nhập nhựa</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Đá dăm, cấp phối </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61975">
                <a:tc rowSpan="5">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3</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4">
                  <a:txBody>
                    <a:bodyPr/>
                    <a:lstStyle/>
                    <a:p>
                      <a:pPr marL="457200" marR="0" lvl="1" indent="0" algn="l" defTabSz="914400" rtl="0" eaLnBrk="1" fontAlgn="base" latinLnBrk="0" hangingPunct="1">
                        <a:lnSpc>
                          <a:spcPct val="100000"/>
                        </a:lnSpc>
                        <a:spcBef>
                          <a:spcPct val="0"/>
                        </a:spcBef>
                        <a:spcAft>
                          <a:spcPct val="0"/>
                        </a:spcAft>
                        <a:buClrTx/>
                        <a:buSzTx/>
                        <a:buFontTx/>
                        <a:buAutoNum type="arabicPeriod"/>
                        <a:tabLst>
                          <a:tab pos="185738" algn="l"/>
                          <a:tab pos="228600" algn="l"/>
                        </a:tabLst>
                      </a:pPr>
                      <a:r>
                        <a:rPr kumimoji="1" lang="en-US" sz="1600" b="0" i="0" u="none" strike="noStrike" cap="none" normalizeH="0" baseline="0">
                          <a:ln>
                            <a:noFill/>
                          </a:ln>
                          <a:solidFill>
                            <a:schemeClr val="tx2"/>
                          </a:solidFill>
                          <a:effectLst/>
                          <a:latin typeface="+mn-lt"/>
                          <a:cs typeface="Times New Roman" pitchFamily="18" charset="0"/>
                        </a:rPr>
                        <a:t>Loại xấu</a:t>
                      </a:r>
                    </a:p>
                    <a:p>
                      <a:pPr marL="0" marR="0" lvl="0" indent="0" algn="l" defTabSz="914400" rtl="0" eaLnBrk="0" fontAlgn="base" latinLnBrk="0" hangingPunct="0">
                        <a:lnSpc>
                          <a:spcPct val="100000"/>
                        </a:lnSpc>
                        <a:spcBef>
                          <a:spcPct val="0"/>
                        </a:spcBef>
                        <a:spcAft>
                          <a:spcPct val="0"/>
                        </a:spcAft>
                        <a:buClrTx/>
                        <a:buSzTx/>
                        <a:buFontTx/>
                        <a:buNone/>
                        <a:tabLst>
                          <a:tab pos="185738" algn="l"/>
                          <a:tab pos="228600" algn="l"/>
                        </a:tabLst>
                      </a:pPr>
                      <a:r>
                        <a:rPr kumimoji="1" lang="en-US" sz="1600" b="0" i="0" u="none" strike="noStrike" cap="none" normalizeH="0" baseline="0">
                          <a:ln>
                            <a:noFill/>
                          </a:ln>
                          <a:solidFill>
                            <a:schemeClr val="tx2"/>
                          </a:solidFill>
                          <a:effectLst/>
                          <a:latin typeface="+mn-lt"/>
                          <a:cs typeface="Times New Roman" pitchFamily="18" charset="0"/>
                        </a:rPr>
                        <a:t>Nền đường bị sạt taluy, lề đường bị lún lõm, mặt đường bị rạn nứt liên tục với bề rộng vệt nứt từ 0.3-3mm. Đồng thời có xuất hiện cao su, sình lún mặt đường với diện tích từ 0.6 - 1%</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304800">
                <a:tc vMerge="1">
                  <a:txBody>
                    <a:bodyPr/>
                    <a:lstStyle/>
                    <a:p>
                      <a:endParaRPr 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 Diện tích ổ gà, cóc gặm (tối đa)</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0.3 %</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1.0 %</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3.0 %</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0975">
                <a:tc vMerge="1">
                  <a:txBody>
                    <a:bodyPr/>
                    <a:lstStyle/>
                    <a:p>
                      <a:endParaRPr 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 Chỉ số IRI</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4</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IRI</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6</a:t>
                      </a:r>
                      <a:endParaRPr kumimoji="1" lang="en-US" sz="1600" b="0" i="0" u="none" strike="noStrike" cap="none" normalizeH="0" baseline="0">
                        <a:ln>
                          <a:noFill/>
                        </a:ln>
                        <a:solidFill>
                          <a:schemeClr val="tx2"/>
                        </a:solidFill>
                        <a:effectLst/>
                        <a:latin typeface="+mn-lt"/>
                        <a:cs typeface="Times New Roman" pitchFamily="18" charset="0"/>
                        <a:sym typeface="Symbol"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6</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IRI</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8</a:t>
                      </a:r>
                      <a:endParaRPr kumimoji="1" lang="en-US" sz="1600" b="0" i="0" u="none" strike="noStrike" cap="none" normalizeH="0" baseline="0">
                        <a:ln>
                          <a:noFill/>
                        </a:ln>
                        <a:solidFill>
                          <a:schemeClr val="tx2"/>
                        </a:solidFill>
                        <a:effectLst/>
                        <a:latin typeface="+mn-lt"/>
                        <a:cs typeface="Times New Roman" pitchFamily="18" charset="0"/>
                        <a:sym typeface="Symbol"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9</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IRI</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12</a:t>
                      </a:r>
                      <a:endParaRPr kumimoji="1" lang="en-US" sz="1600" b="0" i="0" u="none" strike="noStrike" cap="none" normalizeH="0" baseline="0">
                        <a:ln>
                          <a:noFill/>
                        </a:ln>
                        <a:solidFill>
                          <a:schemeClr val="tx2"/>
                        </a:solidFill>
                        <a:effectLst/>
                        <a:latin typeface="+mn-lt"/>
                        <a:cs typeface="Times New Roman" pitchFamily="18" charset="0"/>
                        <a:sym typeface="Symbol"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4800">
                <a:tc vMerge="1">
                  <a:txBody>
                    <a:bodyPr/>
                    <a:lstStyle/>
                    <a:p>
                      <a:endParaRPr 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 Cường độ (so với E</a:t>
                      </a:r>
                      <a:r>
                        <a:rPr kumimoji="1" lang="en-US" sz="1600" b="0" i="0" u="none" strike="noStrike" cap="none" normalizeH="0" baseline="-30000">
                          <a:ln>
                            <a:noFill/>
                          </a:ln>
                          <a:solidFill>
                            <a:schemeClr val="tx2"/>
                          </a:solidFill>
                          <a:effectLst/>
                          <a:latin typeface="+mn-lt"/>
                          <a:cs typeface="Times New Roman" pitchFamily="18" charset="0"/>
                        </a:rPr>
                        <a:t>yc</a:t>
                      </a:r>
                      <a:r>
                        <a:rPr kumimoji="1" lang="en-US" sz="1600" b="0" i="0" u="none" strike="noStrike" cap="none" normalizeH="0" baseline="0">
                          <a:ln>
                            <a:noFill/>
                          </a:ln>
                          <a:solidFill>
                            <a:schemeClr val="tx2"/>
                          </a:solidFill>
                          <a:effectLst/>
                          <a:latin typeface="+mn-lt"/>
                          <a:cs typeface="Times New Roman" pitchFamily="18" charset="0"/>
                        </a:rPr>
                        <a:t>)</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(80 - 89) %</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(80 - 89) %</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endParaRPr kumimoji="0"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04800">
                <a:tc vMerge="1">
                  <a:txBody>
                    <a:bodyPr/>
                    <a:lstStyle/>
                    <a:p>
                      <a:endParaRPr 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 Độ nhám (h</a:t>
                      </a:r>
                      <a:r>
                        <a:rPr kumimoji="1" lang="en-US" sz="1600" b="0" i="0" u="none" strike="noStrike" cap="none" normalizeH="0" baseline="-30000">
                          <a:ln>
                            <a:noFill/>
                          </a:ln>
                          <a:solidFill>
                            <a:schemeClr val="tx2"/>
                          </a:solidFill>
                          <a:effectLst/>
                          <a:latin typeface="+mn-lt"/>
                          <a:cs typeface="Times New Roman" pitchFamily="18" charset="0"/>
                        </a:rPr>
                        <a:t>tb</a:t>
                      </a:r>
                      <a:r>
                        <a:rPr kumimoji="1" lang="en-US" sz="1600" b="0" i="0" u="none" strike="noStrike" cap="none" normalizeH="0" baseline="0">
                          <a:ln>
                            <a:noFill/>
                          </a:ln>
                          <a:solidFill>
                            <a:schemeClr val="tx2"/>
                          </a:solidFill>
                          <a:effectLst/>
                          <a:latin typeface="+mn-lt"/>
                          <a:cs typeface="Times New Roman" pitchFamily="18" charset="0"/>
                        </a:rPr>
                        <a:t>) ứng với tốc độ 80</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V</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120 km/h</a:t>
                      </a:r>
                      <a:endParaRPr kumimoji="1" lang="en-US" sz="1600" b="0" i="0" u="none" strike="noStrike" cap="none" normalizeH="0" baseline="0">
                        <a:ln>
                          <a:noFill/>
                        </a:ln>
                        <a:solidFill>
                          <a:schemeClr val="tx2"/>
                        </a:solidFill>
                        <a:effectLst/>
                        <a:latin typeface="+mn-lt"/>
                        <a:cs typeface="Times New Roman" pitchFamily="18" charset="0"/>
                        <a:sym typeface="Symbol"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endParaRPr kumimoji="0"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endParaRPr kumimoji="0"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endParaRPr kumimoji="0" lang="en-US" sz="1600" b="0" i="0" u="none" strike="noStrike" cap="none" normalizeH="0" baseline="0" dirty="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5" name="Text Box 214"/>
          <p:cNvSpPr txBox="1">
            <a:spLocks noChangeArrowheads="1"/>
          </p:cNvSpPr>
          <p:nvPr/>
        </p:nvSpPr>
        <p:spPr bwMode="auto">
          <a:xfrm>
            <a:off x="152400" y="1219200"/>
            <a:ext cx="5678487"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666750" indent="-666750">
              <a:defRPr kumimoji="1" sz="2400">
                <a:solidFill>
                  <a:schemeClr val="tx1"/>
                </a:solidFill>
                <a:latin typeface="Times New Roman" pitchFamily="18" charset="0"/>
              </a:defRPr>
            </a:lvl1pPr>
            <a:lvl2pPr>
              <a:defRPr kumimoji="1" sz="2400">
                <a:solidFill>
                  <a:schemeClr val="tx1"/>
                </a:solidFill>
                <a:latin typeface="Times New Roman" pitchFamily="18" charset="0"/>
              </a:defRPr>
            </a:lvl2pPr>
            <a:lvl3pPr>
              <a:defRPr kumimoji="1" sz="2400">
                <a:solidFill>
                  <a:schemeClr val="tx1"/>
                </a:solidFill>
                <a:latin typeface="Times New Roman" pitchFamily="18" charset="0"/>
              </a:defRPr>
            </a:lvl3pPr>
            <a:lvl4pPr>
              <a:defRPr kumimoji="1" sz="2400">
                <a:solidFill>
                  <a:schemeClr val="tx1"/>
                </a:solidFill>
                <a:latin typeface="Times New Roman" pitchFamily="18" charset="0"/>
              </a:defRPr>
            </a:lvl4pPr>
            <a:lvl5pPr>
              <a:defRPr kumimoji="1" sz="2400">
                <a:solidFill>
                  <a:schemeClr val="tx1"/>
                </a:solidFill>
                <a:latin typeface="Times New Roman" pitchFamily="18" charset="0"/>
              </a:defRPr>
            </a:lvl5pPr>
            <a:lvl6pPr fontAlgn="base">
              <a:spcBef>
                <a:spcPct val="0"/>
              </a:spcBef>
              <a:spcAft>
                <a:spcPct val="0"/>
              </a:spcAft>
              <a:defRPr kumimoji="1" sz="2400">
                <a:solidFill>
                  <a:schemeClr val="tx1"/>
                </a:solidFill>
                <a:latin typeface="Times New Roman" pitchFamily="18" charset="0"/>
              </a:defRPr>
            </a:lvl6pPr>
            <a:lvl7pPr fontAlgn="base">
              <a:spcBef>
                <a:spcPct val="0"/>
              </a:spcBef>
              <a:spcAft>
                <a:spcPct val="0"/>
              </a:spcAft>
              <a:defRPr kumimoji="1" sz="2400">
                <a:solidFill>
                  <a:schemeClr val="tx1"/>
                </a:solidFill>
                <a:latin typeface="Times New Roman" pitchFamily="18" charset="0"/>
              </a:defRPr>
            </a:lvl7pPr>
            <a:lvl8pPr fontAlgn="base">
              <a:spcBef>
                <a:spcPct val="0"/>
              </a:spcBef>
              <a:spcAft>
                <a:spcPct val="0"/>
              </a:spcAft>
              <a:defRPr kumimoji="1" sz="2400">
                <a:solidFill>
                  <a:schemeClr val="tx1"/>
                </a:solidFill>
                <a:latin typeface="Times New Roman" pitchFamily="18" charset="0"/>
              </a:defRPr>
            </a:lvl8pPr>
            <a:lvl9pPr fontAlgn="base">
              <a:spcBef>
                <a:spcPct val="0"/>
              </a:spcBef>
              <a:spcAft>
                <a:spcPct val="0"/>
              </a:spcAft>
              <a:defRPr kumimoji="1" sz="2400">
                <a:solidFill>
                  <a:schemeClr val="tx1"/>
                </a:solidFill>
                <a:latin typeface="Times New Roman" pitchFamily="18" charset="0"/>
              </a:defRPr>
            </a:lvl9pPr>
          </a:lstStyle>
          <a:p>
            <a:pPr>
              <a:spcBef>
                <a:spcPct val="50000"/>
              </a:spcBef>
              <a:buFont typeface="Wingdings" pitchFamily="2" charset="2"/>
              <a:buNone/>
            </a:pPr>
            <a:r>
              <a:rPr kumimoji="0" lang="en-US" sz="2200" b="1" dirty="0" err="1">
                <a:solidFill>
                  <a:schemeClr val="tx2"/>
                </a:solidFill>
                <a:latin typeface="+mn-lt"/>
              </a:rPr>
              <a:t>Phân</a:t>
            </a:r>
            <a:r>
              <a:rPr kumimoji="0" lang="en-US" sz="2200" b="1" dirty="0">
                <a:solidFill>
                  <a:schemeClr val="tx2"/>
                </a:solidFill>
                <a:latin typeface="+mn-lt"/>
              </a:rPr>
              <a:t> </a:t>
            </a:r>
            <a:r>
              <a:rPr kumimoji="0" lang="en-US" sz="2200" b="1" dirty="0" err="1">
                <a:solidFill>
                  <a:schemeClr val="tx2"/>
                </a:solidFill>
                <a:latin typeface="+mn-lt"/>
              </a:rPr>
              <a:t>loại</a:t>
            </a:r>
            <a:r>
              <a:rPr kumimoji="0" lang="en-US" sz="2200" b="1" dirty="0">
                <a:solidFill>
                  <a:schemeClr val="tx2"/>
                </a:solidFill>
                <a:latin typeface="+mn-lt"/>
              </a:rPr>
              <a:t> </a:t>
            </a:r>
            <a:r>
              <a:rPr kumimoji="0" lang="en-US" sz="2200" b="1" dirty="0" err="1">
                <a:solidFill>
                  <a:schemeClr val="tx2"/>
                </a:solidFill>
                <a:latin typeface="+mn-lt"/>
              </a:rPr>
              <a:t>chất</a:t>
            </a:r>
            <a:r>
              <a:rPr kumimoji="0" lang="en-US" sz="2200" b="1" dirty="0">
                <a:solidFill>
                  <a:schemeClr val="tx2"/>
                </a:solidFill>
                <a:latin typeface="+mn-lt"/>
              </a:rPr>
              <a:t> </a:t>
            </a:r>
            <a:r>
              <a:rPr kumimoji="0" lang="en-US" sz="2200" b="1" dirty="0" err="1">
                <a:solidFill>
                  <a:schemeClr val="tx2"/>
                </a:solidFill>
                <a:latin typeface="+mn-lt"/>
              </a:rPr>
              <a:t>lượng</a:t>
            </a:r>
            <a:r>
              <a:rPr kumimoji="0" lang="en-US" sz="2200" b="1" dirty="0">
                <a:solidFill>
                  <a:schemeClr val="tx2"/>
                </a:solidFill>
                <a:latin typeface="+mn-lt"/>
              </a:rPr>
              <a:t> </a:t>
            </a:r>
            <a:r>
              <a:rPr kumimoji="0" lang="en-US" sz="2200" b="1" dirty="0" err="1">
                <a:solidFill>
                  <a:schemeClr val="tx2"/>
                </a:solidFill>
                <a:latin typeface="+mn-lt"/>
              </a:rPr>
              <a:t>mặt</a:t>
            </a:r>
            <a:r>
              <a:rPr kumimoji="0" lang="en-US" sz="2200" b="1" dirty="0">
                <a:solidFill>
                  <a:schemeClr val="tx2"/>
                </a:solidFill>
                <a:latin typeface="+mn-lt"/>
              </a:rPr>
              <a:t> </a:t>
            </a:r>
            <a:r>
              <a:rPr kumimoji="0" lang="en-US" sz="2200" b="1" dirty="0" err="1">
                <a:solidFill>
                  <a:schemeClr val="tx2"/>
                </a:solidFill>
                <a:latin typeface="+mn-lt"/>
              </a:rPr>
              <a:t>đường</a:t>
            </a:r>
            <a:endParaRPr kumimoji="0" lang="en-US" sz="2200" b="1" dirty="0">
              <a:solidFill>
                <a:schemeClr val="tx2"/>
              </a:solidFill>
              <a:latin typeface="+mn-lt"/>
            </a:endParaRPr>
          </a:p>
        </p:txBody>
      </p:sp>
      <p:sp>
        <p:nvSpPr>
          <p:cNvPr id="6" name="Rectangle 5"/>
          <p:cNvSpPr/>
          <p:nvPr/>
        </p:nvSpPr>
        <p:spPr>
          <a:xfrm>
            <a:off x="228600" y="438666"/>
            <a:ext cx="7696200" cy="400110"/>
          </a:xfrm>
          <a:prstGeom prst="rect">
            <a:avLst/>
          </a:prstGeom>
        </p:spPr>
        <p:txBody>
          <a:bodyPr wrap="square">
            <a:spAutoFit/>
          </a:bodyPr>
          <a:lstStyle/>
          <a:p>
            <a:pPr>
              <a:spcBef>
                <a:spcPct val="50000"/>
              </a:spcBef>
            </a:pPr>
            <a:r>
              <a:rPr lang="en-US" sz="2000" b="1" dirty="0" err="1">
                <a:solidFill>
                  <a:srgbClr val="FF0000"/>
                </a:solidFill>
              </a:rPr>
              <a:t>Đặc</a:t>
            </a:r>
            <a:r>
              <a:rPr lang="en-US" sz="2000" b="1" dirty="0">
                <a:solidFill>
                  <a:srgbClr val="FF0000"/>
                </a:solidFill>
              </a:rPr>
              <a:t> </a:t>
            </a:r>
            <a:r>
              <a:rPr lang="en-US" sz="2000" b="1" dirty="0" err="1">
                <a:solidFill>
                  <a:srgbClr val="FF0000"/>
                </a:solidFill>
              </a:rPr>
              <a:t>trưng</a:t>
            </a:r>
            <a:r>
              <a:rPr lang="en-US" sz="2000" b="1" dirty="0">
                <a:solidFill>
                  <a:srgbClr val="FF0000"/>
                </a:solidFill>
              </a:rPr>
              <a:t> </a:t>
            </a:r>
            <a:r>
              <a:rPr lang="en-US" sz="2000" b="1" dirty="0" err="1">
                <a:solidFill>
                  <a:srgbClr val="FF0000"/>
                </a:solidFill>
              </a:rPr>
              <a:t>khai</a:t>
            </a:r>
            <a:r>
              <a:rPr lang="en-US" sz="2000" b="1" dirty="0">
                <a:solidFill>
                  <a:srgbClr val="FF0000"/>
                </a:solidFill>
              </a:rPr>
              <a:t> </a:t>
            </a:r>
            <a:r>
              <a:rPr lang="en-US" sz="2000" b="1" dirty="0" err="1">
                <a:solidFill>
                  <a:srgbClr val="FF0000"/>
                </a:solidFill>
              </a:rPr>
              <a:t>thác</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 </a:t>
            </a:r>
            <a:r>
              <a:rPr lang="en-US" sz="2000" b="1" dirty="0" err="1">
                <a:solidFill>
                  <a:srgbClr val="FF0000"/>
                </a:solidFill>
              </a:rPr>
              <a:t>tiêu</a:t>
            </a:r>
            <a:r>
              <a:rPr lang="en-US" sz="2000" b="1" dirty="0">
                <a:solidFill>
                  <a:srgbClr val="FF0000"/>
                </a:solidFill>
              </a:rPr>
              <a:t> </a:t>
            </a:r>
            <a:r>
              <a:rPr lang="en-US" sz="2000" b="1" dirty="0" err="1">
                <a:solidFill>
                  <a:srgbClr val="FF0000"/>
                </a:solidFill>
              </a:rPr>
              <a:t>chuẩn</a:t>
            </a:r>
            <a:r>
              <a:rPr lang="en-US" sz="2000" b="1" dirty="0">
                <a:solidFill>
                  <a:srgbClr val="FF0000"/>
                </a:solidFill>
              </a:rPr>
              <a:t> </a:t>
            </a:r>
            <a:r>
              <a:rPr lang="en-US" sz="2000" b="1" dirty="0" err="1">
                <a:solidFill>
                  <a:srgbClr val="FF0000"/>
                </a:solidFill>
              </a:rPr>
              <a:t>Việt</a:t>
            </a:r>
            <a:r>
              <a:rPr lang="en-US" sz="2000" b="1" dirty="0">
                <a:solidFill>
                  <a:srgbClr val="FF0000"/>
                </a:solidFill>
              </a:rPr>
              <a:t> Nam </a:t>
            </a:r>
            <a:r>
              <a:rPr lang="en-US" sz="2000" b="1" dirty="0" err="1">
                <a:solidFill>
                  <a:srgbClr val="FF0000"/>
                </a:solidFill>
              </a:rPr>
              <a:t>hiện</a:t>
            </a:r>
            <a:r>
              <a:rPr lang="en-US" sz="2000" b="1" dirty="0">
                <a:solidFill>
                  <a:srgbClr val="FF0000"/>
                </a:solidFill>
              </a:rPr>
              <a:t> </a:t>
            </a:r>
            <a:r>
              <a:rPr lang="en-US" sz="2000" b="1" dirty="0" err="1">
                <a:solidFill>
                  <a:srgbClr val="FF0000"/>
                </a:solidFill>
              </a:rPr>
              <a:t>hành</a:t>
            </a:r>
            <a:endParaRPr lang="en-US" sz="2000" b="1" dirty="0">
              <a:solidFill>
                <a:srgbClr val="FF0000"/>
              </a:solidFill>
            </a:endParaRPr>
          </a:p>
        </p:txBody>
      </p:sp>
    </p:spTree>
    <p:extLst>
      <p:ext uri="{BB962C8B-B14F-4D97-AF65-F5344CB8AC3E}">
        <p14:creationId xmlns:p14="http://schemas.microsoft.com/office/powerpoint/2010/main" val="14619799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Slide Number Placeholder 4"/>
          <p:cNvSpPr>
            <a:spLocks noGrp="1"/>
          </p:cNvSpPr>
          <p:nvPr>
            <p:ph type="sldNum" sz="quarter" idx="12"/>
          </p:nvPr>
        </p:nvSpPr>
        <p:spPr/>
        <p:txBody>
          <a:bodyPr/>
          <a:lstStyle/>
          <a:p>
            <a:fld id="{CD21E451-A49F-4A0B-B0C4-0560C09BA044}" type="slidenum">
              <a:rPr lang="en-US"/>
              <a:pPr/>
              <a:t>44</a:t>
            </a:fld>
            <a:endParaRPr lang="en-US"/>
          </a:p>
        </p:txBody>
      </p:sp>
      <p:graphicFrame>
        <p:nvGraphicFramePr>
          <p:cNvPr id="617137" name="Group 689"/>
          <p:cNvGraphicFramePr>
            <a:graphicFrameLocks noGrp="1"/>
          </p:cNvGraphicFramePr>
          <p:nvPr>
            <p:ph/>
            <p:extLst>
              <p:ext uri="{D42A27DB-BD31-4B8C-83A1-F6EECF244321}">
                <p14:modId xmlns:p14="http://schemas.microsoft.com/office/powerpoint/2010/main" val="880000329"/>
              </p:ext>
            </p:extLst>
          </p:nvPr>
        </p:nvGraphicFramePr>
        <p:xfrm>
          <a:off x="611188" y="1905000"/>
          <a:ext cx="8066087" cy="4053840"/>
        </p:xfrm>
        <a:graphic>
          <a:graphicData uri="http://schemas.openxmlformats.org/drawingml/2006/table">
            <a:tbl>
              <a:tblPr/>
              <a:tblGrid>
                <a:gridCol w="481012">
                  <a:extLst>
                    <a:ext uri="{9D8B030D-6E8A-4147-A177-3AD203B41FA5}">
                      <a16:colId xmlns:a16="http://schemas.microsoft.com/office/drawing/2014/main" val="20000"/>
                    </a:ext>
                  </a:extLst>
                </a:gridCol>
                <a:gridCol w="2786063">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598612">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tblGrid>
              <a:tr h="139700">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dirty="0">
                          <a:ln>
                            <a:noFill/>
                          </a:ln>
                          <a:solidFill>
                            <a:schemeClr val="tx2"/>
                          </a:solidFill>
                          <a:effectLst/>
                          <a:latin typeface="+mn-lt"/>
                          <a:cs typeface="Times New Roman" pitchFamily="18" charset="0"/>
                        </a:rPr>
                        <a:t>TT</a:t>
                      </a:r>
                      <a:endParaRPr kumimoji="1" lang="en-US" sz="1600" b="0" i="0" u="none" strike="noStrike" cap="none" normalizeH="0" baseline="0" dirty="0">
                        <a:ln>
                          <a:noFill/>
                        </a:ln>
                        <a:solidFill>
                          <a:schemeClr val="tx2"/>
                        </a:solidFill>
                        <a:effectLst/>
                        <a:latin typeface="+mn-l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Phân loại đường</a:t>
                      </a:r>
                      <a:endParaRPr kumimoji="1" lang="en-US" sz="1600" b="0" i="0" u="none" strike="noStrike" cap="none" normalizeH="0" baseline="0">
                        <a:ln>
                          <a:noFill/>
                        </a:ln>
                        <a:solidFill>
                          <a:schemeClr val="tx2"/>
                        </a:solidFill>
                        <a:effectLst/>
                        <a:latin typeface="+mn-l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Kết cấu mặt đường</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34963">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BTXM </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Bê tông nhựa</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Đá dăm láng nhựa, thấm nhập nhựa</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Đá dăm, cấp phối </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431800">
                <a:tc rowSpan="5">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4</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gridSpan="4">
                  <a:txBody>
                    <a:bodyPr/>
                    <a:lstStyle/>
                    <a:p>
                      <a:pPr marL="457200" marR="0" lvl="1" indent="0" algn="l" defTabSz="914400" rtl="0" eaLnBrk="1" fontAlgn="base" latinLnBrk="0" hangingPunct="1">
                        <a:lnSpc>
                          <a:spcPct val="100000"/>
                        </a:lnSpc>
                        <a:spcBef>
                          <a:spcPct val="0"/>
                        </a:spcBef>
                        <a:spcAft>
                          <a:spcPct val="0"/>
                        </a:spcAft>
                        <a:buClrTx/>
                        <a:buSzTx/>
                        <a:buFontTx/>
                        <a:buAutoNum type="arabicPeriod"/>
                        <a:tabLst>
                          <a:tab pos="185738" algn="l"/>
                          <a:tab pos="228600" algn="l"/>
                        </a:tabLst>
                      </a:pPr>
                      <a:r>
                        <a:rPr kumimoji="1" lang="en-US" sz="1600" b="0" i="0" u="none" strike="noStrike" cap="none" normalizeH="0" baseline="0">
                          <a:ln>
                            <a:noFill/>
                          </a:ln>
                          <a:solidFill>
                            <a:schemeClr val="tx2"/>
                          </a:solidFill>
                          <a:effectLst/>
                          <a:latin typeface="+mn-lt"/>
                          <a:cs typeface="Times New Roman" pitchFamily="18" charset="0"/>
                        </a:rPr>
                        <a:t>Loại rất xấu</a:t>
                      </a:r>
                    </a:p>
                    <a:p>
                      <a:pPr marL="0" marR="0" lvl="0" indent="0" algn="l" defTabSz="914400" rtl="0" eaLnBrk="0" fontAlgn="base" latinLnBrk="0" hangingPunct="0">
                        <a:lnSpc>
                          <a:spcPct val="100000"/>
                        </a:lnSpc>
                        <a:spcBef>
                          <a:spcPct val="0"/>
                        </a:spcBef>
                        <a:spcAft>
                          <a:spcPct val="0"/>
                        </a:spcAft>
                        <a:buClrTx/>
                        <a:buSzTx/>
                        <a:buFontTx/>
                        <a:buNone/>
                        <a:tabLst>
                          <a:tab pos="185738" algn="l"/>
                          <a:tab pos="228600" algn="l"/>
                        </a:tabLst>
                      </a:pPr>
                      <a:r>
                        <a:rPr kumimoji="1" lang="en-US" sz="1600" b="0" i="0" u="none" strike="noStrike" cap="none" normalizeH="0" baseline="0">
                          <a:ln>
                            <a:noFill/>
                          </a:ln>
                          <a:solidFill>
                            <a:schemeClr val="tx2"/>
                          </a:solidFill>
                          <a:effectLst/>
                          <a:latin typeface="+mn-lt"/>
                          <a:cs typeface="Times New Roman" pitchFamily="18" charset="0"/>
                        </a:rPr>
                        <a:t>Nền đường bị võng, taluy nền sạt lở. Mặt đường rạn nứt nặng, vệt nứt dày và có bề rộng &gt; 3mm. </a:t>
                      </a:r>
                    </a:p>
                    <a:p>
                      <a:pPr marL="0" marR="0" lvl="0" indent="0" algn="l" defTabSz="914400" rtl="0" eaLnBrk="0" fontAlgn="base" latinLnBrk="0" hangingPunct="0">
                        <a:lnSpc>
                          <a:spcPct val="100000"/>
                        </a:lnSpc>
                        <a:spcBef>
                          <a:spcPct val="0"/>
                        </a:spcBef>
                        <a:spcAft>
                          <a:spcPct val="0"/>
                        </a:spcAft>
                        <a:buClrTx/>
                        <a:buSzTx/>
                        <a:buFontTx/>
                        <a:buNone/>
                        <a:tabLst>
                          <a:tab pos="185738" algn="l"/>
                          <a:tab pos="228600" algn="l"/>
                        </a:tabLst>
                      </a:pPr>
                      <a:r>
                        <a:rPr kumimoji="1" lang="en-US" sz="1600" b="0" i="0" u="none" strike="noStrike" cap="none" normalizeH="0" baseline="0">
                          <a:ln>
                            <a:noFill/>
                          </a:ln>
                          <a:solidFill>
                            <a:schemeClr val="tx2"/>
                          </a:solidFill>
                          <a:effectLst/>
                          <a:latin typeface="+mn-lt"/>
                          <a:cs typeface="Times New Roman" pitchFamily="18" charset="0"/>
                        </a:rPr>
                        <a:t>Với mặt đường láng nhựa, đá dăm, cấp phối bắt đầu bong bật từng vùng</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238125">
                <a:tc vMerge="1">
                  <a:txBody>
                    <a:bodyPr/>
                    <a:lstStyle/>
                    <a:p>
                      <a:endParaRPr 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Diện</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tích</a:t>
                      </a:r>
                      <a:r>
                        <a:rPr kumimoji="1" lang="en-US" sz="1600" b="0" i="0" u="none" strike="noStrike" cap="none" normalizeH="0" baseline="0" dirty="0">
                          <a:ln>
                            <a:noFill/>
                          </a:ln>
                          <a:solidFill>
                            <a:schemeClr val="tx2"/>
                          </a:solidFill>
                          <a:effectLst/>
                          <a:latin typeface="+mn-lt"/>
                          <a:cs typeface="Times New Roman" pitchFamily="18" charset="0"/>
                        </a:rPr>
                        <a:t> ổ </a:t>
                      </a:r>
                      <a:r>
                        <a:rPr kumimoji="1" lang="en-US" sz="1600" b="0" i="0" u="none" strike="noStrike" cap="none" normalizeH="0" baseline="0" dirty="0" err="1">
                          <a:ln>
                            <a:noFill/>
                          </a:ln>
                          <a:solidFill>
                            <a:schemeClr val="tx2"/>
                          </a:solidFill>
                          <a:effectLst/>
                          <a:latin typeface="+mn-lt"/>
                          <a:cs typeface="Times New Roman" pitchFamily="18" charset="0"/>
                        </a:rPr>
                        <a:t>gà</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cóc</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gặm</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tối</a:t>
                      </a:r>
                      <a:r>
                        <a:rPr kumimoji="1" lang="en-US" sz="1600" b="0" i="0" u="none" strike="noStrike" cap="none" normalizeH="0" baseline="0" dirty="0">
                          <a:ln>
                            <a:noFill/>
                          </a:ln>
                          <a:solidFill>
                            <a:schemeClr val="tx2"/>
                          </a:solidFill>
                          <a:effectLst/>
                          <a:latin typeface="+mn-lt"/>
                          <a:cs typeface="Times New Roman" pitchFamily="18" charset="0"/>
                        </a:rPr>
                        <a:t> </a:t>
                      </a:r>
                      <a:r>
                        <a:rPr kumimoji="1" lang="en-US" sz="1600" b="0" i="0" u="none" strike="noStrike" cap="none" normalizeH="0" baseline="0" dirty="0" err="1">
                          <a:ln>
                            <a:noFill/>
                          </a:ln>
                          <a:solidFill>
                            <a:schemeClr val="tx2"/>
                          </a:solidFill>
                          <a:effectLst/>
                          <a:latin typeface="+mn-lt"/>
                          <a:cs typeface="Times New Roman" pitchFamily="18" charset="0"/>
                        </a:rPr>
                        <a:t>đa</a:t>
                      </a:r>
                      <a:r>
                        <a:rPr kumimoji="1" lang="en-US" sz="1600" b="0" i="0" u="none" strike="noStrike" cap="none" normalizeH="0" baseline="0" dirty="0">
                          <a:ln>
                            <a:noFill/>
                          </a:ln>
                          <a:solidFill>
                            <a:schemeClr val="tx2"/>
                          </a:solidFill>
                          <a:effectLst/>
                          <a:latin typeface="+mn-lt"/>
                          <a:cs typeface="Times New Roman" pitchFamily="18" charset="0"/>
                        </a:rPr>
                        <a:t>)</a:t>
                      </a:r>
                      <a:endParaRPr kumimoji="1" lang="en-US" sz="1600" b="0" i="0" u="none" strike="noStrike" cap="none" normalizeH="0" baseline="0" dirty="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0.5 %</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30 %</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5.0 %</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3"/>
                  </a:ext>
                </a:extLst>
              </a:tr>
              <a:tr h="139700">
                <a:tc vMerge="1">
                  <a:txBody>
                    <a:bodyPr/>
                    <a:lstStyle/>
                    <a:p>
                      <a:endParaRPr 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 Chỉ số IRI</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6</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IRI</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8</a:t>
                      </a:r>
                      <a:endParaRPr kumimoji="1" lang="en-US" sz="1600" b="0" i="0" u="none" strike="noStrike" cap="none" normalizeH="0" baseline="0">
                        <a:ln>
                          <a:noFill/>
                        </a:ln>
                        <a:solidFill>
                          <a:schemeClr val="tx2"/>
                        </a:solidFill>
                        <a:effectLst/>
                        <a:latin typeface="+mn-lt"/>
                        <a:cs typeface="Times New Roman" pitchFamily="18" charset="0"/>
                        <a:sym typeface="Symbol"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8</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IRI</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10</a:t>
                      </a:r>
                      <a:endParaRPr kumimoji="1" lang="en-US" sz="1600" b="0" i="0" u="none" strike="noStrike" cap="none" normalizeH="0" baseline="0">
                        <a:ln>
                          <a:noFill/>
                        </a:ln>
                        <a:solidFill>
                          <a:schemeClr val="tx2"/>
                        </a:solidFill>
                        <a:effectLst/>
                        <a:latin typeface="+mn-lt"/>
                        <a:cs typeface="Times New Roman" pitchFamily="18" charset="0"/>
                        <a:sym typeface="Symbol"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12</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IRI</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15</a:t>
                      </a:r>
                      <a:endParaRPr kumimoji="1" lang="en-US" sz="1600" b="0" i="0" u="none" strike="noStrike" cap="none" normalizeH="0" baseline="0">
                        <a:ln>
                          <a:noFill/>
                        </a:ln>
                        <a:solidFill>
                          <a:schemeClr val="tx2"/>
                        </a:solidFill>
                        <a:effectLst/>
                        <a:latin typeface="+mn-lt"/>
                        <a:cs typeface="Times New Roman" pitchFamily="18" charset="0"/>
                        <a:sym typeface="Symbol"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4"/>
                  </a:ext>
                </a:extLst>
              </a:tr>
              <a:tr h="238125">
                <a:tc vMerge="1">
                  <a:txBody>
                    <a:bodyPr/>
                    <a:lstStyle/>
                    <a:p>
                      <a:endParaRPr 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 Cường độ (so với E</a:t>
                      </a:r>
                      <a:r>
                        <a:rPr kumimoji="1" lang="en-US" sz="1600" b="0" i="0" u="none" strike="noStrike" cap="none" normalizeH="0" baseline="-30000">
                          <a:ln>
                            <a:noFill/>
                          </a:ln>
                          <a:solidFill>
                            <a:schemeClr val="tx2"/>
                          </a:solidFill>
                          <a:effectLst/>
                          <a:latin typeface="+mn-lt"/>
                          <a:cs typeface="Times New Roman" pitchFamily="18" charset="0"/>
                        </a:rPr>
                        <a:t>yc</a:t>
                      </a:r>
                      <a:r>
                        <a:rPr kumimoji="1" lang="en-US" sz="1600" b="0" i="0" u="none" strike="noStrike" cap="none" normalizeH="0" baseline="0">
                          <a:ln>
                            <a:noFill/>
                          </a:ln>
                          <a:solidFill>
                            <a:schemeClr val="tx2"/>
                          </a:solidFill>
                          <a:effectLst/>
                          <a:latin typeface="+mn-lt"/>
                          <a:cs typeface="Times New Roman" pitchFamily="18" charset="0"/>
                        </a:rPr>
                        <a:t>)</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&lt;80 %</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&lt;80 %</a:t>
                      </a:r>
                      <a:endParaRPr kumimoji="1"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endParaRPr kumimoji="0"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5"/>
                  </a:ext>
                </a:extLst>
              </a:tr>
              <a:tr h="238125">
                <a:tc vMerge="1">
                  <a:txBody>
                    <a:bodyPr/>
                    <a:lstStyle/>
                    <a:p>
                      <a:endParaRPr 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sz="1600" b="0" i="0" u="none" strike="noStrike" cap="none" normalizeH="0" baseline="0">
                          <a:ln>
                            <a:noFill/>
                          </a:ln>
                          <a:solidFill>
                            <a:schemeClr val="tx2"/>
                          </a:solidFill>
                          <a:effectLst/>
                          <a:latin typeface="+mn-lt"/>
                          <a:cs typeface="Times New Roman" pitchFamily="18" charset="0"/>
                        </a:rPr>
                        <a:t>+ Độ nhám (h</a:t>
                      </a:r>
                      <a:r>
                        <a:rPr kumimoji="1" lang="en-US" sz="1600" b="0" i="0" u="none" strike="noStrike" cap="none" normalizeH="0" baseline="-30000">
                          <a:ln>
                            <a:noFill/>
                          </a:ln>
                          <a:solidFill>
                            <a:schemeClr val="tx2"/>
                          </a:solidFill>
                          <a:effectLst/>
                          <a:latin typeface="+mn-lt"/>
                          <a:cs typeface="Times New Roman" pitchFamily="18" charset="0"/>
                        </a:rPr>
                        <a:t>tb</a:t>
                      </a:r>
                      <a:r>
                        <a:rPr kumimoji="1" lang="en-US" sz="1600" b="0" i="0" u="none" strike="noStrike" cap="none" normalizeH="0" baseline="0">
                          <a:ln>
                            <a:noFill/>
                          </a:ln>
                          <a:solidFill>
                            <a:schemeClr val="tx2"/>
                          </a:solidFill>
                          <a:effectLst/>
                          <a:latin typeface="+mn-lt"/>
                          <a:cs typeface="Times New Roman" pitchFamily="18" charset="0"/>
                        </a:rPr>
                        <a:t>) ứng với tốc độ 80</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V</a:t>
                      </a:r>
                      <a:r>
                        <a:rPr kumimoji="1" lang="en-US" sz="1600" b="0" i="0" u="none" strike="noStrike" cap="none" normalizeH="0" baseline="0">
                          <a:ln>
                            <a:noFill/>
                          </a:ln>
                          <a:solidFill>
                            <a:schemeClr val="tx2"/>
                          </a:solidFill>
                          <a:effectLst/>
                          <a:latin typeface="+mn-lt"/>
                          <a:cs typeface="Times New Roman" pitchFamily="18" charset="0"/>
                          <a:sym typeface="Symbol" pitchFamily="18" charset="2"/>
                        </a:rPr>
                        <a:t></a:t>
                      </a:r>
                      <a:r>
                        <a:rPr kumimoji="1" lang="en-US" sz="1600" b="0" i="0" u="none" strike="noStrike" cap="none" normalizeH="0" baseline="0">
                          <a:ln>
                            <a:noFill/>
                          </a:ln>
                          <a:solidFill>
                            <a:schemeClr val="tx2"/>
                          </a:solidFill>
                          <a:effectLst/>
                          <a:latin typeface="+mn-lt"/>
                          <a:cs typeface="Times New Roman" pitchFamily="18" charset="0"/>
                        </a:rPr>
                        <a:t>120 km/h</a:t>
                      </a:r>
                      <a:endParaRPr kumimoji="1" lang="en-US" sz="1600" b="0" i="0" u="none" strike="noStrike" cap="none" normalizeH="0" baseline="0">
                        <a:ln>
                          <a:noFill/>
                        </a:ln>
                        <a:solidFill>
                          <a:schemeClr val="tx2"/>
                        </a:solidFill>
                        <a:effectLst/>
                        <a:latin typeface="+mn-lt"/>
                        <a:cs typeface="Times New Roman" pitchFamily="18" charset="0"/>
                        <a:sym typeface="Symbol"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endParaRPr kumimoji="0"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endParaRPr kumimoji="0" lang="en-US" sz="1600" b="0" i="0" u="none" strike="noStrike" cap="none" normalizeH="0" baseline="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endParaRPr kumimoji="0" lang="en-US" sz="1600" b="0" i="0" u="none" strike="noStrike" cap="none" normalizeH="0" baseline="0" dirty="0">
                        <a:ln>
                          <a:noFill/>
                        </a:ln>
                        <a:solidFill>
                          <a:schemeClr val="tx2"/>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6"/>
                  </a:ext>
                </a:extLst>
              </a:tr>
            </a:tbl>
          </a:graphicData>
        </a:graphic>
      </p:graphicFrame>
      <p:sp>
        <p:nvSpPr>
          <p:cNvPr id="5" name="Text Box 214"/>
          <p:cNvSpPr txBox="1">
            <a:spLocks noChangeArrowheads="1"/>
          </p:cNvSpPr>
          <p:nvPr/>
        </p:nvSpPr>
        <p:spPr bwMode="auto">
          <a:xfrm>
            <a:off x="152400" y="1219200"/>
            <a:ext cx="5678487"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666750" indent="-666750">
              <a:defRPr kumimoji="1" sz="2400">
                <a:solidFill>
                  <a:schemeClr val="tx1"/>
                </a:solidFill>
                <a:latin typeface="Times New Roman" pitchFamily="18" charset="0"/>
              </a:defRPr>
            </a:lvl1pPr>
            <a:lvl2pPr>
              <a:defRPr kumimoji="1" sz="2400">
                <a:solidFill>
                  <a:schemeClr val="tx1"/>
                </a:solidFill>
                <a:latin typeface="Times New Roman" pitchFamily="18" charset="0"/>
              </a:defRPr>
            </a:lvl2pPr>
            <a:lvl3pPr>
              <a:defRPr kumimoji="1" sz="2400">
                <a:solidFill>
                  <a:schemeClr val="tx1"/>
                </a:solidFill>
                <a:latin typeface="Times New Roman" pitchFamily="18" charset="0"/>
              </a:defRPr>
            </a:lvl3pPr>
            <a:lvl4pPr>
              <a:defRPr kumimoji="1" sz="2400">
                <a:solidFill>
                  <a:schemeClr val="tx1"/>
                </a:solidFill>
                <a:latin typeface="Times New Roman" pitchFamily="18" charset="0"/>
              </a:defRPr>
            </a:lvl4pPr>
            <a:lvl5pPr>
              <a:defRPr kumimoji="1" sz="2400">
                <a:solidFill>
                  <a:schemeClr val="tx1"/>
                </a:solidFill>
                <a:latin typeface="Times New Roman" pitchFamily="18" charset="0"/>
              </a:defRPr>
            </a:lvl5pPr>
            <a:lvl6pPr fontAlgn="base">
              <a:spcBef>
                <a:spcPct val="0"/>
              </a:spcBef>
              <a:spcAft>
                <a:spcPct val="0"/>
              </a:spcAft>
              <a:defRPr kumimoji="1" sz="2400">
                <a:solidFill>
                  <a:schemeClr val="tx1"/>
                </a:solidFill>
                <a:latin typeface="Times New Roman" pitchFamily="18" charset="0"/>
              </a:defRPr>
            </a:lvl6pPr>
            <a:lvl7pPr fontAlgn="base">
              <a:spcBef>
                <a:spcPct val="0"/>
              </a:spcBef>
              <a:spcAft>
                <a:spcPct val="0"/>
              </a:spcAft>
              <a:defRPr kumimoji="1" sz="2400">
                <a:solidFill>
                  <a:schemeClr val="tx1"/>
                </a:solidFill>
                <a:latin typeface="Times New Roman" pitchFamily="18" charset="0"/>
              </a:defRPr>
            </a:lvl7pPr>
            <a:lvl8pPr fontAlgn="base">
              <a:spcBef>
                <a:spcPct val="0"/>
              </a:spcBef>
              <a:spcAft>
                <a:spcPct val="0"/>
              </a:spcAft>
              <a:defRPr kumimoji="1" sz="2400">
                <a:solidFill>
                  <a:schemeClr val="tx1"/>
                </a:solidFill>
                <a:latin typeface="Times New Roman" pitchFamily="18" charset="0"/>
              </a:defRPr>
            </a:lvl8pPr>
            <a:lvl9pPr fontAlgn="base">
              <a:spcBef>
                <a:spcPct val="0"/>
              </a:spcBef>
              <a:spcAft>
                <a:spcPct val="0"/>
              </a:spcAft>
              <a:defRPr kumimoji="1" sz="2400">
                <a:solidFill>
                  <a:schemeClr val="tx1"/>
                </a:solidFill>
                <a:latin typeface="Times New Roman" pitchFamily="18" charset="0"/>
              </a:defRPr>
            </a:lvl9pPr>
          </a:lstStyle>
          <a:p>
            <a:pPr>
              <a:spcBef>
                <a:spcPct val="50000"/>
              </a:spcBef>
              <a:buFont typeface="Wingdings" pitchFamily="2" charset="2"/>
              <a:buNone/>
            </a:pPr>
            <a:r>
              <a:rPr kumimoji="0" lang="en-US" sz="2200" b="1" dirty="0" err="1">
                <a:solidFill>
                  <a:schemeClr val="tx2"/>
                </a:solidFill>
                <a:latin typeface="+mn-lt"/>
              </a:rPr>
              <a:t>Phân</a:t>
            </a:r>
            <a:r>
              <a:rPr kumimoji="0" lang="en-US" sz="2200" b="1" dirty="0">
                <a:solidFill>
                  <a:schemeClr val="tx2"/>
                </a:solidFill>
                <a:latin typeface="+mn-lt"/>
              </a:rPr>
              <a:t> </a:t>
            </a:r>
            <a:r>
              <a:rPr kumimoji="0" lang="en-US" sz="2200" b="1" dirty="0" err="1">
                <a:solidFill>
                  <a:schemeClr val="tx2"/>
                </a:solidFill>
                <a:latin typeface="+mn-lt"/>
              </a:rPr>
              <a:t>loại</a:t>
            </a:r>
            <a:r>
              <a:rPr kumimoji="0" lang="en-US" sz="2200" b="1" dirty="0">
                <a:solidFill>
                  <a:schemeClr val="tx2"/>
                </a:solidFill>
                <a:latin typeface="+mn-lt"/>
              </a:rPr>
              <a:t> </a:t>
            </a:r>
            <a:r>
              <a:rPr kumimoji="0" lang="en-US" sz="2200" b="1" dirty="0" err="1">
                <a:solidFill>
                  <a:schemeClr val="tx2"/>
                </a:solidFill>
                <a:latin typeface="+mn-lt"/>
              </a:rPr>
              <a:t>chất</a:t>
            </a:r>
            <a:r>
              <a:rPr kumimoji="0" lang="en-US" sz="2200" b="1" dirty="0">
                <a:solidFill>
                  <a:schemeClr val="tx2"/>
                </a:solidFill>
                <a:latin typeface="+mn-lt"/>
              </a:rPr>
              <a:t> </a:t>
            </a:r>
            <a:r>
              <a:rPr kumimoji="0" lang="en-US" sz="2200" b="1" dirty="0" err="1">
                <a:solidFill>
                  <a:schemeClr val="tx2"/>
                </a:solidFill>
                <a:latin typeface="+mn-lt"/>
              </a:rPr>
              <a:t>lượng</a:t>
            </a:r>
            <a:r>
              <a:rPr kumimoji="0" lang="en-US" sz="2200" b="1" dirty="0">
                <a:solidFill>
                  <a:schemeClr val="tx2"/>
                </a:solidFill>
                <a:latin typeface="+mn-lt"/>
              </a:rPr>
              <a:t> </a:t>
            </a:r>
            <a:r>
              <a:rPr kumimoji="0" lang="en-US" sz="2200" b="1" dirty="0" err="1">
                <a:solidFill>
                  <a:schemeClr val="tx2"/>
                </a:solidFill>
                <a:latin typeface="+mn-lt"/>
              </a:rPr>
              <a:t>mặt</a:t>
            </a:r>
            <a:r>
              <a:rPr kumimoji="0" lang="en-US" sz="2200" b="1" dirty="0">
                <a:solidFill>
                  <a:schemeClr val="tx2"/>
                </a:solidFill>
                <a:latin typeface="+mn-lt"/>
              </a:rPr>
              <a:t> </a:t>
            </a:r>
            <a:r>
              <a:rPr kumimoji="0" lang="en-US" sz="2200" b="1" dirty="0" err="1">
                <a:solidFill>
                  <a:schemeClr val="tx2"/>
                </a:solidFill>
                <a:latin typeface="+mn-lt"/>
              </a:rPr>
              <a:t>đường</a:t>
            </a:r>
            <a:endParaRPr kumimoji="0" lang="en-US" sz="2200" b="1" dirty="0">
              <a:solidFill>
                <a:schemeClr val="tx2"/>
              </a:solidFill>
              <a:latin typeface="+mn-lt"/>
            </a:endParaRPr>
          </a:p>
        </p:txBody>
      </p:sp>
      <p:sp>
        <p:nvSpPr>
          <p:cNvPr id="6" name="Rectangle 5"/>
          <p:cNvSpPr/>
          <p:nvPr/>
        </p:nvSpPr>
        <p:spPr>
          <a:xfrm>
            <a:off x="228600" y="438666"/>
            <a:ext cx="7696200" cy="400110"/>
          </a:xfrm>
          <a:prstGeom prst="rect">
            <a:avLst/>
          </a:prstGeom>
        </p:spPr>
        <p:txBody>
          <a:bodyPr wrap="square">
            <a:spAutoFit/>
          </a:bodyPr>
          <a:lstStyle/>
          <a:p>
            <a:pPr>
              <a:spcBef>
                <a:spcPct val="50000"/>
              </a:spcBef>
            </a:pPr>
            <a:r>
              <a:rPr lang="en-US" sz="2000" b="1" dirty="0" err="1">
                <a:solidFill>
                  <a:srgbClr val="FF0000"/>
                </a:solidFill>
              </a:rPr>
              <a:t>Đặc</a:t>
            </a:r>
            <a:r>
              <a:rPr lang="en-US" sz="2000" b="1" dirty="0">
                <a:solidFill>
                  <a:srgbClr val="FF0000"/>
                </a:solidFill>
              </a:rPr>
              <a:t> </a:t>
            </a:r>
            <a:r>
              <a:rPr lang="en-US" sz="2000" b="1" dirty="0" err="1">
                <a:solidFill>
                  <a:srgbClr val="FF0000"/>
                </a:solidFill>
              </a:rPr>
              <a:t>trưng</a:t>
            </a:r>
            <a:r>
              <a:rPr lang="en-US" sz="2000" b="1" dirty="0">
                <a:solidFill>
                  <a:srgbClr val="FF0000"/>
                </a:solidFill>
              </a:rPr>
              <a:t> </a:t>
            </a:r>
            <a:r>
              <a:rPr lang="en-US" sz="2000" b="1" dirty="0" err="1">
                <a:solidFill>
                  <a:srgbClr val="FF0000"/>
                </a:solidFill>
              </a:rPr>
              <a:t>khai</a:t>
            </a:r>
            <a:r>
              <a:rPr lang="en-US" sz="2000" b="1" dirty="0">
                <a:solidFill>
                  <a:srgbClr val="FF0000"/>
                </a:solidFill>
              </a:rPr>
              <a:t> </a:t>
            </a:r>
            <a:r>
              <a:rPr lang="en-US" sz="2000" b="1" dirty="0" err="1">
                <a:solidFill>
                  <a:srgbClr val="FF0000"/>
                </a:solidFill>
              </a:rPr>
              <a:t>thác</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 </a:t>
            </a:r>
            <a:r>
              <a:rPr lang="en-US" sz="2000" b="1" dirty="0" err="1">
                <a:solidFill>
                  <a:srgbClr val="FF0000"/>
                </a:solidFill>
              </a:rPr>
              <a:t>tiêu</a:t>
            </a:r>
            <a:r>
              <a:rPr lang="en-US" sz="2000" b="1" dirty="0">
                <a:solidFill>
                  <a:srgbClr val="FF0000"/>
                </a:solidFill>
              </a:rPr>
              <a:t> </a:t>
            </a:r>
            <a:r>
              <a:rPr lang="en-US" sz="2000" b="1" dirty="0" err="1">
                <a:solidFill>
                  <a:srgbClr val="FF0000"/>
                </a:solidFill>
              </a:rPr>
              <a:t>chuẩn</a:t>
            </a:r>
            <a:r>
              <a:rPr lang="en-US" sz="2000" b="1" dirty="0">
                <a:solidFill>
                  <a:srgbClr val="FF0000"/>
                </a:solidFill>
              </a:rPr>
              <a:t> </a:t>
            </a:r>
            <a:r>
              <a:rPr lang="en-US" sz="2000" b="1" dirty="0" err="1">
                <a:solidFill>
                  <a:srgbClr val="FF0000"/>
                </a:solidFill>
              </a:rPr>
              <a:t>Việt</a:t>
            </a:r>
            <a:r>
              <a:rPr lang="en-US" sz="2000" b="1" dirty="0">
                <a:solidFill>
                  <a:srgbClr val="FF0000"/>
                </a:solidFill>
              </a:rPr>
              <a:t> Nam </a:t>
            </a:r>
            <a:r>
              <a:rPr lang="en-US" sz="2000" b="1" dirty="0" err="1">
                <a:solidFill>
                  <a:srgbClr val="FF0000"/>
                </a:solidFill>
              </a:rPr>
              <a:t>hiện</a:t>
            </a:r>
            <a:r>
              <a:rPr lang="en-US" sz="2000" b="1" dirty="0">
                <a:solidFill>
                  <a:srgbClr val="FF0000"/>
                </a:solidFill>
              </a:rPr>
              <a:t> </a:t>
            </a:r>
            <a:r>
              <a:rPr lang="en-US" sz="2000" b="1" dirty="0" err="1">
                <a:solidFill>
                  <a:srgbClr val="FF0000"/>
                </a:solidFill>
              </a:rPr>
              <a:t>hành</a:t>
            </a:r>
            <a:endParaRPr lang="en-US" sz="2000" b="1" dirty="0">
              <a:solidFill>
                <a:srgbClr val="FF0000"/>
              </a:solidFill>
            </a:endParaRPr>
          </a:p>
        </p:txBody>
      </p:sp>
    </p:spTree>
    <p:extLst>
      <p:ext uri="{BB962C8B-B14F-4D97-AF65-F5344CB8AC3E}">
        <p14:creationId xmlns:p14="http://schemas.microsoft.com/office/powerpoint/2010/main" val="31956830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304800" y="381000"/>
            <a:ext cx="769620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200" b="1" dirty="0" err="1"/>
              <a:t>Quản</a:t>
            </a:r>
            <a:r>
              <a:rPr lang="en-US" sz="2200" b="1" dirty="0"/>
              <a:t> </a:t>
            </a:r>
            <a:r>
              <a:rPr lang="en-US" sz="2200" b="1" dirty="0" err="1"/>
              <a:t>lý</a:t>
            </a:r>
            <a:r>
              <a:rPr lang="en-US" sz="2200" b="1" dirty="0"/>
              <a:t> </a:t>
            </a:r>
            <a:r>
              <a:rPr lang="en-US" sz="2200" b="1" dirty="0" err="1"/>
              <a:t>bảo</a:t>
            </a:r>
            <a:r>
              <a:rPr lang="en-US" sz="2200" b="1" dirty="0"/>
              <a:t> </a:t>
            </a:r>
            <a:r>
              <a:rPr lang="en-US" sz="2200" b="1" dirty="0" err="1"/>
              <a:t>dưỡng</a:t>
            </a:r>
            <a:r>
              <a:rPr lang="en-US" sz="2200" b="1" dirty="0"/>
              <a:t> </a:t>
            </a:r>
            <a:r>
              <a:rPr lang="en-US" sz="2200" b="1" dirty="0" err="1"/>
              <a:t>mặt</a:t>
            </a:r>
            <a:r>
              <a:rPr lang="en-US" sz="2200" b="1" dirty="0"/>
              <a:t> </a:t>
            </a:r>
            <a:r>
              <a:rPr lang="en-US" sz="2200" b="1" dirty="0" err="1"/>
              <a:t>đường</a:t>
            </a:r>
            <a:r>
              <a:rPr lang="en-US" sz="2200" b="1" dirty="0"/>
              <a:t> – </a:t>
            </a:r>
            <a:r>
              <a:rPr lang="en-US" sz="2200" b="1" dirty="0" err="1"/>
              <a:t>các</a:t>
            </a:r>
            <a:r>
              <a:rPr lang="en-US" sz="2200" b="1" dirty="0"/>
              <a:t> </a:t>
            </a:r>
            <a:r>
              <a:rPr lang="en-US" sz="2200" b="1" dirty="0" err="1"/>
              <a:t>chỉ</a:t>
            </a:r>
            <a:r>
              <a:rPr lang="en-US" sz="2200" b="1" dirty="0"/>
              <a:t> </a:t>
            </a:r>
            <a:r>
              <a:rPr lang="en-US" sz="2200" b="1" dirty="0" err="1"/>
              <a:t>tiêu</a:t>
            </a:r>
            <a:r>
              <a:rPr lang="en-US" sz="2200" b="1" dirty="0"/>
              <a:t> </a:t>
            </a:r>
            <a:r>
              <a:rPr lang="en-US" sz="2200" b="1" dirty="0" err="1"/>
              <a:t>đánh</a:t>
            </a:r>
            <a:r>
              <a:rPr lang="en-US" sz="2200" b="1" dirty="0"/>
              <a:t> </a:t>
            </a:r>
            <a:r>
              <a:rPr lang="en-US" sz="2200" b="1" dirty="0" err="1"/>
              <a:t>giá</a:t>
            </a:r>
            <a:endParaRPr lang="en-US" sz="2200" b="1" dirty="0"/>
          </a:p>
        </p:txBody>
      </p:sp>
      <p:sp>
        <p:nvSpPr>
          <p:cNvPr id="4" name="Text Box 3"/>
          <p:cNvSpPr txBox="1">
            <a:spLocks noChangeArrowheads="1"/>
          </p:cNvSpPr>
          <p:nvPr/>
        </p:nvSpPr>
        <p:spPr bwMode="auto">
          <a:xfrm>
            <a:off x="609600" y="1524000"/>
            <a:ext cx="7696200"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defRPr>
                <a:solidFill>
                  <a:schemeClr val="tx1"/>
                </a:solidFill>
                <a:latin typeface="Arial" pitchFamily="34" charset="0"/>
              </a:defRPr>
            </a:lvl1pPr>
            <a:lvl2pPr marL="800100" indent="-342900">
              <a:defRPr>
                <a:solidFill>
                  <a:schemeClr val="tx1"/>
                </a:solidFill>
                <a:latin typeface="Arial" pitchFamily="34" charset="0"/>
              </a:defRPr>
            </a:lvl2pPr>
            <a:lvl3pPr marL="1257300" indent="-342900">
              <a:defRPr>
                <a:solidFill>
                  <a:schemeClr val="tx1"/>
                </a:solidFill>
                <a:latin typeface="Arial" pitchFamily="34" charset="0"/>
              </a:defRPr>
            </a:lvl3pPr>
            <a:lvl4pPr marL="1714500" indent="-342900">
              <a:defRPr>
                <a:solidFill>
                  <a:schemeClr val="tx1"/>
                </a:solidFill>
                <a:latin typeface="Arial" pitchFamily="34" charset="0"/>
              </a:defRPr>
            </a:lvl4pPr>
            <a:lvl5pPr marL="2171700" indent="-342900">
              <a:defRPr>
                <a:solidFill>
                  <a:schemeClr val="tx1"/>
                </a:solidFill>
                <a:latin typeface="Arial" pitchFamily="34" charset="0"/>
              </a:defRPr>
            </a:lvl5pPr>
            <a:lvl6pPr marL="2628900" indent="-342900" fontAlgn="base">
              <a:spcBef>
                <a:spcPct val="0"/>
              </a:spcBef>
              <a:spcAft>
                <a:spcPct val="0"/>
              </a:spcAft>
              <a:defRPr>
                <a:solidFill>
                  <a:schemeClr val="tx1"/>
                </a:solidFill>
                <a:latin typeface="Arial" pitchFamily="34" charset="0"/>
              </a:defRPr>
            </a:lvl6pPr>
            <a:lvl7pPr marL="3086100" indent="-342900" fontAlgn="base">
              <a:spcBef>
                <a:spcPct val="0"/>
              </a:spcBef>
              <a:spcAft>
                <a:spcPct val="0"/>
              </a:spcAft>
              <a:defRPr>
                <a:solidFill>
                  <a:schemeClr val="tx1"/>
                </a:solidFill>
                <a:latin typeface="Arial" pitchFamily="34" charset="0"/>
              </a:defRPr>
            </a:lvl7pPr>
            <a:lvl8pPr marL="3543300" indent="-342900" fontAlgn="base">
              <a:spcBef>
                <a:spcPct val="0"/>
              </a:spcBef>
              <a:spcAft>
                <a:spcPct val="0"/>
              </a:spcAft>
              <a:defRPr>
                <a:solidFill>
                  <a:schemeClr val="tx1"/>
                </a:solidFill>
                <a:latin typeface="Arial" pitchFamily="34" charset="0"/>
              </a:defRPr>
            </a:lvl8pPr>
            <a:lvl9pPr marL="4000500" indent="-342900" fontAlgn="base">
              <a:spcBef>
                <a:spcPct val="0"/>
              </a:spcBef>
              <a:spcAft>
                <a:spcPct val="0"/>
              </a:spcAft>
              <a:defRPr>
                <a:solidFill>
                  <a:schemeClr val="tx1"/>
                </a:solidFill>
                <a:latin typeface="Arial" pitchFamily="34" charset="0"/>
              </a:defRPr>
            </a:lvl9pPr>
          </a:lstStyle>
          <a:p>
            <a:pPr>
              <a:spcBef>
                <a:spcPct val="50000"/>
              </a:spcBef>
              <a:buFontTx/>
              <a:buAutoNum type="arabicPeriod"/>
            </a:pPr>
            <a:r>
              <a:rPr lang="en-US" sz="2000" b="1" dirty="0" err="1">
                <a:solidFill>
                  <a:schemeClr val="tx2"/>
                </a:solidFill>
              </a:rPr>
              <a:t>Các</a:t>
            </a:r>
            <a:r>
              <a:rPr lang="en-US" sz="2000" b="1" dirty="0">
                <a:solidFill>
                  <a:schemeClr val="tx2"/>
                </a:solidFill>
              </a:rPr>
              <a:t> </a:t>
            </a:r>
            <a:r>
              <a:rPr lang="en-US" sz="2000" b="1" dirty="0" err="1">
                <a:solidFill>
                  <a:schemeClr val="tx2"/>
                </a:solidFill>
              </a:rPr>
              <a:t>chỉ</a:t>
            </a:r>
            <a:r>
              <a:rPr lang="en-US" sz="2000" b="1" dirty="0">
                <a:solidFill>
                  <a:schemeClr val="tx2"/>
                </a:solidFill>
              </a:rPr>
              <a:t> </a:t>
            </a:r>
            <a:r>
              <a:rPr lang="en-US" sz="2000" b="1" dirty="0" err="1">
                <a:solidFill>
                  <a:schemeClr val="tx2"/>
                </a:solidFill>
              </a:rPr>
              <a:t>tiêu</a:t>
            </a:r>
            <a:r>
              <a:rPr lang="en-US" sz="2000" b="1" dirty="0">
                <a:solidFill>
                  <a:schemeClr val="tx2"/>
                </a:solidFill>
              </a:rPr>
              <a:t> </a:t>
            </a:r>
            <a:r>
              <a:rPr lang="en-US" sz="2000" b="1" dirty="0" err="1">
                <a:solidFill>
                  <a:schemeClr val="tx2"/>
                </a:solidFill>
              </a:rPr>
              <a:t>đặc</a:t>
            </a:r>
            <a:r>
              <a:rPr lang="en-US" sz="2000" b="1" dirty="0">
                <a:solidFill>
                  <a:schemeClr val="tx2"/>
                </a:solidFill>
              </a:rPr>
              <a:t> </a:t>
            </a:r>
            <a:r>
              <a:rPr lang="en-US" sz="2000" b="1" dirty="0" err="1">
                <a:solidFill>
                  <a:schemeClr val="tx2"/>
                </a:solidFill>
              </a:rPr>
              <a:t>trưng</a:t>
            </a:r>
            <a:r>
              <a:rPr lang="en-US" sz="2000" b="1" dirty="0">
                <a:solidFill>
                  <a:schemeClr val="tx2"/>
                </a:solidFill>
              </a:rPr>
              <a:t> </a:t>
            </a:r>
            <a:r>
              <a:rPr lang="en-US" sz="2000" b="1" dirty="0" err="1">
                <a:solidFill>
                  <a:schemeClr val="tx2"/>
                </a:solidFill>
              </a:rPr>
              <a:t>mặt</a:t>
            </a:r>
            <a:r>
              <a:rPr lang="en-US" sz="2000" b="1" dirty="0">
                <a:solidFill>
                  <a:schemeClr val="tx2"/>
                </a:solidFill>
              </a:rPr>
              <a:t> </a:t>
            </a:r>
            <a:r>
              <a:rPr lang="en-US" sz="2000" b="1" dirty="0" err="1">
                <a:solidFill>
                  <a:schemeClr val="tx2"/>
                </a:solidFill>
              </a:rPr>
              <a:t>đường</a:t>
            </a:r>
            <a:endParaRPr lang="en-US" sz="2000" b="1" dirty="0">
              <a:solidFill>
                <a:schemeClr val="tx2"/>
              </a:solidFill>
            </a:endParaRPr>
          </a:p>
          <a:p>
            <a:pPr marL="739775" indent="-392113">
              <a:spcBef>
                <a:spcPct val="50000"/>
              </a:spcBef>
              <a:buFont typeface="Arial" pitchFamily="34" charset="0"/>
              <a:buChar char="•"/>
            </a:pPr>
            <a:r>
              <a:rPr lang="en-US" sz="2000" dirty="0" err="1">
                <a:solidFill>
                  <a:schemeClr val="bg2">
                    <a:lumMod val="10000"/>
                  </a:schemeClr>
                </a:solidFill>
              </a:rPr>
              <a:t>Hư</a:t>
            </a:r>
            <a:r>
              <a:rPr lang="en-US" sz="2000" dirty="0">
                <a:solidFill>
                  <a:schemeClr val="bg2">
                    <a:lumMod val="10000"/>
                  </a:schemeClr>
                </a:solidFill>
              </a:rPr>
              <a:t> </a:t>
            </a:r>
            <a:r>
              <a:rPr lang="en-US" sz="2000" dirty="0" err="1">
                <a:solidFill>
                  <a:schemeClr val="bg2">
                    <a:lumMod val="10000"/>
                  </a:schemeClr>
                </a:solidFill>
              </a:rPr>
              <a:t>hỏng</a:t>
            </a:r>
            <a:r>
              <a:rPr lang="en-US" sz="2000" dirty="0">
                <a:solidFill>
                  <a:schemeClr val="bg2">
                    <a:lumMod val="10000"/>
                  </a:schemeClr>
                </a:solidFill>
              </a:rPr>
              <a:t> </a:t>
            </a:r>
            <a:r>
              <a:rPr lang="en-US" sz="2000" dirty="0" err="1">
                <a:solidFill>
                  <a:schemeClr val="bg2">
                    <a:lumMod val="10000"/>
                  </a:schemeClr>
                </a:solidFill>
              </a:rPr>
              <a:t>mặt</a:t>
            </a:r>
            <a:r>
              <a:rPr lang="en-US" sz="2000" dirty="0">
                <a:solidFill>
                  <a:schemeClr val="bg2">
                    <a:lumMod val="10000"/>
                  </a:schemeClr>
                </a:solidFill>
              </a:rPr>
              <a:t> </a:t>
            </a:r>
            <a:r>
              <a:rPr lang="en-US" sz="2000" dirty="0" err="1">
                <a:solidFill>
                  <a:schemeClr val="bg2">
                    <a:lumMod val="10000"/>
                  </a:schemeClr>
                </a:solidFill>
              </a:rPr>
              <a:t>đường</a:t>
            </a:r>
            <a:endParaRPr lang="en-US" sz="2000" dirty="0">
              <a:solidFill>
                <a:schemeClr val="bg2">
                  <a:lumMod val="10000"/>
                </a:schemeClr>
              </a:solidFill>
            </a:endParaRPr>
          </a:p>
          <a:p>
            <a:pPr marL="739775" indent="-392113">
              <a:spcBef>
                <a:spcPct val="50000"/>
              </a:spcBef>
              <a:buFont typeface="Arial" pitchFamily="34" charset="0"/>
              <a:buChar char="•"/>
            </a:pPr>
            <a:r>
              <a:rPr lang="en-US" sz="2000" dirty="0" err="1">
                <a:solidFill>
                  <a:schemeClr val="bg2">
                    <a:lumMod val="10000"/>
                  </a:schemeClr>
                </a:solidFill>
              </a:rPr>
              <a:t>Cường</a:t>
            </a:r>
            <a:r>
              <a:rPr lang="en-US" sz="2000" dirty="0">
                <a:solidFill>
                  <a:schemeClr val="bg2">
                    <a:lumMod val="10000"/>
                  </a:schemeClr>
                </a:solidFill>
              </a:rPr>
              <a:t> </a:t>
            </a:r>
            <a:r>
              <a:rPr lang="en-US" sz="2000" dirty="0" err="1">
                <a:solidFill>
                  <a:schemeClr val="bg2">
                    <a:lumMod val="10000"/>
                  </a:schemeClr>
                </a:solidFill>
              </a:rPr>
              <a:t>độ</a:t>
            </a:r>
            <a:r>
              <a:rPr lang="en-US" sz="2000" dirty="0">
                <a:solidFill>
                  <a:schemeClr val="bg2">
                    <a:lumMod val="10000"/>
                  </a:schemeClr>
                </a:solidFill>
              </a:rPr>
              <a:t> </a:t>
            </a:r>
            <a:r>
              <a:rPr lang="en-US" sz="2000" dirty="0" err="1">
                <a:solidFill>
                  <a:schemeClr val="bg2">
                    <a:lumMod val="10000"/>
                  </a:schemeClr>
                </a:solidFill>
              </a:rPr>
              <a:t>mặt</a:t>
            </a:r>
            <a:r>
              <a:rPr lang="en-US" sz="2000" dirty="0">
                <a:solidFill>
                  <a:schemeClr val="bg2">
                    <a:lumMod val="10000"/>
                  </a:schemeClr>
                </a:solidFill>
              </a:rPr>
              <a:t> </a:t>
            </a:r>
            <a:r>
              <a:rPr lang="en-US" sz="2000" dirty="0" err="1">
                <a:solidFill>
                  <a:schemeClr val="bg2">
                    <a:lumMod val="10000"/>
                  </a:schemeClr>
                </a:solidFill>
              </a:rPr>
              <a:t>đường</a:t>
            </a:r>
            <a:endParaRPr lang="en-US" sz="2000" dirty="0">
              <a:solidFill>
                <a:schemeClr val="bg2">
                  <a:lumMod val="10000"/>
                </a:schemeClr>
              </a:solidFill>
            </a:endParaRPr>
          </a:p>
          <a:p>
            <a:pPr marL="739775" indent="-392113">
              <a:spcBef>
                <a:spcPct val="50000"/>
              </a:spcBef>
              <a:buFont typeface="Arial" pitchFamily="34" charset="0"/>
              <a:buChar char="•"/>
            </a:pPr>
            <a:r>
              <a:rPr lang="en-US" sz="2000" dirty="0" err="1">
                <a:solidFill>
                  <a:schemeClr val="bg2">
                    <a:lumMod val="10000"/>
                  </a:schemeClr>
                </a:solidFill>
              </a:rPr>
              <a:t>Độ</a:t>
            </a:r>
            <a:r>
              <a:rPr lang="en-US" sz="2000" dirty="0">
                <a:solidFill>
                  <a:schemeClr val="bg2">
                    <a:lumMod val="10000"/>
                  </a:schemeClr>
                </a:solidFill>
              </a:rPr>
              <a:t> </a:t>
            </a:r>
            <a:r>
              <a:rPr lang="en-US" sz="2000" dirty="0" err="1">
                <a:solidFill>
                  <a:schemeClr val="bg2">
                    <a:lumMod val="10000"/>
                  </a:schemeClr>
                </a:solidFill>
              </a:rPr>
              <a:t>bằng</a:t>
            </a:r>
            <a:r>
              <a:rPr lang="en-US" sz="2000" dirty="0">
                <a:solidFill>
                  <a:schemeClr val="bg2">
                    <a:lumMod val="10000"/>
                  </a:schemeClr>
                </a:solidFill>
              </a:rPr>
              <a:t> </a:t>
            </a:r>
            <a:r>
              <a:rPr lang="en-US" sz="2000" dirty="0" err="1">
                <a:solidFill>
                  <a:schemeClr val="bg2">
                    <a:lumMod val="10000"/>
                  </a:schemeClr>
                </a:solidFill>
              </a:rPr>
              <a:t>phẳng</a:t>
            </a:r>
            <a:r>
              <a:rPr lang="en-US" sz="2000" dirty="0">
                <a:solidFill>
                  <a:schemeClr val="bg2">
                    <a:lumMod val="10000"/>
                  </a:schemeClr>
                </a:solidFill>
              </a:rPr>
              <a:t> </a:t>
            </a:r>
            <a:r>
              <a:rPr lang="en-US" sz="2000" dirty="0" err="1">
                <a:solidFill>
                  <a:schemeClr val="bg2">
                    <a:lumMod val="10000"/>
                  </a:schemeClr>
                </a:solidFill>
              </a:rPr>
              <a:t>của</a:t>
            </a:r>
            <a:r>
              <a:rPr lang="en-US" sz="2000" dirty="0">
                <a:solidFill>
                  <a:schemeClr val="bg2">
                    <a:lumMod val="10000"/>
                  </a:schemeClr>
                </a:solidFill>
              </a:rPr>
              <a:t> </a:t>
            </a:r>
            <a:r>
              <a:rPr lang="en-US" sz="2000" dirty="0" err="1">
                <a:solidFill>
                  <a:schemeClr val="bg2">
                    <a:lumMod val="10000"/>
                  </a:schemeClr>
                </a:solidFill>
              </a:rPr>
              <a:t>mặt</a:t>
            </a:r>
            <a:r>
              <a:rPr lang="en-US" sz="2000" dirty="0">
                <a:solidFill>
                  <a:schemeClr val="bg2">
                    <a:lumMod val="10000"/>
                  </a:schemeClr>
                </a:solidFill>
              </a:rPr>
              <a:t> </a:t>
            </a:r>
            <a:r>
              <a:rPr lang="en-US" sz="2000" dirty="0" err="1">
                <a:solidFill>
                  <a:schemeClr val="bg2">
                    <a:lumMod val="10000"/>
                  </a:schemeClr>
                </a:solidFill>
              </a:rPr>
              <a:t>đường</a:t>
            </a:r>
            <a:endParaRPr lang="en-US" sz="2000" dirty="0">
              <a:solidFill>
                <a:schemeClr val="bg2">
                  <a:lumMod val="10000"/>
                </a:schemeClr>
              </a:solidFill>
            </a:endParaRPr>
          </a:p>
          <a:p>
            <a:pPr marL="739775" indent="-392113">
              <a:spcBef>
                <a:spcPct val="50000"/>
              </a:spcBef>
              <a:buFont typeface="Arial" pitchFamily="34" charset="0"/>
              <a:buChar char="•"/>
            </a:pPr>
            <a:r>
              <a:rPr lang="en-US" sz="2000" dirty="0" err="1">
                <a:solidFill>
                  <a:schemeClr val="bg2">
                    <a:lumMod val="10000"/>
                  </a:schemeClr>
                </a:solidFill>
              </a:rPr>
              <a:t>Cấu</a:t>
            </a:r>
            <a:r>
              <a:rPr lang="en-US" sz="2000" dirty="0">
                <a:solidFill>
                  <a:schemeClr val="bg2">
                    <a:lumMod val="10000"/>
                  </a:schemeClr>
                </a:solidFill>
              </a:rPr>
              <a:t> </a:t>
            </a:r>
            <a:r>
              <a:rPr lang="en-US" sz="2000" dirty="0" err="1">
                <a:solidFill>
                  <a:schemeClr val="bg2">
                    <a:lumMod val="10000"/>
                  </a:schemeClr>
                </a:solidFill>
              </a:rPr>
              <a:t>trúc</a:t>
            </a:r>
            <a:r>
              <a:rPr lang="en-US" sz="2000" dirty="0">
                <a:solidFill>
                  <a:schemeClr val="bg2">
                    <a:lumMod val="10000"/>
                  </a:schemeClr>
                </a:solidFill>
              </a:rPr>
              <a:t> </a:t>
            </a:r>
            <a:r>
              <a:rPr lang="en-US" sz="2000" dirty="0" err="1">
                <a:solidFill>
                  <a:schemeClr val="bg2">
                    <a:lumMod val="10000"/>
                  </a:schemeClr>
                </a:solidFill>
              </a:rPr>
              <a:t>nhám</a:t>
            </a:r>
            <a:r>
              <a:rPr lang="en-US" sz="2000" dirty="0">
                <a:solidFill>
                  <a:schemeClr val="bg2">
                    <a:lumMod val="10000"/>
                  </a:schemeClr>
                </a:solidFill>
              </a:rPr>
              <a:t> </a:t>
            </a:r>
            <a:r>
              <a:rPr lang="en-US" sz="2000" dirty="0" err="1">
                <a:solidFill>
                  <a:schemeClr val="bg2">
                    <a:lumMod val="10000"/>
                  </a:schemeClr>
                </a:solidFill>
              </a:rPr>
              <a:t>bề</a:t>
            </a:r>
            <a:r>
              <a:rPr lang="en-US" sz="2000" dirty="0">
                <a:solidFill>
                  <a:schemeClr val="bg2">
                    <a:lumMod val="10000"/>
                  </a:schemeClr>
                </a:solidFill>
              </a:rPr>
              <a:t> </a:t>
            </a:r>
            <a:r>
              <a:rPr lang="en-US" sz="2000" dirty="0" err="1">
                <a:solidFill>
                  <a:schemeClr val="bg2">
                    <a:lumMod val="10000"/>
                  </a:schemeClr>
                </a:solidFill>
              </a:rPr>
              <a:t>mặt</a:t>
            </a:r>
            <a:r>
              <a:rPr lang="en-US" sz="2000" dirty="0">
                <a:solidFill>
                  <a:schemeClr val="bg2">
                    <a:lumMod val="10000"/>
                  </a:schemeClr>
                </a:solidFill>
              </a:rPr>
              <a:t> </a:t>
            </a:r>
            <a:r>
              <a:rPr lang="en-US" sz="2000" dirty="0" err="1">
                <a:solidFill>
                  <a:schemeClr val="bg2">
                    <a:lumMod val="10000"/>
                  </a:schemeClr>
                </a:solidFill>
              </a:rPr>
              <a:t>và</a:t>
            </a:r>
            <a:r>
              <a:rPr lang="en-US" sz="2000" dirty="0">
                <a:solidFill>
                  <a:schemeClr val="bg2">
                    <a:lumMod val="10000"/>
                  </a:schemeClr>
                </a:solidFill>
              </a:rPr>
              <a:t> </a:t>
            </a:r>
            <a:r>
              <a:rPr lang="en-US" sz="2000" dirty="0" err="1">
                <a:solidFill>
                  <a:schemeClr val="bg2">
                    <a:lumMod val="10000"/>
                  </a:schemeClr>
                </a:solidFill>
              </a:rPr>
              <a:t>cường</a:t>
            </a:r>
            <a:r>
              <a:rPr lang="en-US" sz="2000" dirty="0">
                <a:solidFill>
                  <a:schemeClr val="bg2">
                    <a:lumMod val="10000"/>
                  </a:schemeClr>
                </a:solidFill>
              </a:rPr>
              <a:t> </a:t>
            </a:r>
            <a:r>
              <a:rPr lang="en-US" sz="2000" dirty="0" err="1">
                <a:solidFill>
                  <a:schemeClr val="bg2">
                    <a:lumMod val="10000"/>
                  </a:schemeClr>
                </a:solidFill>
              </a:rPr>
              <a:t>độ</a:t>
            </a:r>
            <a:r>
              <a:rPr lang="en-US" sz="2000" dirty="0">
                <a:solidFill>
                  <a:schemeClr val="bg2">
                    <a:lumMod val="10000"/>
                  </a:schemeClr>
                </a:solidFill>
              </a:rPr>
              <a:t> </a:t>
            </a:r>
            <a:r>
              <a:rPr lang="en-US" sz="2000" dirty="0" err="1">
                <a:solidFill>
                  <a:schemeClr val="bg2">
                    <a:lumMod val="10000"/>
                  </a:schemeClr>
                </a:solidFill>
              </a:rPr>
              <a:t>chống</a:t>
            </a:r>
            <a:r>
              <a:rPr lang="en-US" sz="2000" dirty="0">
                <a:solidFill>
                  <a:schemeClr val="bg2">
                    <a:lumMod val="10000"/>
                  </a:schemeClr>
                </a:solidFill>
              </a:rPr>
              <a:t> </a:t>
            </a:r>
            <a:r>
              <a:rPr lang="en-US" sz="2000" dirty="0" err="1">
                <a:solidFill>
                  <a:schemeClr val="bg2">
                    <a:lumMod val="10000"/>
                  </a:schemeClr>
                </a:solidFill>
              </a:rPr>
              <a:t>trơn</a:t>
            </a:r>
            <a:r>
              <a:rPr lang="en-US" sz="2000" dirty="0">
                <a:solidFill>
                  <a:schemeClr val="bg2">
                    <a:lumMod val="10000"/>
                  </a:schemeClr>
                </a:solidFill>
              </a:rPr>
              <a:t> </a:t>
            </a:r>
            <a:r>
              <a:rPr lang="en-US" sz="2000" dirty="0" err="1">
                <a:solidFill>
                  <a:schemeClr val="bg2">
                    <a:lumMod val="10000"/>
                  </a:schemeClr>
                </a:solidFill>
              </a:rPr>
              <a:t>trượt</a:t>
            </a:r>
            <a:r>
              <a:rPr lang="en-US" sz="2000" dirty="0">
                <a:solidFill>
                  <a:schemeClr val="bg2">
                    <a:lumMod val="10000"/>
                  </a:schemeClr>
                </a:solidFill>
              </a:rPr>
              <a:t> </a:t>
            </a:r>
            <a:r>
              <a:rPr lang="en-US" sz="2000" dirty="0" err="1">
                <a:solidFill>
                  <a:schemeClr val="bg2">
                    <a:lumMod val="10000"/>
                  </a:schemeClr>
                </a:solidFill>
              </a:rPr>
              <a:t>của</a:t>
            </a:r>
            <a:r>
              <a:rPr lang="en-US" sz="2000" dirty="0">
                <a:solidFill>
                  <a:schemeClr val="bg2">
                    <a:lumMod val="10000"/>
                  </a:schemeClr>
                </a:solidFill>
              </a:rPr>
              <a:t> </a:t>
            </a:r>
            <a:r>
              <a:rPr lang="en-US" sz="2000" dirty="0" err="1">
                <a:solidFill>
                  <a:schemeClr val="bg2">
                    <a:lumMod val="10000"/>
                  </a:schemeClr>
                </a:solidFill>
              </a:rPr>
              <a:t>mặt</a:t>
            </a:r>
            <a:r>
              <a:rPr lang="en-US" sz="2000" dirty="0">
                <a:solidFill>
                  <a:schemeClr val="bg2">
                    <a:lumMod val="10000"/>
                  </a:schemeClr>
                </a:solidFill>
              </a:rPr>
              <a:t> </a:t>
            </a:r>
            <a:r>
              <a:rPr lang="en-US" sz="2000" dirty="0" err="1">
                <a:solidFill>
                  <a:schemeClr val="bg2">
                    <a:lumMod val="10000"/>
                  </a:schemeClr>
                </a:solidFill>
              </a:rPr>
              <a:t>đường</a:t>
            </a:r>
            <a:endParaRPr lang="en-US" sz="2000" dirty="0">
              <a:solidFill>
                <a:schemeClr val="bg2">
                  <a:lumMod val="10000"/>
                </a:schemeClr>
              </a:solidFill>
            </a:endParaRPr>
          </a:p>
          <a:p>
            <a:pPr>
              <a:spcBef>
                <a:spcPct val="50000"/>
              </a:spcBef>
              <a:buFontTx/>
              <a:buAutoNum type="arabicPeriod"/>
            </a:pPr>
            <a:r>
              <a:rPr lang="en-US" sz="2000" b="1" dirty="0" err="1">
                <a:solidFill>
                  <a:srgbClr val="FF0000"/>
                </a:solidFill>
              </a:rPr>
              <a:t>Sự</a:t>
            </a:r>
            <a:r>
              <a:rPr lang="en-US" sz="2000" b="1" dirty="0">
                <a:solidFill>
                  <a:srgbClr val="FF0000"/>
                </a:solidFill>
              </a:rPr>
              <a:t> </a:t>
            </a:r>
            <a:r>
              <a:rPr lang="en-US" sz="2000" b="1" dirty="0" err="1">
                <a:solidFill>
                  <a:srgbClr val="FF0000"/>
                </a:solidFill>
              </a:rPr>
              <a:t>xuống</a:t>
            </a:r>
            <a:r>
              <a:rPr lang="en-US" sz="2000" b="1" dirty="0">
                <a:solidFill>
                  <a:srgbClr val="FF0000"/>
                </a:solidFill>
              </a:rPr>
              <a:t> </a:t>
            </a:r>
            <a:r>
              <a:rPr lang="en-US" sz="2000" b="1" dirty="0" err="1">
                <a:solidFill>
                  <a:srgbClr val="FF0000"/>
                </a:solidFill>
              </a:rPr>
              <a:t>cấp</a:t>
            </a:r>
            <a:r>
              <a:rPr lang="en-US" sz="2000" b="1" dirty="0">
                <a:solidFill>
                  <a:srgbClr val="FF0000"/>
                </a:solidFill>
              </a:rPr>
              <a:t> </a:t>
            </a:r>
            <a:r>
              <a:rPr lang="en-US" sz="2000" b="1" dirty="0" err="1">
                <a:solidFill>
                  <a:srgbClr val="FF0000"/>
                </a:solidFill>
              </a:rPr>
              <a:t>của</a:t>
            </a:r>
            <a:r>
              <a:rPr lang="en-US" sz="2000" b="1" dirty="0">
                <a:solidFill>
                  <a:srgbClr val="FF0000"/>
                </a:solidFill>
              </a:rPr>
              <a:t> </a:t>
            </a:r>
            <a:r>
              <a:rPr lang="en-US" sz="2000" b="1" dirty="0" err="1">
                <a:solidFill>
                  <a:srgbClr val="FF0000"/>
                </a:solidFill>
              </a:rPr>
              <a:t>mặt</a:t>
            </a:r>
            <a:r>
              <a:rPr lang="en-US" sz="2000" b="1" dirty="0">
                <a:solidFill>
                  <a:srgbClr val="FF0000"/>
                </a:solidFill>
              </a:rPr>
              <a:t> </a:t>
            </a:r>
            <a:r>
              <a:rPr lang="en-US" sz="2000" b="1" dirty="0" err="1">
                <a:solidFill>
                  <a:srgbClr val="FF0000"/>
                </a:solidFill>
              </a:rPr>
              <a:t>đường</a:t>
            </a:r>
            <a:endParaRPr lang="en-US" sz="2000" b="1" dirty="0">
              <a:solidFill>
                <a:srgbClr val="FF0000"/>
              </a:solidFill>
            </a:endParaRPr>
          </a:p>
          <a:p>
            <a:pPr>
              <a:spcBef>
                <a:spcPct val="50000"/>
              </a:spcBef>
              <a:buFontTx/>
              <a:buAutoNum type="arabicPeriod"/>
            </a:pPr>
            <a:r>
              <a:rPr lang="en-US" sz="2000" dirty="0" err="1">
                <a:solidFill>
                  <a:schemeClr val="bg2">
                    <a:lumMod val="10000"/>
                  </a:schemeClr>
                </a:solidFill>
              </a:rPr>
              <a:t>Quản</a:t>
            </a:r>
            <a:r>
              <a:rPr lang="en-US" sz="2000" dirty="0">
                <a:solidFill>
                  <a:schemeClr val="bg2">
                    <a:lumMod val="10000"/>
                  </a:schemeClr>
                </a:solidFill>
              </a:rPr>
              <a:t> </a:t>
            </a:r>
            <a:r>
              <a:rPr lang="en-US" sz="2000" dirty="0" err="1">
                <a:solidFill>
                  <a:schemeClr val="bg2">
                    <a:lumMod val="10000"/>
                  </a:schemeClr>
                </a:solidFill>
              </a:rPr>
              <a:t>lý</a:t>
            </a:r>
            <a:r>
              <a:rPr lang="en-US" sz="2000" dirty="0">
                <a:solidFill>
                  <a:schemeClr val="bg2">
                    <a:lumMod val="10000"/>
                  </a:schemeClr>
                </a:solidFill>
              </a:rPr>
              <a:t> </a:t>
            </a:r>
            <a:r>
              <a:rPr lang="en-US" sz="2000" dirty="0" err="1">
                <a:solidFill>
                  <a:schemeClr val="bg2">
                    <a:lumMod val="10000"/>
                  </a:schemeClr>
                </a:solidFill>
              </a:rPr>
              <a:t>tài</a:t>
            </a:r>
            <a:r>
              <a:rPr lang="en-US" sz="2000" dirty="0">
                <a:solidFill>
                  <a:schemeClr val="bg2">
                    <a:lumMod val="10000"/>
                  </a:schemeClr>
                </a:solidFill>
              </a:rPr>
              <a:t> </a:t>
            </a:r>
            <a:r>
              <a:rPr lang="en-US" sz="2000" dirty="0" err="1">
                <a:solidFill>
                  <a:schemeClr val="bg2">
                    <a:lumMod val="10000"/>
                  </a:schemeClr>
                </a:solidFill>
              </a:rPr>
              <a:t>sản</a:t>
            </a:r>
            <a:r>
              <a:rPr lang="en-US" sz="2000" dirty="0">
                <a:solidFill>
                  <a:schemeClr val="bg2">
                    <a:lumMod val="10000"/>
                  </a:schemeClr>
                </a:solidFill>
              </a:rPr>
              <a:t> </a:t>
            </a:r>
            <a:r>
              <a:rPr lang="en-US" sz="2000" dirty="0" err="1">
                <a:solidFill>
                  <a:schemeClr val="bg2">
                    <a:lumMod val="10000"/>
                  </a:schemeClr>
                </a:solidFill>
              </a:rPr>
              <a:t>cơ</a:t>
            </a:r>
            <a:r>
              <a:rPr lang="en-US" sz="2000" dirty="0">
                <a:solidFill>
                  <a:schemeClr val="bg2">
                    <a:lumMod val="10000"/>
                  </a:schemeClr>
                </a:solidFill>
              </a:rPr>
              <a:t> </a:t>
            </a:r>
            <a:r>
              <a:rPr lang="en-US" sz="2000" dirty="0" err="1">
                <a:solidFill>
                  <a:schemeClr val="bg2">
                    <a:lumMod val="10000"/>
                  </a:schemeClr>
                </a:solidFill>
              </a:rPr>
              <a:t>sở</a:t>
            </a:r>
            <a:r>
              <a:rPr lang="en-US" sz="2000" dirty="0">
                <a:solidFill>
                  <a:schemeClr val="bg2">
                    <a:lumMod val="10000"/>
                  </a:schemeClr>
                </a:solidFill>
              </a:rPr>
              <a:t> </a:t>
            </a:r>
            <a:r>
              <a:rPr lang="en-US" sz="2000" dirty="0" err="1">
                <a:solidFill>
                  <a:schemeClr val="bg2">
                    <a:lumMod val="10000"/>
                  </a:schemeClr>
                </a:solidFill>
              </a:rPr>
              <a:t>hạ</a:t>
            </a:r>
            <a:r>
              <a:rPr lang="en-US" sz="2000" dirty="0">
                <a:solidFill>
                  <a:schemeClr val="bg2">
                    <a:lumMod val="10000"/>
                  </a:schemeClr>
                </a:solidFill>
              </a:rPr>
              <a:t> </a:t>
            </a:r>
            <a:r>
              <a:rPr lang="en-US" sz="2000" dirty="0" err="1">
                <a:solidFill>
                  <a:schemeClr val="bg2">
                    <a:lumMod val="10000"/>
                  </a:schemeClr>
                </a:solidFill>
              </a:rPr>
              <a:t>tầng</a:t>
            </a:r>
            <a:r>
              <a:rPr lang="en-US" sz="2000" dirty="0">
                <a:solidFill>
                  <a:schemeClr val="bg2">
                    <a:lumMod val="10000"/>
                  </a:schemeClr>
                </a:solidFill>
              </a:rPr>
              <a:t> </a:t>
            </a:r>
            <a:r>
              <a:rPr lang="en-US" sz="2000" dirty="0" err="1">
                <a:solidFill>
                  <a:schemeClr val="bg2">
                    <a:lumMod val="10000"/>
                  </a:schemeClr>
                </a:solidFill>
              </a:rPr>
              <a:t>đường</a:t>
            </a:r>
            <a:r>
              <a:rPr lang="en-US" sz="2000" dirty="0">
                <a:solidFill>
                  <a:schemeClr val="bg2">
                    <a:lumMod val="10000"/>
                  </a:schemeClr>
                </a:solidFill>
              </a:rPr>
              <a:t> </a:t>
            </a:r>
            <a:r>
              <a:rPr lang="en-US" sz="2000" dirty="0" err="1">
                <a:solidFill>
                  <a:schemeClr val="bg2">
                    <a:lumMod val="10000"/>
                  </a:schemeClr>
                </a:solidFill>
              </a:rPr>
              <a:t>bộ</a:t>
            </a:r>
            <a:endParaRPr lang="en-US" sz="2000" dirty="0">
              <a:solidFill>
                <a:schemeClr val="bg2">
                  <a:lumMod val="10000"/>
                </a:schemeClr>
              </a:solidFill>
            </a:endParaRPr>
          </a:p>
        </p:txBody>
      </p:sp>
    </p:spTree>
    <p:extLst>
      <p:ext uri="{BB962C8B-B14F-4D97-AF65-F5344CB8AC3E}">
        <p14:creationId xmlns:p14="http://schemas.microsoft.com/office/powerpoint/2010/main" val="807877622"/>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4" name="Rectangle 6"/>
          <p:cNvSpPr>
            <a:spLocks noChangeArrowheads="1"/>
          </p:cNvSpPr>
          <p:nvPr/>
        </p:nvSpPr>
        <p:spPr bwMode="auto">
          <a:xfrm>
            <a:off x="533400" y="332006"/>
            <a:ext cx="612795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spcBef>
                <a:spcPct val="50000"/>
              </a:spcBef>
            </a:pPr>
            <a:r>
              <a:rPr lang="en-US" sz="2000" b="1" dirty="0" err="1">
                <a:solidFill>
                  <a:srgbClr val="FF0000"/>
                </a:solidFill>
              </a:rPr>
              <a:t>Sự</a:t>
            </a:r>
            <a:r>
              <a:rPr lang="en-US" sz="2000" b="1" dirty="0">
                <a:solidFill>
                  <a:srgbClr val="FF0000"/>
                </a:solidFill>
              </a:rPr>
              <a:t> </a:t>
            </a:r>
            <a:r>
              <a:rPr lang="en-US" sz="2000" b="1" dirty="0" err="1">
                <a:solidFill>
                  <a:srgbClr val="FF0000"/>
                </a:solidFill>
              </a:rPr>
              <a:t>xuống</a:t>
            </a:r>
            <a:r>
              <a:rPr lang="en-US" sz="2000" b="1" dirty="0">
                <a:solidFill>
                  <a:srgbClr val="FF0000"/>
                </a:solidFill>
              </a:rPr>
              <a:t> </a:t>
            </a:r>
            <a:r>
              <a:rPr lang="en-US" sz="2000" b="1" dirty="0" err="1">
                <a:solidFill>
                  <a:srgbClr val="FF0000"/>
                </a:solidFill>
              </a:rPr>
              <a:t>cấp</a:t>
            </a:r>
            <a:r>
              <a:rPr lang="en-US" sz="2000" b="1" dirty="0">
                <a:solidFill>
                  <a:srgbClr val="FF0000"/>
                </a:solidFill>
              </a:rPr>
              <a:t> </a:t>
            </a:r>
            <a:r>
              <a:rPr lang="en-US" sz="2000" b="1" dirty="0" err="1">
                <a:solidFill>
                  <a:srgbClr val="FF0000"/>
                </a:solidFill>
              </a:rPr>
              <a:t>của</a:t>
            </a:r>
            <a:r>
              <a:rPr lang="en-US" sz="2000" b="1" dirty="0">
                <a:solidFill>
                  <a:srgbClr val="FF0000"/>
                </a:solidFill>
              </a:rPr>
              <a:t> </a:t>
            </a:r>
            <a:r>
              <a:rPr lang="en-US" sz="2000" b="1" dirty="0" err="1">
                <a:solidFill>
                  <a:srgbClr val="FF0000"/>
                </a:solidFill>
              </a:rPr>
              <a:t>mặt</a:t>
            </a:r>
            <a:r>
              <a:rPr lang="en-US" sz="2000" b="1" dirty="0">
                <a:solidFill>
                  <a:srgbClr val="FF0000"/>
                </a:solidFill>
              </a:rPr>
              <a:t> </a:t>
            </a:r>
            <a:r>
              <a:rPr lang="en-US" sz="2000" b="1" dirty="0" err="1">
                <a:solidFill>
                  <a:srgbClr val="FF0000"/>
                </a:solidFill>
              </a:rPr>
              <a:t>đường</a:t>
            </a:r>
            <a:endParaRPr lang="en-US" sz="2000" b="1" dirty="0">
              <a:solidFill>
                <a:srgbClr val="FF0000"/>
              </a:solidFill>
            </a:endParaRPr>
          </a:p>
        </p:txBody>
      </p:sp>
      <p:sp>
        <p:nvSpPr>
          <p:cNvPr id="5" name="Rectangle 4"/>
          <p:cNvSpPr/>
          <p:nvPr/>
        </p:nvSpPr>
        <p:spPr>
          <a:xfrm>
            <a:off x="381000" y="1215347"/>
            <a:ext cx="8033657" cy="646331"/>
          </a:xfrm>
          <a:prstGeom prst="rect">
            <a:avLst/>
          </a:prstGeom>
        </p:spPr>
        <p:txBody>
          <a:bodyPr wrap="square">
            <a:spAutoFit/>
          </a:bodyPr>
          <a:lstStyle/>
          <a:p>
            <a:r>
              <a:rPr lang="en-US" b="1" dirty="0" err="1">
                <a:solidFill>
                  <a:srgbClr val="0070C0"/>
                </a:solidFill>
              </a:rPr>
              <a:t>Tại</a:t>
            </a:r>
            <a:r>
              <a:rPr lang="en-US" b="1" dirty="0">
                <a:solidFill>
                  <a:srgbClr val="0070C0"/>
                </a:solidFill>
              </a:rPr>
              <a:t> </a:t>
            </a:r>
            <a:r>
              <a:rPr lang="en-US" b="1" dirty="0" err="1">
                <a:solidFill>
                  <a:srgbClr val="0070C0"/>
                </a:solidFill>
              </a:rPr>
              <a:t>sao</a:t>
            </a:r>
            <a:r>
              <a:rPr lang="en-US" b="1" dirty="0">
                <a:solidFill>
                  <a:srgbClr val="0070C0"/>
                </a:solidFill>
              </a:rPr>
              <a:t> </a:t>
            </a:r>
            <a:r>
              <a:rPr lang="en-US" b="1" dirty="0" err="1">
                <a:solidFill>
                  <a:srgbClr val="0070C0"/>
                </a:solidFill>
              </a:rPr>
              <a:t>dự</a:t>
            </a:r>
            <a:r>
              <a:rPr lang="en-US" b="1" dirty="0">
                <a:solidFill>
                  <a:srgbClr val="0070C0"/>
                </a:solidFill>
              </a:rPr>
              <a:t> </a:t>
            </a:r>
            <a:r>
              <a:rPr lang="en-US" b="1" dirty="0" err="1">
                <a:solidFill>
                  <a:srgbClr val="0070C0"/>
                </a:solidFill>
              </a:rPr>
              <a:t>báo</a:t>
            </a:r>
            <a:r>
              <a:rPr lang="en-US" b="1" dirty="0">
                <a:solidFill>
                  <a:srgbClr val="0070C0"/>
                </a:solidFill>
              </a:rPr>
              <a:t> </a:t>
            </a:r>
            <a:r>
              <a:rPr lang="en-US" b="1" dirty="0" err="1">
                <a:solidFill>
                  <a:srgbClr val="0070C0"/>
                </a:solidFill>
              </a:rPr>
              <a:t>xuống</a:t>
            </a:r>
            <a:r>
              <a:rPr lang="en-US" b="1" dirty="0">
                <a:solidFill>
                  <a:srgbClr val="0070C0"/>
                </a:solidFill>
              </a:rPr>
              <a:t> </a:t>
            </a:r>
            <a:r>
              <a:rPr lang="en-US" b="1" dirty="0" err="1">
                <a:solidFill>
                  <a:srgbClr val="0070C0"/>
                </a:solidFill>
              </a:rPr>
              <a:t>cấp</a:t>
            </a:r>
            <a:r>
              <a:rPr lang="en-US" b="1" dirty="0">
                <a:solidFill>
                  <a:srgbClr val="0070C0"/>
                </a:solidFill>
              </a:rPr>
              <a:t> </a:t>
            </a:r>
            <a:r>
              <a:rPr lang="en-US" b="1" dirty="0" err="1">
                <a:solidFill>
                  <a:srgbClr val="0070C0"/>
                </a:solidFill>
              </a:rPr>
              <a:t>của</a:t>
            </a:r>
            <a:r>
              <a:rPr lang="en-US" b="1" dirty="0">
                <a:solidFill>
                  <a:srgbClr val="0070C0"/>
                </a:solidFill>
              </a:rPr>
              <a:t> </a:t>
            </a:r>
            <a:r>
              <a:rPr lang="en-US" b="1" dirty="0" err="1">
                <a:solidFill>
                  <a:srgbClr val="0070C0"/>
                </a:solidFill>
              </a:rPr>
              <a:t>mặt</a:t>
            </a:r>
            <a:r>
              <a:rPr lang="en-US" b="1" dirty="0">
                <a:solidFill>
                  <a:srgbClr val="0070C0"/>
                </a:solidFill>
              </a:rPr>
              <a:t> </a:t>
            </a:r>
            <a:r>
              <a:rPr lang="en-US" b="1" dirty="0" err="1">
                <a:solidFill>
                  <a:srgbClr val="0070C0"/>
                </a:solidFill>
              </a:rPr>
              <a:t>đường</a:t>
            </a:r>
            <a:r>
              <a:rPr lang="en-US" b="1" dirty="0">
                <a:solidFill>
                  <a:srgbClr val="0070C0"/>
                </a:solidFill>
              </a:rPr>
              <a:t> </a:t>
            </a:r>
            <a:r>
              <a:rPr lang="en-US" b="1" dirty="0" err="1">
                <a:solidFill>
                  <a:srgbClr val="0070C0"/>
                </a:solidFill>
              </a:rPr>
              <a:t>là</a:t>
            </a:r>
            <a:r>
              <a:rPr lang="en-US" b="1" dirty="0">
                <a:solidFill>
                  <a:srgbClr val="0070C0"/>
                </a:solidFill>
              </a:rPr>
              <a:t> </a:t>
            </a:r>
            <a:r>
              <a:rPr lang="en-US" b="1" dirty="0" err="1">
                <a:solidFill>
                  <a:srgbClr val="0070C0"/>
                </a:solidFill>
              </a:rPr>
              <a:t>vấn</a:t>
            </a:r>
            <a:r>
              <a:rPr lang="en-US" b="1" dirty="0">
                <a:solidFill>
                  <a:srgbClr val="0070C0"/>
                </a:solidFill>
              </a:rPr>
              <a:t> </a:t>
            </a:r>
            <a:r>
              <a:rPr lang="en-US" b="1" dirty="0" err="1">
                <a:solidFill>
                  <a:srgbClr val="0070C0"/>
                </a:solidFill>
              </a:rPr>
              <a:t>đề</a:t>
            </a:r>
            <a:r>
              <a:rPr lang="en-US" b="1" dirty="0">
                <a:solidFill>
                  <a:srgbClr val="0070C0"/>
                </a:solidFill>
              </a:rPr>
              <a:t> </a:t>
            </a:r>
            <a:r>
              <a:rPr lang="en-US" b="1" dirty="0" err="1">
                <a:solidFill>
                  <a:srgbClr val="0070C0"/>
                </a:solidFill>
              </a:rPr>
              <a:t>quan</a:t>
            </a:r>
            <a:r>
              <a:rPr lang="en-US" b="1" dirty="0">
                <a:solidFill>
                  <a:srgbClr val="0070C0"/>
                </a:solidFill>
              </a:rPr>
              <a:t> </a:t>
            </a:r>
            <a:r>
              <a:rPr lang="en-US" b="1" dirty="0" err="1">
                <a:solidFill>
                  <a:srgbClr val="0070C0"/>
                </a:solidFill>
              </a:rPr>
              <a:t>trọng</a:t>
            </a:r>
            <a:r>
              <a:rPr lang="en-US" b="1" dirty="0">
                <a:solidFill>
                  <a:srgbClr val="0070C0"/>
                </a:solidFill>
              </a:rPr>
              <a:t> </a:t>
            </a:r>
            <a:r>
              <a:rPr lang="en-US" b="1" dirty="0" err="1">
                <a:solidFill>
                  <a:srgbClr val="0070C0"/>
                </a:solidFill>
              </a:rPr>
              <a:t>đối</a:t>
            </a:r>
            <a:r>
              <a:rPr lang="en-US" b="1" dirty="0">
                <a:solidFill>
                  <a:srgbClr val="0070C0"/>
                </a:solidFill>
              </a:rPr>
              <a:t> </a:t>
            </a:r>
            <a:r>
              <a:rPr lang="en-US" b="1" dirty="0" err="1">
                <a:solidFill>
                  <a:srgbClr val="0070C0"/>
                </a:solidFill>
              </a:rPr>
              <a:t>với</a:t>
            </a:r>
            <a:r>
              <a:rPr lang="en-US" b="1" dirty="0">
                <a:solidFill>
                  <a:srgbClr val="0070C0"/>
                </a:solidFill>
              </a:rPr>
              <a:t> </a:t>
            </a:r>
            <a:r>
              <a:rPr lang="en-US" b="1" dirty="0" err="1">
                <a:solidFill>
                  <a:srgbClr val="0070C0"/>
                </a:solidFill>
              </a:rPr>
              <a:t>bảo</a:t>
            </a:r>
            <a:r>
              <a:rPr lang="en-US" b="1" dirty="0">
                <a:solidFill>
                  <a:srgbClr val="0070C0"/>
                </a:solidFill>
              </a:rPr>
              <a:t> </a:t>
            </a:r>
            <a:r>
              <a:rPr lang="en-US" b="1" dirty="0" err="1">
                <a:solidFill>
                  <a:srgbClr val="0070C0"/>
                </a:solidFill>
              </a:rPr>
              <a:t>trì</a:t>
            </a:r>
            <a:r>
              <a:rPr lang="en-US" b="1" dirty="0">
                <a:solidFill>
                  <a:srgbClr val="0070C0"/>
                </a:solidFill>
              </a:rPr>
              <a:t> </a:t>
            </a:r>
            <a:r>
              <a:rPr lang="en-US" b="1" dirty="0" err="1">
                <a:solidFill>
                  <a:srgbClr val="0070C0"/>
                </a:solidFill>
              </a:rPr>
              <a:t>mặt</a:t>
            </a:r>
            <a:r>
              <a:rPr lang="en-US" b="1" dirty="0">
                <a:solidFill>
                  <a:srgbClr val="0070C0"/>
                </a:solidFill>
              </a:rPr>
              <a:t> </a:t>
            </a:r>
            <a:r>
              <a:rPr lang="en-US" b="1" dirty="0" err="1">
                <a:solidFill>
                  <a:srgbClr val="0070C0"/>
                </a:solidFill>
              </a:rPr>
              <a:t>đường</a:t>
            </a:r>
            <a:r>
              <a:rPr lang="en-US" b="1" dirty="0">
                <a:solidFill>
                  <a:srgbClr val="0070C0"/>
                </a:solidFill>
              </a:rPr>
              <a:t>?</a:t>
            </a:r>
            <a:endParaRPr lang="en-US" dirty="0">
              <a:solidFill>
                <a:srgbClr val="0070C0"/>
              </a:solidFill>
            </a:endParaRPr>
          </a:p>
        </p:txBody>
      </p:sp>
      <p:sp>
        <p:nvSpPr>
          <p:cNvPr id="6" name="Rectangle 5"/>
          <p:cNvSpPr/>
          <p:nvPr/>
        </p:nvSpPr>
        <p:spPr>
          <a:xfrm>
            <a:off x="994229" y="1828800"/>
            <a:ext cx="8033657" cy="369332"/>
          </a:xfrm>
          <a:prstGeom prst="rect">
            <a:avLst/>
          </a:prstGeom>
        </p:spPr>
        <p:txBody>
          <a:bodyPr wrap="square">
            <a:spAutoFit/>
          </a:bodyPr>
          <a:lstStyle/>
          <a:p>
            <a:r>
              <a:rPr lang="en-US" b="1" dirty="0" err="1">
                <a:solidFill>
                  <a:srgbClr val="0070C0"/>
                </a:solidFill>
              </a:rPr>
              <a:t>Đánh</a:t>
            </a:r>
            <a:r>
              <a:rPr lang="en-US" b="1" dirty="0">
                <a:solidFill>
                  <a:srgbClr val="0070C0"/>
                </a:solidFill>
              </a:rPr>
              <a:t> </a:t>
            </a:r>
            <a:r>
              <a:rPr lang="en-US" b="1" dirty="0" err="1">
                <a:solidFill>
                  <a:srgbClr val="0070C0"/>
                </a:solidFill>
              </a:rPr>
              <a:t>giá</a:t>
            </a:r>
            <a:r>
              <a:rPr lang="en-US" b="1" dirty="0">
                <a:solidFill>
                  <a:srgbClr val="0070C0"/>
                </a:solidFill>
              </a:rPr>
              <a:t> </a:t>
            </a:r>
            <a:r>
              <a:rPr lang="en-US" b="1" dirty="0" err="1">
                <a:solidFill>
                  <a:srgbClr val="0070C0"/>
                </a:solidFill>
              </a:rPr>
              <a:t>xuống</a:t>
            </a:r>
            <a:r>
              <a:rPr lang="en-US" b="1" dirty="0">
                <a:solidFill>
                  <a:srgbClr val="0070C0"/>
                </a:solidFill>
              </a:rPr>
              <a:t> </a:t>
            </a:r>
            <a:r>
              <a:rPr lang="en-US" b="1" dirty="0" err="1">
                <a:solidFill>
                  <a:srgbClr val="0070C0"/>
                </a:solidFill>
              </a:rPr>
              <a:t>cấp</a:t>
            </a:r>
            <a:r>
              <a:rPr lang="en-US" b="1" dirty="0">
                <a:solidFill>
                  <a:srgbClr val="0070C0"/>
                </a:solidFill>
              </a:rPr>
              <a:t> </a:t>
            </a:r>
            <a:r>
              <a:rPr lang="en-US" b="1" dirty="0" err="1">
                <a:solidFill>
                  <a:srgbClr val="0070C0"/>
                </a:solidFill>
              </a:rPr>
              <a:t>của</a:t>
            </a:r>
            <a:r>
              <a:rPr lang="en-US" b="1" dirty="0">
                <a:solidFill>
                  <a:srgbClr val="0070C0"/>
                </a:solidFill>
              </a:rPr>
              <a:t> </a:t>
            </a:r>
            <a:r>
              <a:rPr lang="en-US" b="1" dirty="0" err="1">
                <a:solidFill>
                  <a:srgbClr val="0070C0"/>
                </a:solidFill>
              </a:rPr>
              <a:t>mặt</a:t>
            </a:r>
            <a:r>
              <a:rPr lang="en-US" b="1" dirty="0">
                <a:solidFill>
                  <a:srgbClr val="0070C0"/>
                </a:solidFill>
              </a:rPr>
              <a:t> </a:t>
            </a:r>
            <a:r>
              <a:rPr lang="en-US" b="1" dirty="0" err="1">
                <a:solidFill>
                  <a:srgbClr val="0070C0"/>
                </a:solidFill>
              </a:rPr>
              <a:t>đường</a:t>
            </a:r>
            <a:r>
              <a:rPr lang="en-US" b="1" dirty="0">
                <a:solidFill>
                  <a:srgbClr val="0070C0"/>
                </a:solidFill>
              </a:rPr>
              <a:t> </a:t>
            </a:r>
            <a:r>
              <a:rPr lang="en-US" b="1" dirty="0" err="1">
                <a:solidFill>
                  <a:srgbClr val="0070C0"/>
                </a:solidFill>
              </a:rPr>
              <a:t>như</a:t>
            </a:r>
            <a:r>
              <a:rPr lang="en-US" b="1" dirty="0">
                <a:solidFill>
                  <a:srgbClr val="0070C0"/>
                </a:solidFill>
              </a:rPr>
              <a:t> </a:t>
            </a:r>
            <a:r>
              <a:rPr lang="en-US" b="1" dirty="0" err="1">
                <a:solidFill>
                  <a:srgbClr val="0070C0"/>
                </a:solidFill>
              </a:rPr>
              <a:t>thế</a:t>
            </a:r>
            <a:r>
              <a:rPr lang="en-US" b="1" dirty="0">
                <a:solidFill>
                  <a:srgbClr val="0070C0"/>
                </a:solidFill>
              </a:rPr>
              <a:t> </a:t>
            </a:r>
            <a:r>
              <a:rPr lang="en-US" b="1" dirty="0" err="1">
                <a:solidFill>
                  <a:srgbClr val="0070C0"/>
                </a:solidFill>
              </a:rPr>
              <a:t>nào</a:t>
            </a:r>
            <a:r>
              <a:rPr lang="en-US" b="1" dirty="0">
                <a:solidFill>
                  <a:srgbClr val="0070C0"/>
                </a:solidFill>
              </a:rPr>
              <a:t> ?</a:t>
            </a:r>
            <a:endParaRPr lang="en-US" dirty="0">
              <a:solidFill>
                <a:srgbClr val="0070C0"/>
              </a:solidFill>
            </a:endParaRPr>
          </a:p>
        </p:txBody>
      </p:sp>
      <p:sp>
        <p:nvSpPr>
          <p:cNvPr id="7" name="Text Box 3"/>
          <p:cNvSpPr txBox="1">
            <a:spLocks noChangeArrowheads="1"/>
          </p:cNvSpPr>
          <p:nvPr/>
        </p:nvSpPr>
        <p:spPr bwMode="auto">
          <a:xfrm>
            <a:off x="1148208" y="2409371"/>
            <a:ext cx="7725698" cy="41088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defRPr>
                <a:solidFill>
                  <a:schemeClr val="tx1"/>
                </a:solidFill>
                <a:latin typeface="Arial" pitchFamily="34" charset="0"/>
              </a:defRPr>
            </a:lvl1pPr>
            <a:lvl2pPr marL="800100" indent="-342900">
              <a:defRPr>
                <a:solidFill>
                  <a:schemeClr val="tx1"/>
                </a:solidFill>
                <a:latin typeface="Arial" pitchFamily="34" charset="0"/>
              </a:defRPr>
            </a:lvl2pPr>
            <a:lvl3pPr marL="1257300" indent="-342900">
              <a:defRPr>
                <a:solidFill>
                  <a:schemeClr val="tx1"/>
                </a:solidFill>
                <a:latin typeface="Arial" pitchFamily="34" charset="0"/>
              </a:defRPr>
            </a:lvl3pPr>
            <a:lvl4pPr marL="1714500" indent="-342900">
              <a:defRPr>
                <a:solidFill>
                  <a:schemeClr val="tx1"/>
                </a:solidFill>
                <a:latin typeface="Arial" pitchFamily="34" charset="0"/>
              </a:defRPr>
            </a:lvl4pPr>
            <a:lvl5pPr marL="2171700" indent="-342900">
              <a:defRPr>
                <a:solidFill>
                  <a:schemeClr val="tx1"/>
                </a:solidFill>
                <a:latin typeface="Arial" pitchFamily="34" charset="0"/>
              </a:defRPr>
            </a:lvl5pPr>
            <a:lvl6pPr marL="2628900" indent="-342900" fontAlgn="base">
              <a:spcBef>
                <a:spcPct val="0"/>
              </a:spcBef>
              <a:spcAft>
                <a:spcPct val="0"/>
              </a:spcAft>
              <a:defRPr>
                <a:solidFill>
                  <a:schemeClr val="tx1"/>
                </a:solidFill>
                <a:latin typeface="Arial" pitchFamily="34" charset="0"/>
              </a:defRPr>
            </a:lvl6pPr>
            <a:lvl7pPr marL="3086100" indent="-342900" fontAlgn="base">
              <a:spcBef>
                <a:spcPct val="0"/>
              </a:spcBef>
              <a:spcAft>
                <a:spcPct val="0"/>
              </a:spcAft>
              <a:defRPr>
                <a:solidFill>
                  <a:schemeClr val="tx1"/>
                </a:solidFill>
                <a:latin typeface="Arial" pitchFamily="34" charset="0"/>
              </a:defRPr>
            </a:lvl7pPr>
            <a:lvl8pPr marL="3543300" indent="-342900" fontAlgn="base">
              <a:spcBef>
                <a:spcPct val="0"/>
              </a:spcBef>
              <a:spcAft>
                <a:spcPct val="0"/>
              </a:spcAft>
              <a:defRPr>
                <a:solidFill>
                  <a:schemeClr val="tx1"/>
                </a:solidFill>
                <a:latin typeface="Arial" pitchFamily="34" charset="0"/>
              </a:defRPr>
            </a:lvl8pPr>
            <a:lvl9pPr marL="4000500" indent="-342900" fontAlgn="base">
              <a:spcBef>
                <a:spcPct val="0"/>
              </a:spcBef>
              <a:spcAft>
                <a:spcPct val="0"/>
              </a:spcAft>
              <a:defRPr>
                <a:solidFill>
                  <a:schemeClr val="tx1"/>
                </a:solidFill>
                <a:latin typeface="Arial" pitchFamily="34" charset="0"/>
              </a:defRPr>
            </a:lvl9pPr>
          </a:lstStyle>
          <a:p>
            <a:pPr>
              <a:spcBef>
                <a:spcPct val="50000"/>
              </a:spcBef>
              <a:buFontTx/>
              <a:buAutoNum type="arabicPeriod"/>
            </a:pPr>
            <a:r>
              <a:rPr lang="en-US" b="1" i="1" dirty="0" err="1">
                <a:solidFill>
                  <a:schemeClr val="accent4">
                    <a:lumMod val="50000"/>
                  </a:schemeClr>
                </a:solidFill>
              </a:rPr>
              <a:t>Phương</a:t>
            </a:r>
            <a:r>
              <a:rPr lang="en-US" b="1" i="1" dirty="0">
                <a:solidFill>
                  <a:schemeClr val="accent4">
                    <a:lumMod val="50000"/>
                  </a:schemeClr>
                </a:solidFill>
              </a:rPr>
              <a:t> </a:t>
            </a:r>
            <a:r>
              <a:rPr lang="en-US" b="1" i="1" dirty="0" err="1">
                <a:solidFill>
                  <a:schemeClr val="accent4">
                    <a:lumMod val="50000"/>
                  </a:schemeClr>
                </a:solidFill>
              </a:rPr>
              <a:t>pháp</a:t>
            </a:r>
            <a:r>
              <a:rPr lang="en-US" b="1" i="1" dirty="0">
                <a:solidFill>
                  <a:schemeClr val="accent4">
                    <a:lumMod val="50000"/>
                  </a:schemeClr>
                </a:solidFill>
              </a:rPr>
              <a:t> </a:t>
            </a:r>
            <a:r>
              <a:rPr lang="en-US" b="1" i="1" dirty="0" err="1">
                <a:solidFill>
                  <a:schemeClr val="accent4">
                    <a:lumMod val="50000"/>
                  </a:schemeClr>
                </a:solidFill>
              </a:rPr>
              <a:t>cơ</a:t>
            </a:r>
            <a:r>
              <a:rPr lang="en-US" b="1" i="1" dirty="0">
                <a:solidFill>
                  <a:schemeClr val="accent4">
                    <a:lumMod val="50000"/>
                  </a:schemeClr>
                </a:solidFill>
              </a:rPr>
              <a:t> </a:t>
            </a:r>
            <a:r>
              <a:rPr lang="en-US" b="1" i="1" dirty="0" err="1">
                <a:solidFill>
                  <a:schemeClr val="accent4">
                    <a:lumMod val="50000"/>
                  </a:schemeClr>
                </a:solidFill>
              </a:rPr>
              <a:t>học</a:t>
            </a:r>
            <a:r>
              <a:rPr lang="en-US" b="1" i="1" dirty="0">
                <a:solidFill>
                  <a:schemeClr val="accent4">
                    <a:lumMod val="50000"/>
                  </a:schemeClr>
                </a:solidFill>
              </a:rPr>
              <a:t> </a:t>
            </a:r>
            <a:r>
              <a:rPr lang="en-US" b="1" i="1" dirty="0" err="1">
                <a:solidFill>
                  <a:schemeClr val="accent4">
                    <a:lumMod val="50000"/>
                  </a:schemeClr>
                </a:solidFill>
              </a:rPr>
              <a:t>thuần</a:t>
            </a:r>
            <a:r>
              <a:rPr lang="en-US" b="1" i="1" dirty="0">
                <a:solidFill>
                  <a:schemeClr val="accent4">
                    <a:lumMod val="50000"/>
                  </a:schemeClr>
                </a:solidFill>
              </a:rPr>
              <a:t> </a:t>
            </a:r>
            <a:r>
              <a:rPr lang="en-US" b="1" i="1" dirty="0" err="1">
                <a:solidFill>
                  <a:schemeClr val="accent4">
                    <a:lumMod val="50000"/>
                  </a:schemeClr>
                </a:solidFill>
              </a:rPr>
              <a:t>túy</a:t>
            </a:r>
            <a:r>
              <a:rPr lang="en-US" b="1" i="1" dirty="0">
                <a:solidFill>
                  <a:schemeClr val="accent4">
                    <a:lumMod val="50000"/>
                  </a:schemeClr>
                </a:solidFill>
              </a:rPr>
              <a:t> </a:t>
            </a:r>
            <a:r>
              <a:rPr lang="en-US" dirty="0">
                <a:solidFill>
                  <a:schemeClr val="accent4">
                    <a:lumMod val="50000"/>
                  </a:schemeClr>
                </a:solidFill>
              </a:rPr>
              <a:t>– </a:t>
            </a:r>
            <a:r>
              <a:rPr lang="en-US" dirty="0" err="1">
                <a:solidFill>
                  <a:schemeClr val="accent4">
                    <a:lumMod val="50000"/>
                  </a:schemeClr>
                </a:solidFill>
              </a:rPr>
              <a:t>dựa</a:t>
            </a:r>
            <a:r>
              <a:rPr lang="en-US" dirty="0">
                <a:solidFill>
                  <a:schemeClr val="accent4">
                    <a:lumMod val="50000"/>
                  </a:schemeClr>
                </a:solidFill>
              </a:rPr>
              <a:t> </a:t>
            </a:r>
            <a:r>
              <a:rPr lang="en-US" dirty="0" err="1">
                <a:solidFill>
                  <a:schemeClr val="accent4">
                    <a:lumMod val="50000"/>
                  </a:schemeClr>
                </a:solidFill>
              </a:rPr>
              <a:t>trên</a:t>
            </a:r>
            <a:r>
              <a:rPr lang="en-US" dirty="0">
                <a:solidFill>
                  <a:schemeClr val="accent4">
                    <a:lumMod val="50000"/>
                  </a:schemeClr>
                </a:solidFill>
              </a:rPr>
              <a:t> </a:t>
            </a:r>
            <a:r>
              <a:rPr lang="en-US" dirty="0" err="1">
                <a:solidFill>
                  <a:schemeClr val="accent4">
                    <a:lumMod val="50000"/>
                  </a:schemeClr>
                </a:solidFill>
              </a:rPr>
              <a:t>các</a:t>
            </a:r>
            <a:r>
              <a:rPr lang="en-US" dirty="0">
                <a:solidFill>
                  <a:schemeClr val="accent4">
                    <a:lumMod val="50000"/>
                  </a:schemeClr>
                </a:solidFill>
              </a:rPr>
              <a:t> </a:t>
            </a:r>
            <a:r>
              <a:rPr lang="en-US" dirty="0" err="1">
                <a:solidFill>
                  <a:schemeClr val="accent4">
                    <a:lumMod val="50000"/>
                  </a:schemeClr>
                </a:solidFill>
              </a:rPr>
              <a:t>trạng</a:t>
            </a:r>
            <a:r>
              <a:rPr lang="en-US" dirty="0">
                <a:solidFill>
                  <a:schemeClr val="accent4">
                    <a:lumMod val="50000"/>
                  </a:schemeClr>
                </a:solidFill>
              </a:rPr>
              <a:t> </a:t>
            </a:r>
            <a:r>
              <a:rPr lang="en-US" dirty="0" err="1">
                <a:solidFill>
                  <a:schemeClr val="accent4">
                    <a:lumMod val="50000"/>
                  </a:schemeClr>
                </a:solidFill>
              </a:rPr>
              <a:t>thái</a:t>
            </a:r>
            <a:r>
              <a:rPr lang="en-US" dirty="0">
                <a:solidFill>
                  <a:schemeClr val="accent4">
                    <a:lumMod val="50000"/>
                  </a:schemeClr>
                </a:solidFill>
              </a:rPr>
              <a:t> </a:t>
            </a:r>
            <a:r>
              <a:rPr lang="en-US" dirty="0" err="1">
                <a:solidFill>
                  <a:schemeClr val="accent4">
                    <a:lumMod val="50000"/>
                  </a:schemeClr>
                </a:solidFill>
              </a:rPr>
              <a:t>cơ</a:t>
            </a:r>
            <a:r>
              <a:rPr lang="en-US" dirty="0">
                <a:solidFill>
                  <a:schemeClr val="accent4">
                    <a:lumMod val="50000"/>
                  </a:schemeClr>
                </a:solidFill>
              </a:rPr>
              <a:t> </a:t>
            </a:r>
            <a:r>
              <a:rPr lang="en-US" dirty="0" err="1">
                <a:solidFill>
                  <a:schemeClr val="accent4">
                    <a:lumMod val="50000"/>
                  </a:schemeClr>
                </a:solidFill>
              </a:rPr>
              <a:t>bản</a:t>
            </a:r>
            <a:r>
              <a:rPr lang="en-US" dirty="0">
                <a:solidFill>
                  <a:schemeClr val="accent4">
                    <a:lumMod val="50000"/>
                  </a:schemeClr>
                </a:solidFill>
              </a:rPr>
              <a:t> </a:t>
            </a:r>
            <a:r>
              <a:rPr lang="en-US" dirty="0" err="1">
                <a:solidFill>
                  <a:schemeClr val="accent4">
                    <a:lumMod val="50000"/>
                  </a:schemeClr>
                </a:solidFill>
              </a:rPr>
              <a:t>của</a:t>
            </a:r>
            <a:r>
              <a:rPr lang="en-US" dirty="0">
                <a:solidFill>
                  <a:schemeClr val="accent4">
                    <a:lumMod val="50000"/>
                  </a:schemeClr>
                </a:solidFill>
              </a:rPr>
              <a:t> </a:t>
            </a:r>
            <a:r>
              <a:rPr lang="en-US" dirty="0" err="1">
                <a:solidFill>
                  <a:schemeClr val="accent4">
                    <a:lumMod val="50000"/>
                  </a:schemeClr>
                </a:solidFill>
              </a:rPr>
              <a:t>mặt</a:t>
            </a:r>
            <a:r>
              <a:rPr lang="en-US" dirty="0">
                <a:solidFill>
                  <a:schemeClr val="accent4">
                    <a:lumMod val="50000"/>
                  </a:schemeClr>
                </a:solidFill>
              </a:rPr>
              <a:t> </a:t>
            </a:r>
            <a:r>
              <a:rPr lang="en-US" dirty="0" err="1">
                <a:solidFill>
                  <a:schemeClr val="accent4">
                    <a:lumMod val="50000"/>
                  </a:schemeClr>
                </a:solidFill>
              </a:rPr>
              <a:t>đường</a:t>
            </a:r>
            <a:r>
              <a:rPr lang="en-US" dirty="0">
                <a:solidFill>
                  <a:schemeClr val="accent4">
                    <a:lumMod val="50000"/>
                  </a:schemeClr>
                </a:solidFill>
              </a:rPr>
              <a:t>, </a:t>
            </a:r>
            <a:r>
              <a:rPr lang="en-US" dirty="0" err="1">
                <a:solidFill>
                  <a:schemeClr val="accent4">
                    <a:lumMod val="50000"/>
                  </a:schemeClr>
                </a:solidFill>
              </a:rPr>
              <a:t>như</a:t>
            </a:r>
            <a:r>
              <a:rPr lang="en-US" dirty="0">
                <a:solidFill>
                  <a:schemeClr val="accent4">
                    <a:lumMod val="50000"/>
                  </a:schemeClr>
                </a:solidFill>
              </a:rPr>
              <a:t> </a:t>
            </a:r>
            <a:r>
              <a:rPr lang="en-US" dirty="0" err="1">
                <a:solidFill>
                  <a:schemeClr val="accent4">
                    <a:lumMod val="50000"/>
                  </a:schemeClr>
                </a:solidFill>
              </a:rPr>
              <a:t>là</a:t>
            </a:r>
            <a:r>
              <a:rPr lang="en-US" dirty="0">
                <a:solidFill>
                  <a:schemeClr val="accent4">
                    <a:lumMod val="50000"/>
                  </a:schemeClr>
                </a:solidFill>
              </a:rPr>
              <a:t> </a:t>
            </a:r>
            <a:r>
              <a:rPr lang="en-US" dirty="0" err="1">
                <a:solidFill>
                  <a:srgbClr val="020202"/>
                </a:solidFill>
              </a:rPr>
              <a:t>ứng</a:t>
            </a:r>
            <a:r>
              <a:rPr lang="en-US" dirty="0">
                <a:solidFill>
                  <a:srgbClr val="020202"/>
                </a:solidFill>
              </a:rPr>
              <a:t> </a:t>
            </a:r>
            <a:r>
              <a:rPr lang="en-US" dirty="0" err="1">
                <a:solidFill>
                  <a:srgbClr val="020202"/>
                </a:solidFill>
              </a:rPr>
              <a:t>suất</a:t>
            </a:r>
            <a:r>
              <a:rPr lang="en-US" dirty="0">
                <a:solidFill>
                  <a:srgbClr val="020202"/>
                </a:solidFill>
              </a:rPr>
              <a:t>, </a:t>
            </a:r>
            <a:r>
              <a:rPr lang="en-US" dirty="0" err="1">
                <a:solidFill>
                  <a:srgbClr val="020202"/>
                </a:solidFill>
              </a:rPr>
              <a:t>biến</a:t>
            </a:r>
            <a:r>
              <a:rPr lang="en-US" dirty="0">
                <a:solidFill>
                  <a:srgbClr val="020202"/>
                </a:solidFill>
              </a:rPr>
              <a:t> </a:t>
            </a:r>
            <a:r>
              <a:rPr lang="en-US" dirty="0" err="1">
                <a:solidFill>
                  <a:srgbClr val="020202"/>
                </a:solidFill>
              </a:rPr>
              <a:t>dạng</a:t>
            </a:r>
            <a:r>
              <a:rPr lang="en-US" dirty="0">
                <a:solidFill>
                  <a:srgbClr val="020202"/>
                </a:solidFill>
              </a:rPr>
              <a:t> </a:t>
            </a:r>
            <a:r>
              <a:rPr lang="en-US" dirty="0" err="1">
                <a:solidFill>
                  <a:srgbClr val="020202"/>
                </a:solidFill>
              </a:rPr>
              <a:t>và</a:t>
            </a:r>
            <a:r>
              <a:rPr lang="en-US" dirty="0">
                <a:solidFill>
                  <a:srgbClr val="020202"/>
                </a:solidFill>
              </a:rPr>
              <a:t> </a:t>
            </a:r>
            <a:r>
              <a:rPr lang="en-US" dirty="0" err="1">
                <a:solidFill>
                  <a:srgbClr val="020202"/>
                </a:solidFill>
              </a:rPr>
              <a:t>độ</a:t>
            </a:r>
            <a:r>
              <a:rPr lang="en-US" dirty="0">
                <a:solidFill>
                  <a:srgbClr val="020202"/>
                </a:solidFill>
              </a:rPr>
              <a:t> </a:t>
            </a:r>
            <a:r>
              <a:rPr lang="en-US" dirty="0" err="1">
                <a:solidFill>
                  <a:srgbClr val="020202"/>
                </a:solidFill>
              </a:rPr>
              <a:t>võng</a:t>
            </a:r>
            <a:endParaRPr lang="en-US" dirty="0">
              <a:solidFill>
                <a:srgbClr val="020202"/>
              </a:solidFill>
            </a:endParaRPr>
          </a:p>
          <a:p>
            <a:pPr>
              <a:spcBef>
                <a:spcPct val="50000"/>
              </a:spcBef>
              <a:buFontTx/>
              <a:buAutoNum type="arabicPeriod"/>
            </a:pPr>
            <a:r>
              <a:rPr lang="en-US" b="1" i="1" dirty="0" err="1">
                <a:solidFill>
                  <a:schemeClr val="accent4">
                    <a:lumMod val="50000"/>
                  </a:schemeClr>
                </a:solidFill>
              </a:rPr>
              <a:t>Phương</a:t>
            </a:r>
            <a:r>
              <a:rPr lang="en-US" b="1" i="1" dirty="0">
                <a:solidFill>
                  <a:schemeClr val="accent4">
                    <a:lumMod val="50000"/>
                  </a:schemeClr>
                </a:solidFill>
              </a:rPr>
              <a:t> </a:t>
            </a:r>
            <a:r>
              <a:rPr lang="en-US" b="1" i="1" dirty="0" err="1">
                <a:solidFill>
                  <a:schemeClr val="accent4">
                    <a:lumMod val="50000"/>
                  </a:schemeClr>
                </a:solidFill>
              </a:rPr>
              <a:t>pháp</a:t>
            </a:r>
            <a:r>
              <a:rPr lang="en-US" b="1" i="1" dirty="0">
                <a:solidFill>
                  <a:schemeClr val="accent4">
                    <a:lumMod val="50000"/>
                  </a:schemeClr>
                </a:solidFill>
              </a:rPr>
              <a:t> </a:t>
            </a:r>
            <a:r>
              <a:rPr lang="en-US" b="1" i="1" dirty="0" err="1">
                <a:solidFill>
                  <a:schemeClr val="accent4">
                    <a:lumMod val="50000"/>
                  </a:schemeClr>
                </a:solidFill>
              </a:rPr>
              <a:t>hồi</a:t>
            </a:r>
            <a:r>
              <a:rPr lang="en-US" b="1" i="1" dirty="0">
                <a:solidFill>
                  <a:schemeClr val="accent4">
                    <a:lumMod val="50000"/>
                  </a:schemeClr>
                </a:solidFill>
              </a:rPr>
              <a:t> qui </a:t>
            </a:r>
            <a:r>
              <a:rPr lang="en-US" dirty="0">
                <a:solidFill>
                  <a:schemeClr val="accent4">
                    <a:lumMod val="50000"/>
                  </a:schemeClr>
                </a:solidFill>
              </a:rPr>
              <a:t>– </a:t>
            </a:r>
            <a:r>
              <a:rPr lang="en-US" dirty="0" err="1">
                <a:solidFill>
                  <a:schemeClr val="accent4">
                    <a:lumMod val="50000"/>
                  </a:schemeClr>
                </a:solidFill>
              </a:rPr>
              <a:t>các</a:t>
            </a:r>
            <a:r>
              <a:rPr lang="en-US" dirty="0">
                <a:solidFill>
                  <a:schemeClr val="accent4">
                    <a:lumMod val="50000"/>
                  </a:schemeClr>
                </a:solidFill>
              </a:rPr>
              <a:t> </a:t>
            </a:r>
            <a:r>
              <a:rPr lang="en-US" dirty="0" err="1">
                <a:solidFill>
                  <a:schemeClr val="accent4">
                    <a:lumMod val="50000"/>
                  </a:schemeClr>
                </a:solidFill>
              </a:rPr>
              <a:t>biến</a:t>
            </a:r>
            <a:r>
              <a:rPr lang="en-US" dirty="0">
                <a:solidFill>
                  <a:schemeClr val="accent4">
                    <a:lumMod val="50000"/>
                  </a:schemeClr>
                </a:solidFill>
              </a:rPr>
              <a:t> </a:t>
            </a:r>
            <a:r>
              <a:rPr lang="en-US" dirty="0" err="1">
                <a:solidFill>
                  <a:schemeClr val="accent4">
                    <a:lumMod val="50000"/>
                  </a:schemeClr>
                </a:solidFill>
              </a:rPr>
              <a:t>phụ</a:t>
            </a:r>
            <a:r>
              <a:rPr lang="en-US" dirty="0">
                <a:solidFill>
                  <a:schemeClr val="accent4">
                    <a:lumMod val="50000"/>
                  </a:schemeClr>
                </a:solidFill>
              </a:rPr>
              <a:t> </a:t>
            </a:r>
            <a:r>
              <a:rPr lang="en-US" dirty="0" err="1">
                <a:solidFill>
                  <a:schemeClr val="accent4">
                    <a:lumMod val="50000"/>
                  </a:schemeClr>
                </a:solidFill>
              </a:rPr>
              <a:t>thuộc</a:t>
            </a:r>
            <a:r>
              <a:rPr lang="en-US" dirty="0">
                <a:solidFill>
                  <a:schemeClr val="accent4">
                    <a:lumMod val="50000"/>
                  </a:schemeClr>
                </a:solidFill>
              </a:rPr>
              <a:t> </a:t>
            </a:r>
            <a:r>
              <a:rPr lang="en-US" dirty="0" err="1">
                <a:solidFill>
                  <a:schemeClr val="accent4">
                    <a:lumMod val="50000"/>
                  </a:schemeClr>
                </a:solidFill>
              </a:rPr>
              <a:t>được</a:t>
            </a:r>
            <a:r>
              <a:rPr lang="en-US" dirty="0">
                <a:solidFill>
                  <a:schemeClr val="accent4">
                    <a:lumMod val="50000"/>
                  </a:schemeClr>
                </a:solidFill>
              </a:rPr>
              <a:t> </a:t>
            </a:r>
            <a:r>
              <a:rPr lang="en-US" dirty="0" err="1">
                <a:solidFill>
                  <a:schemeClr val="accent4">
                    <a:lumMod val="50000"/>
                  </a:schemeClr>
                </a:solidFill>
              </a:rPr>
              <a:t>theo</a:t>
            </a:r>
            <a:r>
              <a:rPr lang="en-US" dirty="0">
                <a:solidFill>
                  <a:schemeClr val="accent4">
                    <a:lumMod val="50000"/>
                  </a:schemeClr>
                </a:solidFill>
              </a:rPr>
              <a:t> </a:t>
            </a:r>
            <a:r>
              <a:rPr lang="en-US" dirty="0" err="1">
                <a:solidFill>
                  <a:schemeClr val="accent4">
                    <a:lumMod val="50000"/>
                  </a:schemeClr>
                </a:solidFill>
              </a:rPr>
              <a:t>dõi</a:t>
            </a:r>
            <a:r>
              <a:rPr lang="en-US" dirty="0">
                <a:solidFill>
                  <a:schemeClr val="accent4">
                    <a:lumMod val="50000"/>
                  </a:schemeClr>
                </a:solidFill>
              </a:rPr>
              <a:t> </a:t>
            </a:r>
            <a:r>
              <a:rPr lang="en-US" dirty="0" err="1">
                <a:solidFill>
                  <a:schemeClr val="accent4">
                    <a:lumMod val="50000"/>
                  </a:schemeClr>
                </a:solidFill>
              </a:rPr>
              <a:t>và</a:t>
            </a:r>
            <a:r>
              <a:rPr lang="en-US" dirty="0">
                <a:solidFill>
                  <a:schemeClr val="accent4">
                    <a:lumMod val="50000"/>
                  </a:schemeClr>
                </a:solidFill>
              </a:rPr>
              <a:t> </a:t>
            </a:r>
            <a:r>
              <a:rPr lang="en-US" dirty="0" err="1">
                <a:solidFill>
                  <a:schemeClr val="accent4">
                    <a:lumMod val="50000"/>
                  </a:schemeClr>
                </a:solidFill>
              </a:rPr>
              <a:t>sự</a:t>
            </a:r>
            <a:r>
              <a:rPr lang="en-US" dirty="0">
                <a:solidFill>
                  <a:schemeClr val="accent4">
                    <a:lumMod val="50000"/>
                  </a:schemeClr>
                </a:solidFill>
              </a:rPr>
              <a:t> </a:t>
            </a:r>
            <a:r>
              <a:rPr lang="en-US" dirty="0" err="1">
                <a:solidFill>
                  <a:schemeClr val="accent4">
                    <a:lumMod val="50000"/>
                  </a:schemeClr>
                </a:solidFill>
              </a:rPr>
              <a:t>xuống</a:t>
            </a:r>
            <a:r>
              <a:rPr lang="en-US" dirty="0">
                <a:solidFill>
                  <a:schemeClr val="accent4">
                    <a:lumMod val="50000"/>
                  </a:schemeClr>
                </a:solidFill>
              </a:rPr>
              <a:t> </a:t>
            </a:r>
            <a:r>
              <a:rPr lang="en-US" dirty="0" err="1">
                <a:solidFill>
                  <a:schemeClr val="accent4">
                    <a:lumMod val="50000"/>
                  </a:schemeClr>
                </a:solidFill>
              </a:rPr>
              <a:t>cấp</a:t>
            </a:r>
            <a:r>
              <a:rPr lang="en-US" dirty="0">
                <a:solidFill>
                  <a:schemeClr val="accent4">
                    <a:lumMod val="50000"/>
                  </a:schemeClr>
                </a:solidFill>
              </a:rPr>
              <a:t> </a:t>
            </a:r>
            <a:r>
              <a:rPr lang="en-US" dirty="0" err="1">
                <a:solidFill>
                  <a:schemeClr val="accent4">
                    <a:lumMod val="50000"/>
                  </a:schemeClr>
                </a:solidFill>
              </a:rPr>
              <a:t>được</a:t>
            </a:r>
            <a:r>
              <a:rPr lang="en-US" dirty="0">
                <a:solidFill>
                  <a:schemeClr val="accent4">
                    <a:lumMod val="50000"/>
                  </a:schemeClr>
                </a:solidFill>
              </a:rPr>
              <a:t> </a:t>
            </a:r>
            <a:r>
              <a:rPr lang="en-US" dirty="0" err="1">
                <a:solidFill>
                  <a:schemeClr val="accent4">
                    <a:lumMod val="50000"/>
                  </a:schemeClr>
                </a:solidFill>
              </a:rPr>
              <a:t>xác</a:t>
            </a:r>
            <a:r>
              <a:rPr lang="en-US" dirty="0">
                <a:solidFill>
                  <a:schemeClr val="accent4">
                    <a:lumMod val="50000"/>
                  </a:schemeClr>
                </a:solidFill>
              </a:rPr>
              <a:t> </a:t>
            </a:r>
            <a:r>
              <a:rPr lang="en-US" dirty="0" err="1">
                <a:solidFill>
                  <a:schemeClr val="accent4">
                    <a:lumMod val="50000"/>
                  </a:schemeClr>
                </a:solidFill>
              </a:rPr>
              <a:t>định</a:t>
            </a:r>
            <a:r>
              <a:rPr lang="en-US" dirty="0">
                <a:solidFill>
                  <a:schemeClr val="accent4">
                    <a:lumMod val="50000"/>
                  </a:schemeClr>
                </a:solidFill>
              </a:rPr>
              <a:t> </a:t>
            </a:r>
            <a:r>
              <a:rPr lang="en-US" dirty="0" err="1">
                <a:solidFill>
                  <a:schemeClr val="accent4">
                    <a:lumMod val="50000"/>
                  </a:schemeClr>
                </a:solidFill>
              </a:rPr>
              <a:t>liên</a:t>
            </a:r>
            <a:r>
              <a:rPr lang="en-US" dirty="0">
                <a:solidFill>
                  <a:schemeClr val="accent4">
                    <a:lumMod val="50000"/>
                  </a:schemeClr>
                </a:solidFill>
              </a:rPr>
              <a:t> </a:t>
            </a:r>
            <a:r>
              <a:rPr lang="en-US" dirty="0" err="1">
                <a:solidFill>
                  <a:schemeClr val="accent4">
                    <a:lumMod val="50000"/>
                  </a:schemeClr>
                </a:solidFill>
              </a:rPr>
              <a:t>quan</a:t>
            </a:r>
            <a:r>
              <a:rPr lang="en-US" dirty="0">
                <a:solidFill>
                  <a:schemeClr val="accent4">
                    <a:lumMod val="50000"/>
                  </a:schemeClr>
                </a:solidFill>
              </a:rPr>
              <a:t> </a:t>
            </a:r>
            <a:r>
              <a:rPr lang="en-US" dirty="0" err="1">
                <a:solidFill>
                  <a:schemeClr val="accent4">
                    <a:lumMod val="50000"/>
                  </a:schemeClr>
                </a:solidFill>
              </a:rPr>
              <a:t>đến</a:t>
            </a:r>
            <a:r>
              <a:rPr lang="en-US" dirty="0">
                <a:solidFill>
                  <a:schemeClr val="accent4">
                    <a:lumMod val="50000"/>
                  </a:schemeClr>
                </a:solidFill>
              </a:rPr>
              <a:t> </a:t>
            </a:r>
            <a:r>
              <a:rPr lang="en-US" dirty="0" err="1">
                <a:solidFill>
                  <a:schemeClr val="accent4">
                    <a:lumMod val="50000"/>
                  </a:schemeClr>
                </a:solidFill>
              </a:rPr>
              <a:t>một</a:t>
            </a:r>
            <a:r>
              <a:rPr lang="en-US" dirty="0">
                <a:solidFill>
                  <a:schemeClr val="accent4">
                    <a:lumMod val="50000"/>
                  </a:schemeClr>
                </a:solidFill>
              </a:rPr>
              <a:t> hay </a:t>
            </a:r>
            <a:r>
              <a:rPr lang="en-US" dirty="0" err="1">
                <a:solidFill>
                  <a:schemeClr val="accent4">
                    <a:lumMod val="50000"/>
                  </a:schemeClr>
                </a:solidFill>
              </a:rPr>
              <a:t>nhiều</a:t>
            </a:r>
            <a:r>
              <a:rPr lang="en-US" dirty="0">
                <a:solidFill>
                  <a:schemeClr val="accent4">
                    <a:lumMod val="50000"/>
                  </a:schemeClr>
                </a:solidFill>
              </a:rPr>
              <a:t> </a:t>
            </a:r>
            <a:r>
              <a:rPr lang="en-US" dirty="0" err="1">
                <a:solidFill>
                  <a:schemeClr val="accent4">
                    <a:lumMod val="50000"/>
                  </a:schemeClr>
                </a:solidFill>
              </a:rPr>
              <a:t>các</a:t>
            </a:r>
            <a:r>
              <a:rPr lang="en-US" dirty="0">
                <a:solidFill>
                  <a:schemeClr val="accent4">
                    <a:lumMod val="50000"/>
                  </a:schemeClr>
                </a:solidFill>
              </a:rPr>
              <a:t> </a:t>
            </a:r>
            <a:r>
              <a:rPr lang="en-US" dirty="0" err="1">
                <a:solidFill>
                  <a:schemeClr val="accent4">
                    <a:lumMod val="50000"/>
                  </a:schemeClr>
                </a:solidFill>
              </a:rPr>
              <a:t>biến</a:t>
            </a:r>
            <a:r>
              <a:rPr lang="en-US" dirty="0">
                <a:solidFill>
                  <a:schemeClr val="accent4">
                    <a:lumMod val="50000"/>
                  </a:schemeClr>
                </a:solidFill>
              </a:rPr>
              <a:t> </a:t>
            </a:r>
            <a:r>
              <a:rPr lang="en-US" dirty="0" err="1">
                <a:solidFill>
                  <a:schemeClr val="accent4">
                    <a:lumMod val="50000"/>
                  </a:schemeClr>
                </a:solidFill>
              </a:rPr>
              <a:t>phục</a:t>
            </a:r>
            <a:r>
              <a:rPr lang="en-US" dirty="0">
                <a:solidFill>
                  <a:schemeClr val="accent4">
                    <a:lumMod val="50000"/>
                  </a:schemeClr>
                </a:solidFill>
              </a:rPr>
              <a:t> </a:t>
            </a:r>
            <a:r>
              <a:rPr lang="en-US" dirty="0" err="1">
                <a:solidFill>
                  <a:schemeClr val="accent4">
                    <a:lumMod val="50000"/>
                  </a:schemeClr>
                </a:solidFill>
              </a:rPr>
              <a:t>thuộc</a:t>
            </a:r>
            <a:r>
              <a:rPr lang="en-US" dirty="0">
                <a:solidFill>
                  <a:schemeClr val="accent4">
                    <a:lumMod val="50000"/>
                  </a:schemeClr>
                </a:solidFill>
              </a:rPr>
              <a:t>, </a:t>
            </a:r>
            <a:r>
              <a:rPr lang="en-US" dirty="0" err="1">
                <a:solidFill>
                  <a:schemeClr val="accent4">
                    <a:lumMod val="50000"/>
                  </a:schemeClr>
                </a:solidFill>
              </a:rPr>
              <a:t>như</a:t>
            </a:r>
            <a:r>
              <a:rPr lang="en-US" dirty="0">
                <a:solidFill>
                  <a:schemeClr val="accent4">
                    <a:lumMod val="50000"/>
                  </a:schemeClr>
                </a:solidFill>
              </a:rPr>
              <a:t> </a:t>
            </a:r>
            <a:r>
              <a:rPr lang="en-US" dirty="0" err="1">
                <a:solidFill>
                  <a:schemeClr val="accent4">
                    <a:lumMod val="50000"/>
                  </a:schemeClr>
                </a:solidFill>
              </a:rPr>
              <a:t>alf</a:t>
            </a:r>
            <a:r>
              <a:rPr lang="en-US" dirty="0">
                <a:solidFill>
                  <a:schemeClr val="accent4">
                    <a:lumMod val="50000"/>
                  </a:schemeClr>
                </a:solidFill>
              </a:rPr>
              <a:t> </a:t>
            </a:r>
            <a:r>
              <a:rPr lang="en-US" dirty="0" err="1">
                <a:solidFill>
                  <a:schemeClr val="accent4">
                    <a:lumMod val="50000"/>
                  </a:schemeClr>
                </a:solidFill>
              </a:rPr>
              <a:t>cường</a:t>
            </a:r>
            <a:r>
              <a:rPr lang="en-US" dirty="0">
                <a:solidFill>
                  <a:schemeClr val="accent4">
                    <a:lumMod val="50000"/>
                  </a:schemeClr>
                </a:solidFill>
              </a:rPr>
              <a:t> </a:t>
            </a:r>
            <a:r>
              <a:rPr lang="en-US" dirty="0" err="1">
                <a:solidFill>
                  <a:schemeClr val="accent4">
                    <a:lumMod val="50000"/>
                  </a:schemeClr>
                </a:solidFill>
              </a:rPr>
              <a:t>độ</a:t>
            </a:r>
            <a:r>
              <a:rPr lang="en-US" dirty="0">
                <a:solidFill>
                  <a:schemeClr val="accent4">
                    <a:lumMod val="50000"/>
                  </a:schemeClr>
                </a:solidFill>
              </a:rPr>
              <a:t> </a:t>
            </a:r>
            <a:r>
              <a:rPr lang="en-US" dirty="0" err="1">
                <a:solidFill>
                  <a:schemeClr val="accent4">
                    <a:lumMod val="50000"/>
                  </a:schemeClr>
                </a:solidFill>
              </a:rPr>
              <a:t>nền</a:t>
            </a:r>
            <a:r>
              <a:rPr lang="en-US" dirty="0">
                <a:solidFill>
                  <a:schemeClr val="accent4">
                    <a:lumMod val="50000"/>
                  </a:schemeClr>
                </a:solidFill>
              </a:rPr>
              <a:t> </a:t>
            </a:r>
            <a:r>
              <a:rPr lang="en-US" dirty="0" err="1">
                <a:solidFill>
                  <a:schemeClr val="accent4">
                    <a:lumMod val="50000"/>
                  </a:schemeClr>
                </a:solidFill>
              </a:rPr>
              <a:t>đường</a:t>
            </a:r>
            <a:r>
              <a:rPr lang="en-US" dirty="0">
                <a:solidFill>
                  <a:schemeClr val="accent4">
                    <a:lumMod val="50000"/>
                  </a:schemeClr>
                </a:solidFill>
              </a:rPr>
              <a:t>, </a:t>
            </a:r>
            <a:r>
              <a:rPr lang="en-US" dirty="0" err="1">
                <a:solidFill>
                  <a:schemeClr val="accent4">
                    <a:lumMod val="50000"/>
                  </a:schemeClr>
                </a:solidFill>
              </a:rPr>
              <a:t>số</a:t>
            </a:r>
            <a:r>
              <a:rPr lang="en-US" dirty="0">
                <a:solidFill>
                  <a:schemeClr val="accent4">
                    <a:lumMod val="50000"/>
                  </a:schemeClr>
                </a:solidFill>
              </a:rPr>
              <a:t> </a:t>
            </a:r>
            <a:r>
              <a:rPr lang="en-US" dirty="0" err="1">
                <a:solidFill>
                  <a:schemeClr val="accent4">
                    <a:lumMod val="50000"/>
                  </a:schemeClr>
                </a:solidFill>
              </a:rPr>
              <a:t>lần</a:t>
            </a:r>
            <a:r>
              <a:rPr lang="en-US" dirty="0">
                <a:solidFill>
                  <a:schemeClr val="accent4">
                    <a:lumMod val="50000"/>
                  </a:schemeClr>
                </a:solidFill>
              </a:rPr>
              <a:t> </a:t>
            </a:r>
            <a:r>
              <a:rPr lang="en-US" dirty="0" err="1">
                <a:solidFill>
                  <a:schemeClr val="accent4">
                    <a:lumMod val="50000"/>
                  </a:schemeClr>
                </a:solidFill>
              </a:rPr>
              <a:t>tác</a:t>
            </a:r>
            <a:r>
              <a:rPr lang="en-US" dirty="0">
                <a:solidFill>
                  <a:schemeClr val="accent4">
                    <a:lumMod val="50000"/>
                  </a:schemeClr>
                </a:solidFill>
              </a:rPr>
              <a:t> </a:t>
            </a:r>
            <a:r>
              <a:rPr lang="en-US" dirty="0" err="1">
                <a:solidFill>
                  <a:schemeClr val="accent4">
                    <a:lumMod val="50000"/>
                  </a:schemeClr>
                </a:solidFill>
              </a:rPr>
              <a:t>dụng</a:t>
            </a:r>
            <a:r>
              <a:rPr lang="en-US" dirty="0">
                <a:solidFill>
                  <a:schemeClr val="accent4">
                    <a:lumMod val="50000"/>
                  </a:schemeClr>
                </a:solidFill>
              </a:rPr>
              <a:t> </a:t>
            </a:r>
            <a:r>
              <a:rPr lang="en-US" dirty="0" err="1">
                <a:solidFill>
                  <a:schemeClr val="accent4">
                    <a:lumMod val="50000"/>
                  </a:schemeClr>
                </a:solidFill>
              </a:rPr>
              <a:t>của</a:t>
            </a:r>
            <a:r>
              <a:rPr lang="en-US" dirty="0">
                <a:solidFill>
                  <a:schemeClr val="accent4">
                    <a:lumMod val="50000"/>
                  </a:schemeClr>
                </a:solidFill>
              </a:rPr>
              <a:t> </a:t>
            </a:r>
            <a:r>
              <a:rPr lang="en-US" dirty="0" err="1">
                <a:solidFill>
                  <a:schemeClr val="accent4">
                    <a:lumMod val="50000"/>
                  </a:schemeClr>
                </a:solidFill>
              </a:rPr>
              <a:t>tải</a:t>
            </a:r>
            <a:r>
              <a:rPr lang="en-US" dirty="0">
                <a:solidFill>
                  <a:schemeClr val="accent4">
                    <a:lumMod val="50000"/>
                  </a:schemeClr>
                </a:solidFill>
              </a:rPr>
              <a:t> </a:t>
            </a:r>
            <a:r>
              <a:rPr lang="en-US" dirty="0" err="1">
                <a:solidFill>
                  <a:schemeClr val="accent4">
                    <a:lumMod val="50000"/>
                  </a:schemeClr>
                </a:solidFill>
              </a:rPr>
              <a:t>trọng</a:t>
            </a:r>
            <a:r>
              <a:rPr lang="en-US" dirty="0">
                <a:solidFill>
                  <a:schemeClr val="accent4">
                    <a:lumMod val="50000"/>
                  </a:schemeClr>
                </a:solidFill>
              </a:rPr>
              <a:t>, </a:t>
            </a:r>
            <a:r>
              <a:rPr lang="en-US" dirty="0" err="1">
                <a:solidFill>
                  <a:schemeClr val="accent4">
                    <a:lumMod val="50000"/>
                  </a:schemeClr>
                </a:solidFill>
              </a:rPr>
              <a:t>chiều</a:t>
            </a:r>
            <a:r>
              <a:rPr lang="en-US" dirty="0">
                <a:solidFill>
                  <a:schemeClr val="accent4">
                    <a:lumMod val="50000"/>
                  </a:schemeClr>
                </a:solidFill>
              </a:rPr>
              <a:t> </a:t>
            </a:r>
            <a:r>
              <a:rPr lang="en-US" dirty="0" err="1">
                <a:solidFill>
                  <a:schemeClr val="accent4">
                    <a:lumMod val="50000"/>
                  </a:schemeClr>
                </a:solidFill>
              </a:rPr>
              <a:t>dày</a:t>
            </a:r>
            <a:r>
              <a:rPr lang="en-US" dirty="0">
                <a:solidFill>
                  <a:schemeClr val="accent4">
                    <a:lumMod val="50000"/>
                  </a:schemeClr>
                </a:solidFill>
              </a:rPr>
              <a:t> </a:t>
            </a:r>
            <a:r>
              <a:rPr lang="en-US" dirty="0" err="1">
                <a:solidFill>
                  <a:schemeClr val="accent4">
                    <a:lumMod val="50000"/>
                  </a:schemeClr>
                </a:solidFill>
              </a:rPr>
              <a:t>kết</a:t>
            </a:r>
            <a:r>
              <a:rPr lang="en-US" dirty="0">
                <a:solidFill>
                  <a:schemeClr val="accent4">
                    <a:lumMod val="50000"/>
                  </a:schemeClr>
                </a:solidFill>
              </a:rPr>
              <a:t> </a:t>
            </a:r>
            <a:r>
              <a:rPr lang="en-US" dirty="0" err="1">
                <a:solidFill>
                  <a:schemeClr val="accent4">
                    <a:lumMod val="50000"/>
                  </a:schemeClr>
                </a:solidFill>
              </a:rPr>
              <a:t>cấu</a:t>
            </a:r>
            <a:r>
              <a:rPr lang="en-US" dirty="0">
                <a:solidFill>
                  <a:schemeClr val="accent4">
                    <a:lumMod val="50000"/>
                  </a:schemeClr>
                </a:solidFill>
              </a:rPr>
              <a:t> </a:t>
            </a:r>
            <a:r>
              <a:rPr lang="en-US" dirty="0" err="1">
                <a:solidFill>
                  <a:schemeClr val="accent4">
                    <a:lumMod val="50000"/>
                  </a:schemeClr>
                </a:solidFill>
              </a:rPr>
              <a:t>áo</a:t>
            </a:r>
            <a:r>
              <a:rPr lang="en-US" dirty="0">
                <a:solidFill>
                  <a:schemeClr val="accent4">
                    <a:lumMod val="50000"/>
                  </a:schemeClr>
                </a:solidFill>
              </a:rPr>
              <a:t> </a:t>
            </a:r>
            <a:r>
              <a:rPr lang="en-US" dirty="0" err="1">
                <a:solidFill>
                  <a:schemeClr val="accent4">
                    <a:lumMod val="50000"/>
                  </a:schemeClr>
                </a:solidFill>
              </a:rPr>
              <a:t>đường</a:t>
            </a:r>
            <a:r>
              <a:rPr lang="en-US" dirty="0">
                <a:solidFill>
                  <a:schemeClr val="accent4">
                    <a:lumMod val="50000"/>
                  </a:schemeClr>
                </a:solidFill>
              </a:rPr>
              <a:t> </a:t>
            </a:r>
            <a:r>
              <a:rPr lang="en-US" dirty="0" err="1">
                <a:solidFill>
                  <a:schemeClr val="accent4">
                    <a:lumMod val="50000"/>
                  </a:schemeClr>
                </a:solidFill>
              </a:rPr>
              <a:t>và</a:t>
            </a:r>
            <a:r>
              <a:rPr lang="en-US" dirty="0">
                <a:solidFill>
                  <a:schemeClr val="accent4">
                    <a:lumMod val="50000"/>
                  </a:schemeClr>
                </a:solidFill>
              </a:rPr>
              <a:t> </a:t>
            </a:r>
            <a:r>
              <a:rPr lang="en-US" dirty="0" err="1">
                <a:solidFill>
                  <a:schemeClr val="accent4">
                    <a:lumMod val="50000"/>
                  </a:schemeClr>
                </a:solidFill>
              </a:rPr>
              <a:t>các</a:t>
            </a:r>
            <a:r>
              <a:rPr lang="en-US" dirty="0">
                <a:solidFill>
                  <a:schemeClr val="accent4">
                    <a:lumMod val="50000"/>
                  </a:schemeClr>
                </a:solidFill>
              </a:rPr>
              <a:t> </a:t>
            </a:r>
            <a:r>
              <a:rPr lang="en-US" dirty="0" err="1">
                <a:solidFill>
                  <a:schemeClr val="accent4">
                    <a:lumMod val="50000"/>
                  </a:schemeClr>
                </a:solidFill>
              </a:rPr>
              <a:t>yếu</a:t>
            </a:r>
            <a:r>
              <a:rPr lang="en-US" dirty="0">
                <a:solidFill>
                  <a:schemeClr val="accent4">
                    <a:lumMod val="50000"/>
                  </a:schemeClr>
                </a:solidFill>
              </a:rPr>
              <a:t> </a:t>
            </a:r>
            <a:r>
              <a:rPr lang="en-US" dirty="0" err="1">
                <a:solidFill>
                  <a:schemeClr val="accent4">
                    <a:lumMod val="50000"/>
                  </a:schemeClr>
                </a:solidFill>
              </a:rPr>
              <a:t>tố</a:t>
            </a:r>
            <a:r>
              <a:rPr lang="en-US" dirty="0">
                <a:solidFill>
                  <a:schemeClr val="accent4">
                    <a:lumMod val="50000"/>
                  </a:schemeClr>
                </a:solidFill>
              </a:rPr>
              <a:t> </a:t>
            </a:r>
            <a:r>
              <a:rPr lang="en-US" dirty="0" err="1">
                <a:solidFill>
                  <a:schemeClr val="accent4">
                    <a:lumMod val="50000"/>
                  </a:schemeClr>
                </a:solidFill>
              </a:rPr>
              <a:t>môi</a:t>
            </a:r>
            <a:r>
              <a:rPr lang="en-US" dirty="0">
                <a:solidFill>
                  <a:schemeClr val="accent4">
                    <a:lumMod val="50000"/>
                  </a:schemeClr>
                </a:solidFill>
              </a:rPr>
              <a:t> </a:t>
            </a:r>
            <a:r>
              <a:rPr lang="en-US" dirty="0" err="1">
                <a:solidFill>
                  <a:schemeClr val="accent4">
                    <a:lumMod val="50000"/>
                  </a:schemeClr>
                </a:solidFill>
              </a:rPr>
              <a:t>trường</a:t>
            </a:r>
            <a:r>
              <a:rPr lang="en-US" dirty="0">
                <a:solidFill>
                  <a:schemeClr val="accent4">
                    <a:lumMod val="50000"/>
                  </a:schemeClr>
                </a:solidFill>
              </a:rPr>
              <a:t>,… </a:t>
            </a:r>
          </a:p>
          <a:p>
            <a:pPr>
              <a:spcBef>
                <a:spcPct val="50000"/>
              </a:spcBef>
              <a:buFontTx/>
              <a:buAutoNum type="arabicPeriod"/>
            </a:pPr>
            <a:r>
              <a:rPr lang="en-US" b="1" i="1" dirty="0" err="1">
                <a:solidFill>
                  <a:schemeClr val="accent4">
                    <a:lumMod val="50000"/>
                  </a:schemeClr>
                </a:solidFill>
              </a:rPr>
              <a:t>Phương</a:t>
            </a:r>
            <a:r>
              <a:rPr lang="en-US" b="1" i="1" dirty="0">
                <a:solidFill>
                  <a:schemeClr val="accent4">
                    <a:lumMod val="50000"/>
                  </a:schemeClr>
                </a:solidFill>
              </a:rPr>
              <a:t> </a:t>
            </a:r>
            <a:r>
              <a:rPr lang="en-US" b="1" i="1" dirty="0" err="1">
                <a:solidFill>
                  <a:schemeClr val="accent4">
                    <a:lumMod val="50000"/>
                  </a:schemeClr>
                </a:solidFill>
              </a:rPr>
              <a:t>pháp</a:t>
            </a:r>
            <a:r>
              <a:rPr lang="en-US" b="1" i="1" dirty="0">
                <a:solidFill>
                  <a:schemeClr val="accent4">
                    <a:lumMod val="50000"/>
                  </a:schemeClr>
                </a:solidFill>
              </a:rPr>
              <a:t> </a:t>
            </a:r>
            <a:r>
              <a:rPr lang="en-US" b="1" i="1" dirty="0" err="1">
                <a:solidFill>
                  <a:schemeClr val="accent4">
                    <a:lumMod val="50000"/>
                  </a:schemeClr>
                </a:solidFill>
              </a:rPr>
              <a:t>cơ</a:t>
            </a:r>
            <a:r>
              <a:rPr lang="en-US" b="1" i="1" dirty="0">
                <a:solidFill>
                  <a:schemeClr val="accent4">
                    <a:lumMod val="50000"/>
                  </a:schemeClr>
                </a:solidFill>
              </a:rPr>
              <a:t> </a:t>
            </a:r>
            <a:r>
              <a:rPr lang="en-US" b="1" i="1" dirty="0" err="1">
                <a:solidFill>
                  <a:schemeClr val="accent4">
                    <a:lumMod val="50000"/>
                  </a:schemeClr>
                </a:solidFill>
              </a:rPr>
              <a:t>học</a:t>
            </a:r>
            <a:r>
              <a:rPr lang="en-US" b="1" i="1" dirty="0">
                <a:solidFill>
                  <a:schemeClr val="accent4">
                    <a:lumMod val="50000"/>
                  </a:schemeClr>
                </a:solidFill>
              </a:rPr>
              <a:t> </a:t>
            </a:r>
            <a:r>
              <a:rPr lang="en-US" b="1" i="1" dirty="0" err="1">
                <a:solidFill>
                  <a:schemeClr val="accent4">
                    <a:lumMod val="50000"/>
                  </a:schemeClr>
                </a:solidFill>
              </a:rPr>
              <a:t>thực</a:t>
            </a:r>
            <a:r>
              <a:rPr lang="en-US" b="1" i="1" dirty="0">
                <a:solidFill>
                  <a:schemeClr val="accent4">
                    <a:lumMod val="50000"/>
                  </a:schemeClr>
                </a:solidFill>
              </a:rPr>
              <a:t> </a:t>
            </a:r>
            <a:r>
              <a:rPr lang="en-US" b="1" i="1" dirty="0" err="1">
                <a:solidFill>
                  <a:schemeClr val="accent4">
                    <a:lumMod val="50000"/>
                  </a:schemeClr>
                </a:solidFill>
              </a:rPr>
              <a:t>nghiệm</a:t>
            </a:r>
            <a:r>
              <a:rPr lang="en-US" dirty="0">
                <a:solidFill>
                  <a:schemeClr val="accent4">
                    <a:lumMod val="50000"/>
                  </a:schemeClr>
                </a:solidFill>
              </a:rPr>
              <a:t> – </a:t>
            </a:r>
            <a:r>
              <a:rPr lang="en-US" dirty="0" err="1">
                <a:solidFill>
                  <a:schemeClr val="accent4">
                    <a:lumMod val="50000"/>
                  </a:schemeClr>
                </a:solidFill>
              </a:rPr>
              <a:t>các</a:t>
            </a:r>
            <a:r>
              <a:rPr lang="en-US" dirty="0">
                <a:solidFill>
                  <a:schemeClr val="accent4">
                    <a:lumMod val="50000"/>
                  </a:schemeClr>
                </a:solidFill>
              </a:rPr>
              <a:t> </a:t>
            </a:r>
            <a:r>
              <a:rPr lang="en-US" dirty="0" err="1">
                <a:solidFill>
                  <a:schemeClr val="accent4">
                    <a:lumMod val="50000"/>
                  </a:schemeClr>
                </a:solidFill>
              </a:rPr>
              <a:t>phương</a:t>
            </a:r>
            <a:r>
              <a:rPr lang="en-US" dirty="0">
                <a:solidFill>
                  <a:schemeClr val="accent4">
                    <a:lumMod val="50000"/>
                  </a:schemeClr>
                </a:solidFill>
              </a:rPr>
              <a:t> </a:t>
            </a:r>
            <a:r>
              <a:rPr lang="en-US" dirty="0" err="1">
                <a:solidFill>
                  <a:schemeClr val="accent4">
                    <a:lumMod val="50000"/>
                  </a:schemeClr>
                </a:solidFill>
              </a:rPr>
              <a:t>trình</a:t>
            </a:r>
            <a:r>
              <a:rPr lang="en-US" dirty="0">
                <a:solidFill>
                  <a:schemeClr val="accent4">
                    <a:lumMod val="50000"/>
                  </a:schemeClr>
                </a:solidFill>
              </a:rPr>
              <a:t> </a:t>
            </a:r>
            <a:r>
              <a:rPr lang="en-US" dirty="0" err="1">
                <a:solidFill>
                  <a:schemeClr val="accent4">
                    <a:lumMod val="50000"/>
                  </a:schemeClr>
                </a:solidFill>
              </a:rPr>
              <a:t>được</a:t>
            </a:r>
            <a:r>
              <a:rPr lang="en-US" dirty="0">
                <a:solidFill>
                  <a:schemeClr val="accent4">
                    <a:lumMod val="50000"/>
                  </a:schemeClr>
                </a:solidFill>
              </a:rPr>
              <a:t> </a:t>
            </a:r>
            <a:r>
              <a:rPr lang="en-US" dirty="0" err="1">
                <a:solidFill>
                  <a:schemeClr val="accent4">
                    <a:lumMod val="50000"/>
                  </a:schemeClr>
                </a:solidFill>
              </a:rPr>
              <a:t>thiết</a:t>
            </a:r>
            <a:r>
              <a:rPr lang="en-US" dirty="0">
                <a:solidFill>
                  <a:schemeClr val="accent4">
                    <a:lumMod val="50000"/>
                  </a:schemeClr>
                </a:solidFill>
              </a:rPr>
              <a:t> </a:t>
            </a:r>
            <a:r>
              <a:rPr lang="en-US" dirty="0" err="1">
                <a:solidFill>
                  <a:schemeClr val="accent4">
                    <a:lumMod val="50000"/>
                  </a:schemeClr>
                </a:solidFill>
              </a:rPr>
              <a:t>lập</a:t>
            </a:r>
            <a:r>
              <a:rPr lang="en-US" dirty="0">
                <a:solidFill>
                  <a:schemeClr val="accent4">
                    <a:lumMod val="50000"/>
                  </a:schemeClr>
                </a:solidFill>
              </a:rPr>
              <a:t> </a:t>
            </a:r>
            <a:r>
              <a:rPr lang="en-US" dirty="0" err="1">
                <a:solidFill>
                  <a:schemeClr val="accent4">
                    <a:lumMod val="50000"/>
                  </a:schemeClr>
                </a:solidFill>
              </a:rPr>
              <a:t>dự</a:t>
            </a:r>
            <a:r>
              <a:rPr lang="en-US" dirty="0">
                <a:solidFill>
                  <a:schemeClr val="accent4">
                    <a:lumMod val="50000"/>
                  </a:schemeClr>
                </a:solidFill>
              </a:rPr>
              <a:t> </a:t>
            </a:r>
            <a:r>
              <a:rPr lang="en-US" dirty="0" err="1">
                <a:solidFill>
                  <a:schemeClr val="accent4">
                    <a:lumMod val="50000"/>
                  </a:schemeClr>
                </a:solidFill>
              </a:rPr>
              <a:t>trên</a:t>
            </a:r>
            <a:r>
              <a:rPr lang="en-US" dirty="0">
                <a:solidFill>
                  <a:schemeClr val="accent4">
                    <a:lumMod val="50000"/>
                  </a:schemeClr>
                </a:solidFill>
              </a:rPr>
              <a:t> </a:t>
            </a:r>
            <a:r>
              <a:rPr lang="en-US" dirty="0" err="1">
                <a:solidFill>
                  <a:schemeClr val="accent4">
                    <a:lumMod val="50000"/>
                  </a:schemeClr>
                </a:solidFill>
              </a:rPr>
              <a:t>các</a:t>
            </a:r>
            <a:r>
              <a:rPr lang="en-US" dirty="0">
                <a:solidFill>
                  <a:schemeClr val="accent4">
                    <a:lumMod val="50000"/>
                  </a:schemeClr>
                </a:solidFill>
              </a:rPr>
              <a:t> </a:t>
            </a:r>
            <a:r>
              <a:rPr lang="en-US" dirty="0" err="1">
                <a:solidFill>
                  <a:schemeClr val="accent4">
                    <a:lumMod val="50000"/>
                  </a:schemeClr>
                </a:solidFill>
              </a:rPr>
              <a:t>nguyên</a:t>
            </a:r>
            <a:r>
              <a:rPr lang="en-US" dirty="0">
                <a:solidFill>
                  <a:schemeClr val="accent4">
                    <a:lumMod val="50000"/>
                  </a:schemeClr>
                </a:solidFill>
              </a:rPr>
              <a:t> </a:t>
            </a:r>
            <a:r>
              <a:rPr lang="en-US" dirty="0" err="1">
                <a:solidFill>
                  <a:schemeClr val="accent4">
                    <a:lumMod val="50000"/>
                  </a:schemeClr>
                </a:solidFill>
              </a:rPr>
              <a:t>lý</a:t>
            </a:r>
            <a:r>
              <a:rPr lang="en-US" dirty="0">
                <a:solidFill>
                  <a:schemeClr val="accent4">
                    <a:lumMod val="50000"/>
                  </a:schemeClr>
                </a:solidFill>
              </a:rPr>
              <a:t> </a:t>
            </a:r>
            <a:r>
              <a:rPr lang="en-US" dirty="0" err="1">
                <a:solidFill>
                  <a:schemeClr val="accent4">
                    <a:lumMod val="50000"/>
                  </a:schemeClr>
                </a:solidFill>
              </a:rPr>
              <a:t>cơ</a:t>
            </a:r>
            <a:r>
              <a:rPr lang="en-US" dirty="0">
                <a:solidFill>
                  <a:schemeClr val="accent4">
                    <a:lumMod val="50000"/>
                  </a:schemeClr>
                </a:solidFill>
              </a:rPr>
              <a:t> </a:t>
            </a:r>
            <a:r>
              <a:rPr lang="en-US" dirty="0" err="1">
                <a:solidFill>
                  <a:schemeClr val="accent4">
                    <a:lumMod val="50000"/>
                  </a:schemeClr>
                </a:solidFill>
              </a:rPr>
              <a:t>học</a:t>
            </a:r>
            <a:r>
              <a:rPr lang="en-US" dirty="0">
                <a:solidFill>
                  <a:schemeClr val="accent4">
                    <a:lumMod val="50000"/>
                  </a:schemeClr>
                </a:solidFill>
              </a:rPr>
              <a:t> </a:t>
            </a:r>
            <a:r>
              <a:rPr lang="en-US" dirty="0" err="1">
                <a:solidFill>
                  <a:schemeClr val="accent4">
                    <a:lumMod val="50000"/>
                  </a:schemeClr>
                </a:solidFill>
              </a:rPr>
              <a:t>được</a:t>
            </a:r>
            <a:r>
              <a:rPr lang="en-US" dirty="0">
                <a:solidFill>
                  <a:schemeClr val="accent4">
                    <a:lumMod val="50000"/>
                  </a:schemeClr>
                </a:solidFill>
              </a:rPr>
              <a:t> </a:t>
            </a:r>
            <a:r>
              <a:rPr lang="en-US" dirty="0" err="1">
                <a:solidFill>
                  <a:schemeClr val="accent4">
                    <a:lumMod val="50000"/>
                  </a:schemeClr>
                </a:solidFill>
              </a:rPr>
              <a:t>điều</a:t>
            </a:r>
            <a:r>
              <a:rPr lang="en-US" dirty="0">
                <a:solidFill>
                  <a:schemeClr val="accent4">
                    <a:lumMod val="50000"/>
                  </a:schemeClr>
                </a:solidFill>
              </a:rPr>
              <a:t> </a:t>
            </a:r>
            <a:r>
              <a:rPr lang="en-US" dirty="0" err="1">
                <a:solidFill>
                  <a:schemeClr val="accent4">
                    <a:lumMod val="50000"/>
                  </a:schemeClr>
                </a:solidFill>
              </a:rPr>
              <a:t>chỉnh</a:t>
            </a:r>
            <a:r>
              <a:rPr lang="en-US" dirty="0">
                <a:solidFill>
                  <a:schemeClr val="accent4">
                    <a:lumMod val="50000"/>
                  </a:schemeClr>
                </a:solidFill>
              </a:rPr>
              <a:t> </a:t>
            </a:r>
            <a:r>
              <a:rPr lang="en-US" dirty="0" err="1">
                <a:solidFill>
                  <a:schemeClr val="accent4">
                    <a:lumMod val="50000"/>
                  </a:schemeClr>
                </a:solidFill>
              </a:rPr>
              <a:t>theo</a:t>
            </a:r>
            <a:r>
              <a:rPr lang="en-US" dirty="0">
                <a:solidFill>
                  <a:schemeClr val="accent4">
                    <a:lumMod val="50000"/>
                  </a:schemeClr>
                </a:solidFill>
              </a:rPr>
              <a:t> </a:t>
            </a:r>
            <a:r>
              <a:rPr lang="en-US" dirty="0" err="1">
                <a:solidFill>
                  <a:schemeClr val="accent4">
                    <a:lumMod val="50000"/>
                  </a:schemeClr>
                </a:solidFill>
              </a:rPr>
              <a:t>số</a:t>
            </a:r>
            <a:r>
              <a:rPr lang="en-US" dirty="0">
                <a:solidFill>
                  <a:schemeClr val="accent4">
                    <a:lumMod val="50000"/>
                  </a:schemeClr>
                </a:solidFill>
              </a:rPr>
              <a:t> </a:t>
            </a:r>
            <a:r>
              <a:rPr lang="en-US" dirty="0" err="1">
                <a:solidFill>
                  <a:schemeClr val="accent4">
                    <a:lumMod val="50000"/>
                  </a:schemeClr>
                </a:solidFill>
              </a:rPr>
              <a:t>liệu</a:t>
            </a:r>
            <a:r>
              <a:rPr lang="en-US" dirty="0">
                <a:solidFill>
                  <a:schemeClr val="accent4">
                    <a:lumMod val="50000"/>
                  </a:schemeClr>
                </a:solidFill>
              </a:rPr>
              <a:t> </a:t>
            </a:r>
            <a:r>
              <a:rPr lang="en-US" dirty="0" err="1">
                <a:solidFill>
                  <a:schemeClr val="accent4">
                    <a:lumMod val="50000"/>
                  </a:schemeClr>
                </a:solidFill>
              </a:rPr>
              <a:t>theo</a:t>
            </a:r>
            <a:r>
              <a:rPr lang="en-US" dirty="0">
                <a:solidFill>
                  <a:schemeClr val="accent4">
                    <a:lumMod val="50000"/>
                  </a:schemeClr>
                </a:solidFill>
              </a:rPr>
              <a:t> </a:t>
            </a:r>
            <a:r>
              <a:rPr lang="en-US" dirty="0" err="1">
                <a:solidFill>
                  <a:schemeClr val="accent4">
                    <a:lumMod val="50000"/>
                  </a:schemeClr>
                </a:solidFill>
              </a:rPr>
              <a:t>dõi</a:t>
            </a:r>
            <a:r>
              <a:rPr lang="en-US" dirty="0">
                <a:solidFill>
                  <a:schemeClr val="accent4">
                    <a:lumMod val="50000"/>
                  </a:schemeClr>
                </a:solidFill>
              </a:rPr>
              <a:t> </a:t>
            </a:r>
            <a:r>
              <a:rPr lang="en-US" dirty="0" err="1">
                <a:solidFill>
                  <a:schemeClr val="accent4">
                    <a:lumMod val="50000"/>
                  </a:schemeClr>
                </a:solidFill>
              </a:rPr>
              <a:t>tại</a:t>
            </a:r>
            <a:r>
              <a:rPr lang="en-US" dirty="0">
                <a:solidFill>
                  <a:schemeClr val="accent4">
                    <a:lumMod val="50000"/>
                  </a:schemeClr>
                </a:solidFill>
              </a:rPr>
              <a:t> </a:t>
            </a:r>
            <a:r>
              <a:rPr lang="en-US" dirty="0" err="1">
                <a:solidFill>
                  <a:schemeClr val="accent4">
                    <a:lumMod val="50000"/>
                  </a:schemeClr>
                </a:solidFill>
              </a:rPr>
              <a:t>các</a:t>
            </a:r>
            <a:r>
              <a:rPr lang="en-US" dirty="0">
                <a:solidFill>
                  <a:schemeClr val="accent4">
                    <a:lumMod val="50000"/>
                  </a:schemeClr>
                </a:solidFill>
              </a:rPr>
              <a:t> </a:t>
            </a:r>
            <a:r>
              <a:rPr lang="en-US" dirty="0" err="1">
                <a:solidFill>
                  <a:schemeClr val="accent4">
                    <a:lumMod val="50000"/>
                  </a:schemeClr>
                </a:solidFill>
              </a:rPr>
              <a:t>đoạn</a:t>
            </a:r>
            <a:r>
              <a:rPr lang="en-US" dirty="0">
                <a:solidFill>
                  <a:schemeClr val="accent4">
                    <a:lumMod val="50000"/>
                  </a:schemeClr>
                </a:solidFill>
              </a:rPr>
              <a:t> </a:t>
            </a:r>
            <a:r>
              <a:rPr lang="en-US" dirty="0" err="1">
                <a:solidFill>
                  <a:schemeClr val="accent4">
                    <a:lumMod val="50000"/>
                  </a:schemeClr>
                </a:solidFill>
              </a:rPr>
              <a:t>thử</a:t>
            </a:r>
            <a:r>
              <a:rPr lang="en-US" dirty="0">
                <a:solidFill>
                  <a:schemeClr val="accent4">
                    <a:lumMod val="50000"/>
                  </a:schemeClr>
                </a:solidFill>
              </a:rPr>
              <a:t> </a:t>
            </a:r>
            <a:r>
              <a:rPr lang="en-US" dirty="0" err="1">
                <a:solidFill>
                  <a:schemeClr val="accent4">
                    <a:lumMod val="50000"/>
                  </a:schemeClr>
                </a:solidFill>
              </a:rPr>
              <a:t>nghiệm</a:t>
            </a:r>
            <a:r>
              <a:rPr lang="en-US" dirty="0">
                <a:solidFill>
                  <a:schemeClr val="accent4">
                    <a:lumMod val="50000"/>
                  </a:schemeClr>
                </a:solidFill>
              </a:rPr>
              <a:t>. </a:t>
            </a:r>
            <a:r>
              <a:rPr lang="en-US" dirty="0" err="1">
                <a:solidFill>
                  <a:schemeClr val="accent4">
                    <a:lumMod val="50000"/>
                  </a:schemeClr>
                </a:solidFill>
              </a:rPr>
              <a:t>Ngoài</a:t>
            </a:r>
            <a:r>
              <a:rPr lang="en-US" dirty="0">
                <a:solidFill>
                  <a:schemeClr val="accent4">
                    <a:lumMod val="50000"/>
                  </a:schemeClr>
                </a:solidFill>
              </a:rPr>
              <a:t> </a:t>
            </a:r>
            <a:r>
              <a:rPr lang="en-US" dirty="0" err="1">
                <a:solidFill>
                  <a:schemeClr val="accent4">
                    <a:lumMod val="50000"/>
                  </a:schemeClr>
                </a:solidFill>
              </a:rPr>
              <a:t>ra</a:t>
            </a:r>
            <a:r>
              <a:rPr lang="en-US" dirty="0">
                <a:solidFill>
                  <a:schemeClr val="accent4">
                    <a:lumMod val="50000"/>
                  </a:schemeClr>
                </a:solidFill>
              </a:rPr>
              <a:t>, </a:t>
            </a:r>
            <a:r>
              <a:rPr lang="en-US" dirty="0" err="1">
                <a:solidFill>
                  <a:schemeClr val="accent4">
                    <a:lumMod val="50000"/>
                  </a:schemeClr>
                </a:solidFill>
              </a:rPr>
              <a:t>xuống</a:t>
            </a:r>
            <a:r>
              <a:rPr lang="en-US" dirty="0">
                <a:solidFill>
                  <a:schemeClr val="accent4">
                    <a:lumMod val="50000"/>
                  </a:schemeClr>
                </a:solidFill>
              </a:rPr>
              <a:t> </a:t>
            </a:r>
            <a:r>
              <a:rPr lang="en-US" dirty="0" err="1">
                <a:solidFill>
                  <a:schemeClr val="accent4">
                    <a:lumMod val="50000"/>
                  </a:schemeClr>
                </a:solidFill>
              </a:rPr>
              <a:t>cấp</a:t>
            </a:r>
            <a:r>
              <a:rPr lang="en-US" dirty="0">
                <a:solidFill>
                  <a:schemeClr val="accent4">
                    <a:lumMod val="50000"/>
                  </a:schemeClr>
                </a:solidFill>
              </a:rPr>
              <a:t> </a:t>
            </a:r>
            <a:r>
              <a:rPr lang="en-US" dirty="0" err="1">
                <a:solidFill>
                  <a:schemeClr val="accent4">
                    <a:lumMod val="50000"/>
                  </a:schemeClr>
                </a:solidFill>
              </a:rPr>
              <a:t>của</a:t>
            </a:r>
            <a:r>
              <a:rPr lang="en-US" dirty="0">
                <a:solidFill>
                  <a:schemeClr val="accent4">
                    <a:lumMod val="50000"/>
                  </a:schemeClr>
                </a:solidFill>
              </a:rPr>
              <a:t> </a:t>
            </a:r>
            <a:r>
              <a:rPr lang="en-US" dirty="0" err="1">
                <a:solidFill>
                  <a:schemeClr val="accent4">
                    <a:lumMod val="50000"/>
                  </a:schemeClr>
                </a:solidFill>
              </a:rPr>
              <a:t>mặt</a:t>
            </a:r>
            <a:r>
              <a:rPr lang="en-US" dirty="0">
                <a:solidFill>
                  <a:schemeClr val="accent4">
                    <a:lumMod val="50000"/>
                  </a:schemeClr>
                </a:solidFill>
              </a:rPr>
              <a:t> </a:t>
            </a:r>
            <a:r>
              <a:rPr lang="en-US" dirty="0" err="1">
                <a:solidFill>
                  <a:schemeClr val="accent4">
                    <a:lumMod val="50000"/>
                  </a:schemeClr>
                </a:solidFill>
              </a:rPr>
              <a:t>đường</a:t>
            </a:r>
            <a:r>
              <a:rPr lang="en-US" dirty="0">
                <a:solidFill>
                  <a:schemeClr val="accent4">
                    <a:lumMod val="50000"/>
                  </a:schemeClr>
                </a:solidFill>
              </a:rPr>
              <a:t> </a:t>
            </a:r>
            <a:r>
              <a:rPr lang="en-US" dirty="0" err="1">
                <a:solidFill>
                  <a:schemeClr val="accent4">
                    <a:lumMod val="50000"/>
                  </a:schemeClr>
                </a:solidFill>
              </a:rPr>
              <a:t>được</a:t>
            </a:r>
            <a:r>
              <a:rPr lang="en-US" dirty="0">
                <a:solidFill>
                  <a:schemeClr val="accent4">
                    <a:lumMod val="50000"/>
                  </a:schemeClr>
                </a:solidFill>
              </a:rPr>
              <a:t> </a:t>
            </a:r>
            <a:r>
              <a:rPr lang="en-US" dirty="0" err="1">
                <a:solidFill>
                  <a:schemeClr val="accent4">
                    <a:lumMod val="50000"/>
                  </a:schemeClr>
                </a:solidFill>
              </a:rPr>
              <a:t>thể</a:t>
            </a:r>
            <a:r>
              <a:rPr lang="en-US" dirty="0">
                <a:solidFill>
                  <a:schemeClr val="accent4">
                    <a:lumMod val="50000"/>
                  </a:schemeClr>
                </a:solidFill>
              </a:rPr>
              <a:t> </a:t>
            </a:r>
            <a:r>
              <a:rPr lang="en-US" dirty="0" err="1">
                <a:solidFill>
                  <a:schemeClr val="accent4">
                    <a:lumMod val="50000"/>
                  </a:schemeClr>
                </a:solidFill>
              </a:rPr>
              <a:t>hiện</a:t>
            </a:r>
            <a:r>
              <a:rPr lang="en-US" dirty="0">
                <a:solidFill>
                  <a:schemeClr val="accent4">
                    <a:lumMod val="50000"/>
                  </a:schemeClr>
                </a:solidFill>
              </a:rPr>
              <a:t> </a:t>
            </a:r>
            <a:r>
              <a:rPr lang="en-US" dirty="0" err="1">
                <a:solidFill>
                  <a:schemeClr val="accent4">
                    <a:lumMod val="50000"/>
                  </a:schemeClr>
                </a:solidFill>
              </a:rPr>
              <a:t>thông</a:t>
            </a:r>
            <a:r>
              <a:rPr lang="en-US" dirty="0">
                <a:solidFill>
                  <a:schemeClr val="accent4">
                    <a:lumMod val="50000"/>
                  </a:schemeClr>
                </a:solidFill>
              </a:rPr>
              <a:t> qua </a:t>
            </a:r>
            <a:r>
              <a:rPr lang="en-US" dirty="0" err="1">
                <a:solidFill>
                  <a:schemeClr val="accent4">
                    <a:lumMod val="50000"/>
                  </a:schemeClr>
                </a:solidFill>
              </a:rPr>
              <a:t>các</a:t>
            </a:r>
            <a:r>
              <a:rPr lang="en-US" dirty="0">
                <a:solidFill>
                  <a:schemeClr val="accent4">
                    <a:lumMod val="50000"/>
                  </a:schemeClr>
                </a:solidFill>
              </a:rPr>
              <a:t> </a:t>
            </a:r>
            <a:r>
              <a:rPr lang="en-US" dirty="0" err="1">
                <a:solidFill>
                  <a:schemeClr val="accent4">
                    <a:lumMod val="50000"/>
                  </a:schemeClr>
                </a:solidFill>
              </a:rPr>
              <a:t>biến</a:t>
            </a:r>
            <a:r>
              <a:rPr lang="en-US" dirty="0">
                <a:solidFill>
                  <a:schemeClr val="accent4">
                    <a:lumMod val="50000"/>
                  </a:schemeClr>
                </a:solidFill>
              </a:rPr>
              <a:t> </a:t>
            </a:r>
            <a:r>
              <a:rPr lang="en-US" dirty="0" err="1">
                <a:solidFill>
                  <a:schemeClr val="accent4">
                    <a:lumMod val="50000"/>
                  </a:schemeClr>
                </a:solidFill>
              </a:rPr>
              <a:t>phụ</a:t>
            </a:r>
            <a:r>
              <a:rPr lang="en-US" dirty="0">
                <a:solidFill>
                  <a:schemeClr val="accent4">
                    <a:lumMod val="50000"/>
                  </a:schemeClr>
                </a:solidFill>
              </a:rPr>
              <a:t> </a:t>
            </a:r>
            <a:r>
              <a:rPr lang="en-US" dirty="0" err="1">
                <a:solidFill>
                  <a:schemeClr val="accent4">
                    <a:lumMod val="50000"/>
                  </a:schemeClr>
                </a:solidFill>
              </a:rPr>
              <a:t>thuộc</a:t>
            </a:r>
            <a:r>
              <a:rPr lang="en-US" dirty="0">
                <a:solidFill>
                  <a:schemeClr val="accent4">
                    <a:lumMod val="50000"/>
                  </a:schemeClr>
                </a:solidFill>
              </a:rPr>
              <a:t> </a:t>
            </a:r>
            <a:r>
              <a:rPr lang="en-US" dirty="0" err="1">
                <a:solidFill>
                  <a:schemeClr val="accent4">
                    <a:lumMod val="50000"/>
                  </a:schemeClr>
                </a:solidFill>
              </a:rPr>
              <a:t>như</a:t>
            </a:r>
            <a:r>
              <a:rPr lang="en-US" dirty="0">
                <a:solidFill>
                  <a:schemeClr val="accent4">
                    <a:lumMod val="50000"/>
                  </a:schemeClr>
                </a:solidFill>
              </a:rPr>
              <a:t> </a:t>
            </a:r>
            <a:r>
              <a:rPr lang="en-US" dirty="0" err="1">
                <a:solidFill>
                  <a:schemeClr val="accent4">
                    <a:lumMod val="50000"/>
                  </a:schemeClr>
                </a:solidFill>
              </a:rPr>
              <a:t>là</a:t>
            </a:r>
            <a:r>
              <a:rPr lang="en-US" dirty="0">
                <a:solidFill>
                  <a:schemeClr val="accent4">
                    <a:lumMod val="50000"/>
                  </a:schemeClr>
                </a:solidFill>
              </a:rPr>
              <a:t> qua </a:t>
            </a:r>
            <a:r>
              <a:rPr lang="en-US" dirty="0" err="1">
                <a:solidFill>
                  <a:schemeClr val="accent4">
                    <a:lumMod val="50000"/>
                  </a:schemeClr>
                </a:solidFill>
              </a:rPr>
              <a:t>độ</a:t>
            </a:r>
            <a:r>
              <a:rPr lang="en-US" dirty="0">
                <a:solidFill>
                  <a:schemeClr val="accent4">
                    <a:lumMod val="50000"/>
                  </a:schemeClr>
                </a:solidFill>
              </a:rPr>
              <a:t> </a:t>
            </a:r>
            <a:r>
              <a:rPr lang="en-US" dirty="0" err="1">
                <a:solidFill>
                  <a:schemeClr val="accent4">
                    <a:lumMod val="50000"/>
                  </a:schemeClr>
                </a:solidFill>
              </a:rPr>
              <a:t>bằng</a:t>
            </a:r>
            <a:r>
              <a:rPr lang="en-US" dirty="0">
                <a:solidFill>
                  <a:schemeClr val="accent4">
                    <a:lumMod val="50000"/>
                  </a:schemeClr>
                </a:solidFill>
              </a:rPr>
              <a:t> </a:t>
            </a:r>
            <a:r>
              <a:rPr lang="en-US" dirty="0" err="1">
                <a:solidFill>
                  <a:schemeClr val="accent4">
                    <a:lumMod val="50000"/>
                  </a:schemeClr>
                </a:solidFill>
              </a:rPr>
              <a:t>phẳng</a:t>
            </a:r>
            <a:r>
              <a:rPr lang="en-US" dirty="0">
                <a:solidFill>
                  <a:schemeClr val="accent4">
                    <a:lumMod val="50000"/>
                  </a:schemeClr>
                </a:solidFill>
              </a:rPr>
              <a:t> </a:t>
            </a:r>
            <a:r>
              <a:rPr lang="en-US" dirty="0" err="1">
                <a:solidFill>
                  <a:schemeClr val="accent4">
                    <a:lumMod val="50000"/>
                  </a:schemeClr>
                </a:solidFill>
              </a:rPr>
              <a:t>của</a:t>
            </a:r>
            <a:r>
              <a:rPr lang="en-US" dirty="0">
                <a:solidFill>
                  <a:schemeClr val="accent4">
                    <a:lumMod val="50000"/>
                  </a:schemeClr>
                </a:solidFill>
              </a:rPr>
              <a:t> </a:t>
            </a:r>
            <a:r>
              <a:rPr lang="en-US" dirty="0" err="1">
                <a:solidFill>
                  <a:schemeClr val="accent4">
                    <a:lumMod val="50000"/>
                  </a:schemeClr>
                </a:solidFill>
              </a:rPr>
              <a:t>mặt</a:t>
            </a:r>
            <a:r>
              <a:rPr lang="en-US" dirty="0">
                <a:solidFill>
                  <a:schemeClr val="accent4">
                    <a:lumMod val="50000"/>
                  </a:schemeClr>
                </a:solidFill>
              </a:rPr>
              <a:t> </a:t>
            </a:r>
            <a:r>
              <a:rPr lang="en-US" dirty="0" err="1">
                <a:solidFill>
                  <a:schemeClr val="accent4">
                    <a:lumMod val="50000"/>
                  </a:schemeClr>
                </a:solidFill>
              </a:rPr>
              <a:t>đường</a:t>
            </a:r>
            <a:r>
              <a:rPr lang="en-US" dirty="0">
                <a:solidFill>
                  <a:schemeClr val="accent4">
                    <a:lumMod val="50000"/>
                  </a:schemeClr>
                </a:solidFill>
              </a:rPr>
              <a:t>. </a:t>
            </a:r>
          </a:p>
          <a:p>
            <a:pPr>
              <a:spcBef>
                <a:spcPct val="50000"/>
              </a:spcBef>
              <a:buFontTx/>
              <a:buAutoNum type="arabicPeriod"/>
            </a:pPr>
            <a:r>
              <a:rPr lang="en-US" b="1" i="1" dirty="0" err="1">
                <a:solidFill>
                  <a:schemeClr val="accent4">
                    <a:lumMod val="50000"/>
                  </a:schemeClr>
                </a:solidFill>
              </a:rPr>
              <a:t>Xác</a:t>
            </a:r>
            <a:r>
              <a:rPr lang="en-US" b="1" i="1" dirty="0">
                <a:solidFill>
                  <a:schemeClr val="accent4">
                    <a:lumMod val="50000"/>
                  </a:schemeClr>
                </a:solidFill>
              </a:rPr>
              <a:t> </a:t>
            </a:r>
            <a:r>
              <a:rPr lang="en-US" b="1" i="1" dirty="0" err="1">
                <a:solidFill>
                  <a:schemeClr val="accent4">
                    <a:lumMod val="50000"/>
                  </a:schemeClr>
                </a:solidFill>
              </a:rPr>
              <a:t>xuất</a:t>
            </a:r>
            <a:r>
              <a:rPr lang="en-US" b="1" i="1" dirty="0">
                <a:solidFill>
                  <a:schemeClr val="accent4">
                    <a:lumMod val="50000"/>
                  </a:schemeClr>
                </a:solidFill>
              </a:rPr>
              <a:t> </a:t>
            </a:r>
            <a:r>
              <a:rPr lang="en-US" dirty="0">
                <a:solidFill>
                  <a:srgbClr val="020202"/>
                </a:solidFill>
              </a:rPr>
              <a:t>– </a:t>
            </a:r>
            <a:r>
              <a:rPr lang="en-US" dirty="0" err="1">
                <a:solidFill>
                  <a:srgbClr val="020202"/>
                </a:solidFill>
              </a:rPr>
              <a:t>tình</a:t>
            </a:r>
            <a:r>
              <a:rPr lang="en-US" dirty="0">
                <a:solidFill>
                  <a:srgbClr val="020202"/>
                </a:solidFill>
              </a:rPr>
              <a:t> </a:t>
            </a:r>
            <a:r>
              <a:rPr lang="en-US" dirty="0" err="1">
                <a:solidFill>
                  <a:srgbClr val="020202"/>
                </a:solidFill>
              </a:rPr>
              <a:t>trạng</a:t>
            </a:r>
            <a:r>
              <a:rPr lang="en-US" dirty="0">
                <a:solidFill>
                  <a:srgbClr val="020202"/>
                </a:solidFill>
              </a:rPr>
              <a:t> </a:t>
            </a:r>
            <a:r>
              <a:rPr lang="en-US" dirty="0" err="1">
                <a:solidFill>
                  <a:srgbClr val="020202"/>
                </a:solidFill>
              </a:rPr>
              <a:t>của</a:t>
            </a:r>
            <a:r>
              <a:rPr lang="en-US" dirty="0">
                <a:solidFill>
                  <a:srgbClr val="020202"/>
                </a:solidFill>
              </a:rPr>
              <a:t> </a:t>
            </a:r>
            <a:r>
              <a:rPr lang="en-US" dirty="0" err="1">
                <a:solidFill>
                  <a:srgbClr val="020202"/>
                </a:solidFill>
              </a:rPr>
              <a:t>mặt</a:t>
            </a:r>
            <a:r>
              <a:rPr lang="en-US" dirty="0">
                <a:solidFill>
                  <a:srgbClr val="020202"/>
                </a:solidFill>
              </a:rPr>
              <a:t> </a:t>
            </a:r>
            <a:r>
              <a:rPr lang="en-US" dirty="0" err="1">
                <a:solidFill>
                  <a:srgbClr val="020202"/>
                </a:solidFill>
              </a:rPr>
              <a:t>đường</a:t>
            </a:r>
            <a:r>
              <a:rPr lang="en-US" dirty="0">
                <a:solidFill>
                  <a:srgbClr val="020202"/>
                </a:solidFill>
              </a:rPr>
              <a:t> </a:t>
            </a:r>
            <a:r>
              <a:rPr lang="en-US" dirty="0" err="1">
                <a:solidFill>
                  <a:srgbClr val="020202"/>
                </a:solidFill>
              </a:rPr>
              <a:t>được</a:t>
            </a:r>
            <a:r>
              <a:rPr lang="en-US" dirty="0">
                <a:solidFill>
                  <a:srgbClr val="020202"/>
                </a:solidFill>
              </a:rPr>
              <a:t> </a:t>
            </a:r>
            <a:r>
              <a:rPr lang="en-US" dirty="0" err="1">
                <a:solidFill>
                  <a:srgbClr val="020202"/>
                </a:solidFill>
              </a:rPr>
              <a:t>dự</a:t>
            </a:r>
            <a:r>
              <a:rPr lang="en-US" dirty="0">
                <a:solidFill>
                  <a:srgbClr val="020202"/>
                </a:solidFill>
              </a:rPr>
              <a:t> </a:t>
            </a:r>
            <a:r>
              <a:rPr lang="en-US" dirty="0" err="1">
                <a:solidFill>
                  <a:srgbClr val="020202"/>
                </a:solidFill>
              </a:rPr>
              <a:t>báo</a:t>
            </a:r>
            <a:r>
              <a:rPr lang="en-US" dirty="0">
                <a:solidFill>
                  <a:srgbClr val="020202"/>
                </a:solidFill>
              </a:rPr>
              <a:t> </a:t>
            </a:r>
            <a:r>
              <a:rPr lang="en-US" dirty="0" err="1">
                <a:solidFill>
                  <a:srgbClr val="020202"/>
                </a:solidFill>
              </a:rPr>
              <a:t>là</a:t>
            </a:r>
            <a:r>
              <a:rPr lang="en-US" dirty="0">
                <a:solidFill>
                  <a:srgbClr val="020202"/>
                </a:solidFill>
              </a:rPr>
              <a:t> </a:t>
            </a:r>
            <a:r>
              <a:rPr lang="en-US" dirty="0" err="1">
                <a:solidFill>
                  <a:srgbClr val="020202"/>
                </a:solidFill>
              </a:rPr>
              <a:t>hàm</a:t>
            </a:r>
            <a:r>
              <a:rPr lang="en-US" dirty="0">
                <a:solidFill>
                  <a:srgbClr val="020202"/>
                </a:solidFill>
              </a:rPr>
              <a:t> </a:t>
            </a:r>
            <a:r>
              <a:rPr lang="en-US" dirty="0" err="1">
                <a:solidFill>
                  <a:srgbClr val="020202"/>
                </a:solidFill>
              </a:rPr>
              <a:t>số</a:t>
            </a:r>
            <a:r>
              <a:rPr lang="en-US" dirty="0">
                <a:solidFill>
                  <a:srgbClr val="020202"/>
                </a:solidFill>
              </a:rPr>
              <a:t> </a:t>
            </a:r>
            <a:r>
              <a:rPr lang="en-US" dirty="0" err="1">
                <a:solidFill>
                  <a:srgbClr val="020202"/>
                </a:solidFill>
              </a:rPr>
              <a:t>xác</a:t>
            </a:r>
            <a:r>
              <a:rPr lang="en-US" dirty="0">
                <a:solidFill>
                  <a:srgbClr val="020202"/>
                </a:solidFill>
              </a:rPr>
              <a:t> </a:t>
            </a:r>
            <a:r>
              <a:rPr lang="en-US" dirty="0" err="1">
                <a:solidFill>
                  <a:srgbClr val="020202"/>
                </a:solidFill>
              </a:rPr>
              <a:t>suất</a:t>
            </a:r>
            <a:r>
              <a:rPr lang="en-US" dirty="0">
                <a:solidFill>
                  <a:srgbClr val="020202"/>
                </a:solidFill>
              </a:rPr>
              <a:t> </a:t>
            </a:r>
            <a:r>
              <a:rPr lang="en-US" dirty="0" err="1">
                <a:solidFill>
                  <a:srgbClr val="020202"/>
                </a:solidFill>
              </a:rPr>
              <a:t>của</a:t>
            </a:r>
            <a:r>
              <a:rPr lang="en-US" dirty="0">
                <a:solidFill>
                  <a:srgbClr val="020202"/>
                </a:solidFill>
              </a:rPr>
              <a:t> </a:t>
            </a:r>
            <a:r>
              <a:rPr lang="en-US" dirty="0" err="1">
                <a:solidFill>
                  <a:srgbClr val="020202"/>
                </a:solidFill>
              </a:rPr>
              <a:t>các</a:t>
            </a:r>
            <a:r>
              <a:rPr lang="en-US" dirty="0">
                <a:solidFill>
                  <a:srgbClr val="020202"/>
                </a:solidFill>
              </a:rPr>
              <a:t> </a:t>
            </a:r>
            <a:r>
              <a:rPr lang="en-US" dirty="0" err="1">
                <a:solidFill>
                  <a:srgbClr val="020202"/>
                </a:solidFill>
              </a:rPr>
              <a:t>tham</a:t>
            </a:r>
            <a:r>
              <a:rPr lang="en-US" dirty="0">
                <a:solidFill>
                  <a:srgbClr val="020202"/>
                </a:solidFill>
              </a:rPr>
              <a:t> </a:t>
            </a:r>
            <a:r>
              <a:rPr lang="en-US" dirty="0" err="1">
                <a:solidFill>
                  <a:srgbClr val="020202"/>
                </a:solidFill>
              </a:rPr>
              <a:t>số</a:t>
            </a:r>
            <a:r>
              <a:rPr lang="en-US" dirty="0">
                <a:solidFill>
                  <a:srgbClr val="020202"/>
                </a:solidFill>
              </a:rPr>
              <a:t> </a:t>
            </a:r>
            <a:r>
              <a:rPr lang="en-US" dirty="0" err="1">
                <a:solidFill>
                  <a:srgbClr val="020202"/>
                </a:solidFill>
              </a:rPr>
              <a:t>tình</a:t>
            </a:r>
            <a:r>
              <a:rPr lang="en-US" dirty="0">
                <a:solidFill>
                  <a:srgbClr val="020202"/>
                </a:solidFill>
              </a:rPr>
              <a:t> </a:t>
            </a:r>
            <a:r>
              <a:rPr lang="en-US" dirty="0" err="1">
                <a:solidFill>
                  <a:srgbClr val="020202"/>
                </a:solidFill>
              </a:rPr>
              <a:t>trạng</a:t>
            </a:r>
            <a:r>
              <a:rPr lang="en-US" dirty="0">
                <a:solidFill>
                  <a:srgbClr val="020202"/>
                </a:solidFill>
              </a:rPr>
              <a:t> </a:t>
            </a:r>
            <a:r>
              <a:rPr lang="en-US" dirty="0" err="1">
                <a:solidFill>
                  <a:srgbClr val="020202"/>
                </a:solidFill>
              </a:rPr>
              <a:t>mặt</a:t>
            </a:r>
            <a:r>
              <a:rPr lang="en-US" dirty="0">
                <a:solidFill>
                  <a:srgbClr val="020202"/>
                </a:solidFill>
              </a:rPr>
              <a:t> </a:t>
            </a:r>
            <a:r>
              <a:rPr lang="en-US" dirty="0" err="1">
                <a:solidFill>
                  <a:srgbClr val="020202"/>
                </a:solidFill>
              </a:rPr>
              <a:t>đường</a:t>
            </a:r>
            <a:r>
              <a:rPr lang="en-US" dirty="0">
                <a:solidFill>
                  <a:srgbClr val="020202"/>
                </a:solidFill>
              </a:rPr>
              <a:t>.</a:t>
            </a:r>
            <a:endParaRPr lang="en-US" dirty="0">
              <a:solidFill>
                <a:schemeClr val="accent4">
                  <a:lumMod val="50000"/>
                </a:schemeClr>
              </a:solidFill>
            </a:endParaRPr>
          </a:p>
        </p:txBody>
      </p:sp>
    </p:spTree>
    <p:extLst>
      <p:ext uri="{BB962C8B-B14F-4D97-AF65-F5344CB8AC3E}">
        <p14:creationId xmlns:p14="http://schemas.microsoft.com/office/powerpoint/2010/main" val="8616245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60650" y="1261514"/>
            <a:ext cx="8033657" cy="369332"/>
          </a:xfrm>
          <a:prstGeom prst="rect">
            <a:avLst/>
          </a:prstGeom>
        </p:spPr>
        <p:txBody>
          <a:bodyPr wrap="square">
            <a:spAutoFit/>
          </a:bodyPr>
          <a:lstStyle/>
          <a:p>
            <a:r>
              <a:rPr lang="en-US" b="1" dirty="0" err="1">
                <a:solidFill>
                  <a:srgbClr val="0070C0"/>
                </a:solidFill>
              </a:rPr>
              <a:t>Phương</a:t>
            </a:r>
            <a:r>
              <a:rPr lang="en-US" b="1" dirty="0">
                <a:solidFill>
                  <a:srgbClr val="0070C0"/>
                </a:solidFill>
              </a:rPr>
              <a:t> </a:t>
            </a:r>
            <a:r>
              <a:rPr lang="en-US" b="1" dirty="0" err="1">
                <a:solidFill>
                  <a:srgbClr val="0070C0"/>
                </a:solidFill>
              </a:rPr>
              <a:t>pháp</a:t>
            </a:r>
            <a:r>
              <a:rPr lang="en-US" b="1" dirty="0">
                <a:solidFill>
                  <a:srgbClr val="0070C0"/>
                </a:solidFill>
              </a:rPr>
              <a:t> </a:t>
            </a:r>
            <a:r>
              <a:rPr lang="en-US" b="1" dirty="0" err="1">
                <a:solidFill>
                  <a:srgbClr val="0070C0"/>
                </a:solidFill>
              </a:rPr>
              <a:t>xác</a:t>
            </a:r>
            <a:r>
              <a:rPr lang="en-US" b="1" dirty="0">
                <a:solidFill>
                  <a:srgbClr val="0070C0"/>
                </a:solidFill>
              </a:rPr>
              <a:t> </a:t>
            </a:r>
            <a:r>
              <a:rPr lang="en-US" b="1" dirty="0" err="1">
                <a:solidFill>
                  <a:srgbClr val="0070C0"/>
                </a:solidFill>
              </a:rPr>
              <a:t>suất</a:t>
            </a:r>
            <a:endParaRPr lang="en-US" dirty="0">
              <a:solidFill>
                <a:srgbClr val="0070C0"/>
              </a:solidFill>
            </a:endParaRPr>
          </a:p>
        </p:txBody>
      </p:sp>
      <p:pic>
        <p:nvPicPr>
          <p:cNvPr id="2355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2590800"/>
            <a:ext cx="6449143" cy="3887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1113502" y="1752600"/>
            <a:ext cx="7420898" cy="646331"/>
          </a:xfrm>
          <a:prstGeom prst="rect">
            <a:avLst/>
          </a:prstGeom>
        </p:spPr>
        <p:txBody>
          <a:bodyPr wrap="square">
            <a:spAutoFit/>
          </a:bodyPr>
          <a:lstStyle/>
          <a:p>
            <a:pPr>
              <a:spcBef>
                <a:spcPct val="50000"/>
              </a:spcBef>
            </a:pPr>
            <a:r>
              <a:rPr lang="en-US" b="1" i="1" dirty="0" err="1">
                <a:solidFill>
                  <a:schemeClr val="accent4">
                    <a:lumMod val="50000"/>
                  </a:schemeClr>
                </a:solidFill>
              </a:rPr>
              <a:t>Phân</a:t>
            </a:r>
            <a:r>
              <a:rPr lang="en-US" b="1" i="1" dirty="0">
                <a:solidFill>
                  <a:schemeClr val="accent4">
                    <a:lumMod val="50000"/>
                  </a:schemeClr>
                </a:solidFill>
              </a:rPr>
              <a:t> </a:t>
            </a:r>
            <a:r>
              <a:rPr lang="en-US" b="1" i="1" dirty="0" err="1">
                <a:solidFill>
                  <a:schemeClr val="accent4">
                    <a:lumMod val="50000"/>
                  </a:schemeClr>
                </a:solidFill>
              </a:rPr>
              <a:t>bố</a:t>
            </a:r>
            <a:r>
              <a:rPr lang="en-US" b="1" i="1" dirty="0">
                <a:solidFill>
                  <a:schemeClr val="accent4">
                    <a:lumMod val="50000"/>
                  </a:schemeClr>
                </a:solidFill>
              </a:rPr>
              <a:t> </a:t>
            </a:r>
            <a:r>
              <a:rPr lang="en-US" b="1" i="1" dirty="0" err="1">
                <a:solidFill>
                  <a:schemeClr val="accent4">
                    <a:lumMod val="50000"/>
                  </a:schemeClr>
                </a:solidFill>
              </a:rPr>
              <a:t>xác</a:t>
            </a:r>
            <a:r>
              <a:rPr lang="en-US" b="1" i="1" dirty="0">
                <a:solidFill>
                  <a:schemeClr val="accent4">
                    <a:lumMod val="50000"/>
                  </a:schemeClr>
                </a:solidFill>
              </a:rPr>
              <a:t> </a:t>
            </a:r>
            <a:r>
              <a:rPr lang="en-US" b="1" i="1" dirty="0" err="1">
                <a:solidFill>
                  <a:schemeClr val="accent4">
                    <a:lumMod val="50000"/>
                  </a:schemeClr>
                </a:solidFill>
              </a:rPr>
              <a:t>suất</a:t>
            </a:r>
            <a:r>
              <a:rPr lang="en-US" b="1" i="1" dirty="0">
                <a:solidFill>
                  <a:schemeClr val="accent4">
                    <a:lumMod val="50000"/>
                  </a:schemeClr>
                </a:solidFill>
              </a:rPr>
              <a:t> </a:t>
            </a:r>
            <a:r>
              <a:rPr lang="en-US" dirty="0">
                <a:solidFill>
                  <a:schemeClr val="accent4">
                    <a:lumMod val="50000"/>
                  </a:schemeClr>
                </a:solidFill>
              </a:rPr>
              <a:t>– </a:t>
            </a:r>
            <a:r>
              <a:rPr lang="en-US" dirty="0" err="1">
                <a:solidFill>
                  <a:schemeClr val="accent4">
                    <a:lumMod val="50000"/>
                  </a:schemeClr>
                </a:solidFill>
              </a:rPr>
              <a:t>xác</a:t>
            </a:r>
            <a:r>
              <a:rPr lang="en-US" dirty="0">
                <a:solidFill>
                  <a:schemeClr val="accent4">
                    <a:lumMod val="50000"/>
                  </a:schemeClr>
                </a:solidFill>
              </a:rPr>
              <a:t> </a:t>
            </a:r>
            <a:r>
              <a:rPr lang="en-US" dirty="0" err="1">
                <a:solidFill>
                  <a:schemeClr val="accent4">
                    <a:lumMod val="50000"/>
                  </a:schemeClr>
                </a:solidFill>
              </a:rPr>
              <a:t>suất</a:t>
            </a:r>
            <a:r>
              <a:rPr lang="en-US" dirty="0">
                <a:solidFill>
                  <a:schemeClr val="accent4">
                    <a:lumMod val="50000"/>
                  </a:schemeClr>
                </a:solidFill>
              </a:rPr>
              <a:t> </a:t>
            </a:r>
            <a:r>
              <a:rPr lang="en-US" dirty="0" err="1">
                <a:solidFill>
                  <a:schemeClr val="accent4">
                    <a:lumMod val="50000"/>
                  </a:schemeClr>
                </a:solidFill>
              </a:rPr>
              <a:t>để</a:t>
            </a:r>
            <a:r>
              <a:rPr lang="en-US" dirty="0">
                <a:solidFill>
                  <a:schemeClr val="accent4">
                    <a:lumMod val="50000"/>
                  </a:schemeClr>
                </a:solidFill>
              </a:rPr>
              <a:t> </a:t>
            </a:r>
            <a:r>
              <a:rPr lang="en-US" dirty="0" err="1">
                <a:solidFill>
                  <a:schemeClr val="accent4">
                    <a:lumMod val="50000"/>
                  </a:schemeClr>
                </a:solidFill>
              </a:rPr>
              <a:t>chỉ</a:t>
            </a:r>
            <a:r>
              <a:rPr lang="en-US" dirty="0">
                <a:solidFill>
                  <a:schemeClr val="accent4">
                    <a:lumMod val="50000"/>
                  </a:schemeClr>
                </a:solidFill>
              </a:rPr>
              <a:t> </a:t>
            </a:r>
            <a:r>
              <a:rPr lang="en-US" dirty="0" err="1">
                <a:solidFill>
                  <a:schemeClr val="accent4">
                    <a:lumMod val="50000"/>
                  </a:schemeClr>
                </a:solidFill>
              </a:rPr>
              <a:t>số</a:t>
            </a:r>
            <a:r>
              <a:rPr lang="en-US" dirty="0">
                <a:solidFill>
                  <a:schemeClr val="accent4">
                    <a:lumMod val="50000"/>
                  </a:schemeClr>
                </a:solidFill>
              </a:rPr>
              <a:t> </a:t>
            </a:r>
            <a:r>
              <a:rPr lang="en-US" dirty="0" err="1">
                <a:solidFill>
                  <a:schemeClr val="accent4">
                    <a:lumMod val="50000"/>
                  </a:schemeClr>
                </a:solidFill>
              </a:rPr>
              <a:t>tình</a:t>
            </a:r>
            <a:r>
              <a:rPr lang="en-US" dirty="0">
                <a:solidFill>
                  <a:schemeClr val="accent4">
                    <a:lumMod val="50000"/>
                  </a:schemeClr>
                </a:solidFill>
              </a:rPr>
              <a:t> </a:t>
            </a:r>
            <a:r>
              <a:rPr lang="en-US" dirty="0" err="1">
                <a:solidFill>
                  <a:schemeClr val="accent4">
                    <a:lumMod val="50000"/>
                  </a:schemeClr>
                </a:solidFill>
              </a:rPr>
              <a:t>trạng</a:t>
            </a:r>
            <a:r>
              <a:rPr lang="en-US" dirty="0">
                <a:solidFill>
                  <a:schemeClr val="accent4">
                    <a:lumMod val="50000"/>
                  </a:schemeClr>
                </a:solidFill>
              </a:rPr>
              <a:t> </a:t>
            </a:r>
            <a:r>
              <a:rPr lang="en-US" dirty="0" err="1">
                <a:solidFill>
                  <a:schemeClr val="accent4">
                    <a:lumMod val="50000"/>
                  </a:schemeClr>
                </a:solidFill>
              </a:rPr>
              <a:t>mặt</a:t>
            </a:r>
            <a:r>
              <a:rPr lang="en-US" dirty="0">
                <a:solidFill>
                  <a:schemeClr val="accent4">
                    <a:lumMod val="50000"/>
                  </a:schemeClr>
                </a:solidFill>
              </a:rPr>
              <a:t> </a:t>
            </a:r>
            <a:r>
              <a:rPr lang="en-US" dirty="0" err="1">
                <a:solidFill>
                  <a:schemeClr val="accent4">
                    <a:lumMod val="50000"/>
                  </a:schemeClr>
                </a:solidFill>
              </a:rPr>
              <a:t>đường</a:t>
            </a:r>
            <a:r>
              <a:rPr lang="en-US" dirty="0">
                <a:solidFill>
                  <a:schemeClr val="accent4">
                    <a:lumMod val="50000"/>
                  </a:schemeClr>
                </a:solidFill>
              </a:rPr>
              <a:t> </a:t>
            </a:r>
            <a:r>
              <a:rPr lang="en-US" dirty="0" err="1">
                <a:solidFill>
                  <a:schemeClr val="accent4">
                    <a:lumMod val="50000"/>
                  </a:schemeClr>
                </a:solidFill>
              </a:rPr>
              <a:t>lớn</a:t>
            </a:r>
            <a:r>
              <a:rPr lang="en-US" dirty="0">
                <a:solidFill>
                  <a:schemeClr val="accent4">
                    <a:lumMod val="50000"/>
                  </a:schemeClr>
                </a:solidFill>
              </a:rPr>
              <a:t> </a:t>
            </a:r>
            <a:r>
              <a:rPr lang="en-US" dirty="0" err="1">
                <a:solidFill>
                  <a:schemeClr val="accent4">
                    <a:lumMod val="50000"/>
                  </a:schemeClr>
                </a:solidFill>
              </a:rPr>
              <a:t>hơn</a:t>
            </a:r>
            <a:r>
              <a:rPr lang="en-US" dirty="0">
                <a:solidFill>
                  <a:schemeClr val="accent4">
                    <a:lumMod val="50000"/>
                  </a:schemeClr>
                </a:solidFill>
              </a:rPr>
              <a:t> </a:t>
            </a:r>
            <a:r>
              <a:rPr lang="en-US" dirty="0" err="1">
                <a:solidFill>
                  <a:schemeClr val="accent4">
                    <a:lumMod val="50000"/>
                  </a:schemeClr>
                </a:solidFill>
              </a:rPr>
              <a:t>một</a:t>
            </a:r>
            <a:r>
              <a:rPr lang="en-US" dirty="0">
                <a:solidFill>
                  <a:schemeClr val="accent4">
                    <a:lumMod val="50000"/>
                  </a:schemeClr>
                </a:solidFill>
              </a:rPr>
              <a:t> </a:t>
            </a:r>
            <a:r>
              <a:rPr lang="en-US" dirty="0" err="1">
                <a:solidFill>
                  <a:schemeClr val="accent4">
                    <a:lumMod val="50000"/>
                  </a:schemeClr>
                </a:solidFill>
              </a:rPr>
              <a:t>giá</a:t>
            </a:r>
            <a:r>
              <a:rPr lang="en-US" dirty="0">
                <a:solidFill>
                  <a:schemeClr val="accent4">
                    <a:lumMod val="50000"/>
                  </a:schemeClr>
                </a:solidFill>
              </a:rPr>
              <a:t> </a:t>
            </a:r>
            <a:r>
              <a:rPr lang="en-US" dirty="0" err="1">
                <a:solidFill>
                  <a:schemeClr val="accent4">
                    <a:lumMod val="50000"/>
                  </a:schemeClr>
                </a:solidFill>
              </a:rPr>
              <a:t>trị</a:t>
            </a:r>
            <a:r>
              <a:rPr lang="en-US" dirty="0">
                <a:solidFill>
                  <a:schemeClr val="accent4">
                    <a:lumMod val="50000"/>
                  </a:schemeClr>
                </a:solidFill>
              </a:rPr>
              <a:t> </a:t>
            </a:r>
            <a:r>
              <a:rPr lang="en-US" dirty="0" err="1">
                <a:solidFill>
                  <a:schemeClr val="accent4">
                    <a:lumMod val="50000"/>
                  </a:schemeClr>
                </a:solidFill>
              </a:rPr>
              <a:t>cho</a:t>
            </a:r>
            <a:r>
              <a:rPr lang="en-US" dirty="0">
                <a:solidFill>
                  <a:schemeClr val="accent4">
                    <a:lumMod val="50000"/>
                  </a:schemeClr>
                </a:solidFill>
              </a:rPr>
              <a:t> </a:t>
            </a:r>
            <a:r>
              <a:rPr lang="en-US" dirty="0" err="1">
                <a:solidFill>
                  <a:schemeClr val="accent4">
                    <a:lumMod val="50000"/>
                  </a:schemeClr>
                </a:solidFill>
              </a:rPr>
              <a:t>trước</a:t>
            </a:r>
            <a:r>
              <a:rPr lang="en-US" dirty="0">
                <a:solidFill>
                  <a:schemeClr val="accent4">
                    <a:lumMod val="50000"/>
                  </a:schemeClr>
                </a:solidFill>
              </a:rPr>
              <a:t> </a:t>
            </a:r>
            <a:r>
              <a:rPr lang="en-US" dirty="0" err="1">
                <a:solidFill>
                  <a:schemeClr val="accent4">
                    <a:lumMod val="50000"/>
                  </a:schemeClr>
                </a:solidFill>
              </a:rPr>
              <a:t>liên</a:t>
            </a:r>
            <a:r>
              <a:rPr lang="en-US" dirty="0">
                <a:solidFill>
                  <a:schemeClr val="accent4">
                    <a:lumMod val="50000"/>
                  </a:schemeClr>
                </a:solidFill>
              </a:rPr>
              <a:t> </a:t>
            </a:r>
            <a:r>
              <a:rPr lang="en-US" dirty="0" err="1">
                <a:solidFill>
                  <a:schemeClr val="accent4">
                    <a:lumMod val="50000"/>
                  </a:schemeClr>
                </a:solidFill>
              </a:rPr>
              <a:t>quan</a:t>
            </a:r>
            <a:r>
              <a:rPr lang="en-US" dirty="0">
                <a:solidFill>
                  <a:schemeClr val="accent4">
                    <a:lumMod val="50000"/>
                  </a:schemeClr>
                </a:solidFill>
              </a:rPr>
              <a:t> </a:t>
            </a:r>
            <a:r>
              <a:rPr lang="en-US" dirty="0" err="1">
                <a:solidFill>
                  <a:schemeClr val="accent4">
                    <a:lumMod val="50000"/>
                  </a:schemeClr>
                </a:solidFill>
              </a:rPr>
              <a:t>đến</a:t>
            </a:r>
            <a:r>
              <a:rPr lang="en-US" dirty="0">
                <a:solidFill>
                  <a:schemeClr val="accent4">
                    <a:lumMod val="50000"/>
                  </a:schemeClr>
                </a:solidFill>
              </a:rPr>
              <a:t> </a:t>
            </a:r>
            <a:r>
              <a:rPr lang="en-US" dirty="0" err="1">
                <a:solidFill>
                  <a:schemeClr val="accent4">
                    <a:lumMod val="50000"/>
                  </a:schemeClr>
                </a:solidFill>
              </a:rPr>
              <a:t>tuổi</a:t>
            </a:r>
            <a:r>
              <a:rPr lang="en-US" dirty="0">
                <a:solidFill>
                  <a:schemeClr val="accent4">
                    <a:lumMod val="50000"/>
                  </a:schemeClr>
                </a:solidFill>
              </a:rPr>
              <a:t> </a:t>
            </a:r>
            <a:r>
              <a:rPr lang="en-US" dirty="0" err="1">
                <a:solidFill>
                  <a:schemeClr val="accent4">
                    <a:lumMod val="50000"/>
                  </a:schemeClr>
                </a:solidFill>
              </a:rPr>
              <a:t>thọ</a:t>
            </a:r>
            <a:r>
              <a:rPr lang="en-US" dirty="0">
                <a:solidFill>
                  <a:schemeClr val="accent4">
                    <a:lumMod val="50000"/>
                  </a:schemeClr>
                </a:solidFill>
              </a:rPr>
              <a:t> </a:t>
            </a:r>
            <a:r>
              <a:rPr lang="en-US" dirty="0" err="1">
                <a:solidFill>
                  <a:schemeClr val="accent4">
                    <a:lumMod val="50000"/>
                  </a:schemeClr>
                </a:solidFill>
              </a:rPr>
              <a:t>của</a:t>
            </a:r>
            <a:r>
              <a:rPr lang="en-US" dirty="0">
                <a:solidFill>
                  <a:schemeClr val="accent4">
                    <a:lumMod val="50000"/>
                  </a:schemeClr>
                </a:solidFill>
              </a:rPr>
              <a:t> </a:t>
            </a:r>
            <a:r>
              <a:rPr lang="en-US" dirty="0" err="1">
                <a:solidFill>
                  <a:schemeClr val="accent4">
                    <a:lumMod val="50000"/>
                  </a:schemeClr>
                </a:solidFill>
              </a:rPr>
              <a:t>mặt</a:t>
            </a:r>
            <a:r>
              <a:rPr lang="en-US" dirty="0">
                <a:solidFill>
                  <a:schemeClr val="accent4">
                    <a:lumMod val="50000"/>
                  </a:schemeClr>
                </a:solidFill>
              </a:rPr>
              <a:t> </a:t>
            </a:r>
            <a:r>
              <a:rPr lang="en-US" dirty="0" err="1">
                <a:solidFill>
                  <a:schemeClr val="accent4">
                    <a:lumMod val="50000"/>
                  </a:schemeClr>
                </a:solidFill>
              </a:rPr>
              <a:t>đường</a:t>
            </a:r>
            <a:endParaRPr lang="en-US" dirty="0">
              <a:solidFill>
                <a:srgbClr val="020202"/>
              </a:solidFill>
            </a:endParaRPr>
          </a:p>
        </p:txBody>
      </p:sp>
      <p:sp>
        <p:nvSpPr>
          <p:cNvPr id="6" name="Rectangle 6"/>
          <p:cNvSpPr>
            <a:spLocks noChangeArrowheads="1"/>
          </p:cNvSpPr>
          <p:nvPr/>
        </p:nvSpPr>
        <p:spPr bwMode="auto">
          <a:xfrm>
            <a:off x="533400" y="332006"/>
            <a:ext cx="612795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spcBef>
                <a:spcPct val="50000"/>
              </a:spcBef>
            </a:pPr>
            <a:r>
              <a:rPr lang="en-US" sz="2000" b="1" dirty="0" err="1">
                <a:solidFill>
                  <a:srgbClr val="FF0000"/>
                </a:solidFill>
              </a:rPr>
              <a:t>Sự</a:t>
            </a:r>
            <a:r>
              <a:rPr lang="en-US" sz="2000" b="1" dirty="0">
                <a:solidFill>
                  <a:srgbClr val="FF0000"/>
                </a:solidFill>
              </a:rPr>
              <a:t> </a:t>
            </a:r>
            <a:r>
              <a:rPr lang="en-US" sz="2000" b="1" dirty="0" err="1">
                <a:solidFill>
                  <a:srgbClr val="FF0000"/>
                </a:solidFill>
              </a:rPr>
              <a:t>xuống</a:t>
            </a:r>
            <a:r>
              <a:rPr lang="en-US" sz="2000" b="1" dirty="0">
                <a:solidFill>
                  <a:srgbClr val="FF0000"/>
                </a:solidFill>
              </a:rPr>
              <a:t> </a:t>
            </a:r>
            <a:r>
              <a:rPr lang="en-US" sz="2000" b="1" dirty="0" err="1">
                <a:solidFill>
                  <a:srgbClr val="FF0000"/>
                </a:solidFill>
              </a:rPr>
              <a:t>cấp</a:t>
            </a:r>
            <a:r>
              <a:rPr lang="en-US" sz="2000" b="1" dirty="0">
                <a:solidFill>
                  <a:srgbClr val="FF0000"/>
                </a:solidFill>
              </a:rPr>
              <a:t> </a:t>
            </a:r>
            <a:r>
              <a:rPr lang="en-US" sz="2000" b="1" dirty="0" err="1">
                <a:solidFill>
                  <a:srgbClr val="FF0000"/>
                </a:solidFill>
              </a:rPr>
              <a:t>của</a:t>
            </a:r>
            <a:r>
              <a:rPr lang="en-US" sz="2000" b="1" dirty="0">
                <a:solidFill>
                  <a:srgbClr val="FF0000"/>
                </a:solidFill>
              </a:rPr>
              <a:t> </a:t>
            </a:r>
            <a:r>
              <a:rPr lang="en-US" sz="2000" b="1" dirty="0" err="1">
                <a:solidFill>
                  <a:srgbClr val="FF0000"/>
                </a:solidFill>
              </a:rPr>
              <a:t>mặt</a:t>
            </a:r>
            <a:r>
              <a:rPr lang="en-US" sz="2000" b="1" dirty="0">
                <a:solidFill>
                  <a:srgbClr val="FF0000"/>
                </a:solidFill>
              </a:rPr>
              <a:t> </a:t>
            </a:r>
            <a:r>
              <a:rPr lang="en-US" sz="2000" b="1" dirty="0" err="1">
                <a:solidFill>
                  <a:srgbClr val="FF0000"/>
                </a:solidFill>
              </a:rPr>
              <a:t>đường</a:t>
            </a:r>
            <a:endParaRPr lang="en-US" sz="2000" b="1" dirty="0">
              <a:solidFill>
                <a:srgbClr val="FF0000"/>
              </a:solidFill>
            </a:endParaRPr>
          </a:p>
        </p:txBody>
      </p:sp>
    </p:spTree>
    <p:extLst>
      <p:ext uri="{BB962C8B-B14F-4D97-AF65-F5344CB8AC3E}">
        <p14:creationId xmlns:p14="http://schemas.microsoft.com/office/powerpoint/2010/main" val="21682036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730185"/>
            <a:ext cx="8686800" cy="830997"/>
          </a:xfrm>
          <a:prstGeom prst="rect">
            <a:avLst/>
          </a:prstGeom>
        </p:spPr>
        <p:txBody>
          <a:bodyPr wrap="square">
            <a:spAutoFit/>
          </a:bodyPr>
          <a:lstStyle/>
          <a:p>
            <a:pPr>
              <a:spcBef>
                <a:spcPct val="50000"/>
              </a:spcBef>
            </a:pPr>
            <a:r>
              <a:rPr lang="en-US" sz="1600" b="1" i="1" dirty="0" err="1">
                <a:solidFill>
                  <a:schemeClr val="accent4">
                    <a:lumMod val="50000"/>
                  </a:schemeClr>
                </a:solidFill>
              </a:rPr>
              <a:t>Chuỗi</a:t>
            </a:r>
            <a:r>
              <a:rPr lang="en-US" sz="1600" b="1" i="1" dirty="0">
                <a:solidFill>
                  <a:schemeClr val="accent4">
                    <a:lumMod val="50000"/>
                  </a:schemeClr>
                </a:solidFill>
              </a:rPr>
              <a:t> </a:t>
            </a:r>
            <a:r>
              <a:rPr lang="en-US" sz="1600" b="1" i="1" dirty="0" err="1">
                <a:solidFill>
                  <a:schemeClr val="accent4">
                    <a:lumMod val="50000"/>
                  </a:schemeClr>
                </a:solidFill>
              </a:rPr>
              <a:t>Markovian</a:t>
            </a:r>
            <a:r>
              <a:rPr lang="en-US" sz="1600" b="1" i="1" dirty="0">
                <a:solidFill>
                  <a:schemeClr val="accent4">
                    <a:lumMod val="50000"/>
                  </a:schemeClr>
                </a:solidFill>
              </a:rPr>
              <a:t>  </a:t>
            </a:r>
            <a:r>
              <a:rPr lang="en-US" sz="1600" dirty="0">
                <a:solidFill>
                  <a:schemeClr val="accent4">
                    <a:lumMod val="50000"/>
                  </a:schemeClr>
                </a:solidFill>
              </a:rPr>
              <a:t>– </a:t>
            </a:r>
            <a:r>
              <a:rPr lang="en-US" sz="1600" dirty="0" err="1">
                <a:solidFill>
                  <a:schemeClr val="accent4">
                    <a:lumMod val="50000"/>
                  </a:schemeClr>
                </a:solidFill>
              </a:rPr>
              <a:t>Chuỗi</a:t>
            </a:r>
            <a:r>
              <a:rPr lang="en-US" sz="1600" dirty="0">
                <a:solidFill>
                  <a:schemeClr val="accent4">
                    <a:lumMod val="50000"/>
                  </a:schemeClr>
                </a:solidFill>
              </a:rPr>
              <a:t> </a:t>
            </a:r>
            <a:r>
              <a:rPr lang="en-US" sz="1600" dirty="0" err="1">
                <a:solidFill>
                  <a:srgbClr val="020202"/>
                </a:solidFill>
              </a:rPr>
              <a:t>Markovian</a:t>
            </a:r>
            <a:r>
              <a:rPr lang="en-US" sz="1600" dirty="0">
                <a:solidFill>
                  <a:srgbClr val="020202"/>
                </a:solidFill>
              </a:rPr>
              <a:t> </a:t>
            </a:r>
            <a:r>
              <a:rPr lang="en-US" sz="1600" dirty="0" err="1">
                <a:solidFill>
                  <a:srgbClr val="020202"/>
                </a:solidFill>
              </a:rPr>
              <a:t>bao</a:t>
            </a:r>
            <a:r>
              <a:rPr lang="en-US" sz="1600" dirty="0">
                <a:solidFill>
                  <a:srgbClr val="020202"/>
                </a:solidFill>
              </a:rPr>
              <a:t> </a:t>
            </a:r>
            <a:r>
              <a:rPr lang="en-US" sz="1600" dirty="0" err="1">
                <a:solidFill>
                  <a:srgbClr val="020202"/>
                </a:solidFill>
              </a:rPr>
              <a:t>gồm</a:t>
            </a:r>
            <a:r>
              <a:rPr lang="en-US" sz="1600" dirty="0">
                <a:solidFill>
                  <a:srgbClr val="020202"/>
                </a:solidFill>
              </a:rPr>
              <a:t> </a:t>
            </a:r>
            <a:r>
              <a:rPr lang="en-US" sz="1600" dirty="0" err="1">
                <a:solidFill>
                  <a:srgbClr val="020202"/>
                </a:solidFill>
              </a:rPr>
              <a:t>phạm</a:t>
            </a:r>
            <a:r>
              <a:rPr lang="en-US" sz="1600" dirty="0">
                <a:solidFill>
                  <a:srgbClr val="020202"/>
                </a:solidFill>
              </a:rPr>
              <a:t> vi </a:t>
            </a:r>
            <a:r>
              <a:rPr lang="en-US" sz="1600" dirty="0" err="1">
                <a:solidFill>
                  <a:srgbClr val="020202"/>
                </a:solidFill>
              </a:rPr>
              <a:t>điều</a:t>
            </a:r>
            <a:r>
              <a:rPr lang="en-US" sz="1600" dirty="0">
                <a:solidFill>
                  <a:srgbClr val="020202"/>
                </a:solidFill>
              </a:rPr>
              <a:t> </a:t>
            </a:r>
            <a:r>
              <a:rPr lang="en-US" sz="1600" dirty="0" err="1">
                <a:solidFill>
                  <a:srgbClr val="020202"/>
                </a:solidFill>
              </a:rPr>
              <a:t>kiện</a:t>
            </a:r>
            <a:r>
              <a:rPr lang="en-US" sz="1600" dirty="0">
                <a:solidFill>
                  <a:srgbClr val="020202"/>
                </a:solidFill>
              </a:rPr>
              <a:t> </a:t>
            </a:r>
            <a:r>
              <a:rPr lang="en-US" sz="1600" dirty="0" err="1">
                <a:solidFill>
                  <a:srgbClr val="020202"/>
                </a:solidFill>
              </a:rPr>
              <a:t>có</a:t>
            </a:r>
            <a:r>
              <a:rPr lang="en-US" sz="1600" dirty="0">
                <a:solidFill>
                  <a:srgbClr val="020202"/>
                </a:solidFill>
              </a:rPr>
              <a:t> </a:t>
            </a:r>
            <a:r>
              <a:rPr lang="en-US" sz="1600" dirty="0" err="1">
                <a:solidFill>
                  <a:srgbClr val="020202"/>
                </a:solidFill>
              </a:rPr>
              <a:t>thể</a:t>
            </a:r>
            <a:r>
              <a:rPr lang="en-US" sz="1600" dirty="0">
                <a:solidFill>
                  <a:srgbClr val="020202"/>
                </a:solidFill>
              </a:rPr>
              <a:t> </a:t>
            </a:r>
            <a:r>
              <a:rPr lang="en-US" sz="1600" dirty="0" err="1">
                <a:solidFill>
                  <a:srgbClr val="020202"/>
                </a:solidFill>
              </a:rPr>
              <a:t>được</a:t>
            </a:r>
            <a:r>
              <a:rPr lang="en-US" sz="1600" dirty="0">
                <a:solidFill>
                  <a:srgbClr val="020202"/>
                </a:solidFill>
              </a:rPr>
              <a:t> </a:t>
            </a:r>
            <a:r>
              <a:rPr lang="en-US" sz="1600" dirty="0" err="1">
                <a:solidFill>
                  <a:srgbClr val="020202"/>
                </a:solidFill>
              </a:rPr>
              <a:t>phân</a:t>
            </a:r>
            <a:r>
              <a:rPr lang="en-US" sz="1600" dirty="0">
                <a:solidFill>
                  <a:srgbClr val="020202"/>
                </a:solidFill>
              </a:rPr>
              <a:t> chia </a:t>
            </a:r>
            <a:r>
              <a:rPr lang="en-US" sz="1600" dirty="0" err="1">
                <a:solidFill>
                  <a:srgbClr val="020202"/>
                </a:solidFill>
              </a:rPr>
              <a:t>thành</a:t>
            </a:r>
            <a:r>
              <a:rPr lang="en-US" sz="1600" dirty="0">
                <a:solidFill>
                  <a:srgbClr val="020202"/>
                </a:solidFill>
              </a:rPr>
              <a:t> </a:t>
            </a:r>
            <a:r>
              <a:rPr lang="en-US" sz="1600" dirty="0" err="1">
                <a:solidFill>
                  <a:srgbClr val="020202"/>
                </a:solidFill>
              </a:rPr>
              <a:t>các</a:t>
            </a:r>
            <a:r>
              <a:rPr lang="en-US" sz="1600" dirty="0">
                <a:solidFill>
                  <a:srgbClr val="020202"/>
                </a:solidFill>
              </a:rPr>
              <a:t> </a:t>
            </a:r>
            <a:r>
              <a:rPr lang="en-US" sz="1600" dirty="0" err="1">
                <a:solidFill>
                  <a:srgbClr val="020202"/>
                </a:solidFill>
              </a:rPr>
              <a:t>trạng</a:t>
            </a:r>
            <a:r>
              <a:rPr lang="en-US" sz="1600" dirty="0">
                <a:solidFill>
                  <a:srgbClr val="020202"/>
                </a:solidFill>
              </a:rPr>
              <a:t> </a:t>
            </a:r>
            <a:r>
              <a:rPr lang="en-US" sz="1600" dirty="0" err="1">
                <a:solidFill>
                  <a:srgbClr val="020202"/>
                </a:solidFill>
              </a:rPr>
              <a:t>thái</a:t>
            </a:r>
            <a:r>
              <a:rPr lang="en-US" sz="1600" dirty="0">
                <a:solidFill>
                  <a:srgbClr val="020202"/>
                </a:solidFill>
              </a:rPr>
              <a:t> </a:t>
            </a:r>
            <a:r>
              <a:rPr lang="en-US" sz="1600" dirty="0" err="1">
                <a:solidFill>
                  <a:srgbClr val="020202"/>
                </a:solidFill>
              </a:rPr>
              <a:t>tình</a:t>
            </a:r>
            <a:r>
              <a:rPr lang="en-US" sz="1600" dirty="0">
                <a:solidFill>
                  <a:srgbClr val="020202"/>
                </a:solidFill>
              </a:rPr>
              <a:t> </a:t>
            </a:r>
            <a:r>
              <a:rPr lang="en-US" sz="1600" dirty="0" err="1">
                <a:solidFill>
                  <a:srgbClr val="020202"/>
                </a:solidFill>
              </a:rPr>
              <a:t>trạng</a:t>
            </a:r>
            <a:r>
              <a:rPr lang="en-US" sz="1600" dirty="0">
                <a:solidFill>
                  <a:srgbClr val="020202"/>
                </a:solidFill>
              </a:rPr>
              <a:t> </a:t>
            </a:r>
            <a:r>
              <a:rPr lang="en-US" sz="1600" dirty="0" err="1">
                <a:solidFill>
                  <a:srgbClr val="020202"/>
                </a:solidFill>
              </a:rPr>
              <a:t>mặt</a:t>
            </a:r>
            <a:r>
              <a:rPr lang="en-US" sz="1600" dirty="0">
                <a:solidFill>
                  <a:srgbClr val="020202"/>
                </a:solidFill>
              </a:rPr>
              <a:t> </a:t>
            </a:r>
            <a:r>
              <a:rPr lang="en-US" sz="1600" dirty="0" err="1">
                <a:solidFill>
                  <a:srgbClr val="020202"/>
                </a:solidFill>
              </a:rPr>
              <a:t>đường</a:t>
            </a:r>
            <a:r>
              <a:rPr lang="en-US" sz="1600" dirty="0">
                <a:solidFill>
                  <a:srgbClr val="020202"/>
                </a:solidFill>
              </a:rPr>
              <a:t>. Ở </a:t>
            </a:r>
            <a:r>
              <a:rPr lang="en-US" sz="1600" dirty="0" err="1">
                <a:solidFill>
                  <a:srgbClr val="020202"/>
                </a:solidFill>
              </a:rPr>
              <a:t>mỗi</a:t>
            </a:r>
            <a:r>
              <a:rPr lang="en-US" sz="1600" dirty="0">
                <a:solidFill>
                  <a:srgbClr val="020202"/>
                </a:solidFill>
              </a:rPr>
              <a:t> </a:t>
            </a:r>
            <a:r>
              <a:rPr lang="en-US" sz="1600" dirty="0" err="1">
                <a:solidFill>
                  <a:srgbClr val="020202"/>
                </a:solidFill>
              </a:rPr>
              <a:t>thời</a:t>
            </a:r>
            <a:r>
              <a:rPr lang="en-US" sz="1600" dirty="0">
                <a:solidFill>
                  <a:srgbClr val="020202"/>
                </a:solidFill>
              </a:rPr>
              <a:t> </a:t>
            </a:r>
            <a:r>
              <a:rPr lang="en-US" sz="1600" dirty="0" err="1">
                <a:solidFill>
                  <a:srgbClr val="020202"/>
                </a:solidFill>
              </a:rPr>
              <a:t>điểm</a:t>
            </a:r>
            <a:r>
              <a:rPr lang="en-US" sz="1600" dirty="0">
                <a:solidFill>
                  <a:srgbClr val="020202"/>
                </a:solidFill>
              </a:rPr>
              <a:t>, </a:t>
            </a:r>
            <a:r>
              <a:rPr lang="en-US" sz="1600" dirty="0" err="1">
                <a:solidFill>
                  <a:srgbClr val="020202"/>
                </a:solidFill>
              </a:rPr>
              <a:t>xác</a:t>
            </a:r>
            <a:r>
              <a:rPr lang="en-US" sz="1600" dirty="0">
                <a:solidFill>
                  <a:srgbClr val="020202"/>
                </a:solidFill>
              </a:rPr>
              <a:t> </a:t>
            </a:r>
            <a:r>
              <a:rPr lang="en-US" sz="1600" dirty="0" err="1">
                <a:solidFill>
                  <a:srgbClr val="020202"/>
                </a:solidFill>
              </a:rPr>
              <a:t>suất</a:t>
            </a:r>
            <a:r>
              <a:rPr lang="en-US" sz="1600" dirty="0">
                <a:solidFill>
                  <a:srgbClr val="020202"/>
                </a:solidFill>
              </a:rPr>
              <a:t> </a:t>
            </a:r>
            <a:r>
              <a:rPr lang="en-US" sz="1600" dirty="0" err="1">
                <a:solidFill>
                  <a:srgbClr val="020202"/>
                </a:solidFill>
              </a:rPr>
              <a:t>để</a:t>
            </a:r>
            <a:r>
              <a:rPr lang="en-US" sz="1600" dirty="0">
                <a:solidFill>
                  <a:srgbClr val="020202"/>
                </a:solidFill>
              </a:rPr>
              <a:t> </a:t>
            </a:r>
            <a:r>
              <a:rPr lang="en-US" sz="1600" dirty="0" err="1">
                <a:solidFill>
                  <a:srgbClr val="020202"/>
                </a:solidFill>
              </a:rPr>
              <a:t>mặt</a:t>
            </a:r>
            <a:r>
              <a:rPr lang="en-US" sz="1600" dirty="0">
                <a:solidFill>
                  <a:srgbClr val="020202"/>
                </a:solidFill>
              </a:rPr>
              <a:t> </a:t>
            </a:r>
            <a:r>
              <a:rPr lang="en-US" sz="1600" dirty="0" err="1">
                <a:solidFill>
                  <a:srgbClr val="020202"/>
                </a:solidFill>
              </a:rPr>
              <a:t>đường</a:t>
            </a:r>
            <a:r>
              <a:rPr lang="en-US" sz="1600" dirty="0">
                <a:solidFill>
                  <a:srgbClr val="020202"/>
                </a:solidFill>
              </a:rPr>
              <a:t> </a:t>
            </a:r>
            <a:r>
              <a:rPr lang="en-US" sz="1600" dirty="0" err="1">
                <a:solidFill>
                  <a:srgbClr val="020202"/>
                </a:solidFill>
              </a:rPr>
              <a:t>có</a:t>
            </a:r>
            <a:r>
              <a:rPr lang="en-US" sz="1600" dirty="0">
                <a:solidFill>
                  <a:srgbClr val="020202"/>
                </a:solidFill>
              </a:rPr>
              <a:t> </a:t>
            </a:r>
            <a:r>
              <a:rPr lang="en-US" sz="1600" dirty="0" err="1">
                <a:solidFill>
                  <a:srgbClr val="020202"/>
                </a:solidFill>
              </a:rPr>
              <a:t>trạng</a:t>
            </a:r>
            <a:r>
              <a:rPr lang="en-US" sz="1600" dirty="0">
                <a:solidFill>
                  <a:srgbClr val="020202"/>
                </a:solidFill>
              </a:rPr>
              <a:t> </a:t>
            </a:r>
            <a:r>
              <a:rPr lang="en-US" sz="1600" dirty="0" err="1">
                <a:solidFill>
                  <a:srgbClr val="020202"/>
                </a:solidFill>
              </a:rPr>
              <a:t>thái</a:t>
            </a:r>
            <a:r>
              <a:rPr lang="en-US" sz="1600" dirty="0">
                <a:solidFill>
                  <a:srgbClr val="020202"/>
                </a:solidFill>
              </a:rPr>
              <a:t> </a:t>
            </a:r>
            <a:r>
              <a:rPr lang="en-US" sz="1600" dirty="0" err="1">
                <a:solidFill>
                  <a:srgbClr val="020202"/>
                </a:solidFill>
              </a:rPr>
              <a:t>ứng</a:t>
            </a:r>
            <a:r>
              <a:rPr lang="en-US" sz="1600" dirty="0">
                <a:solidFill>
                  <a:srgbClr val="020202"/>
                </a:solidFill>
              </a:rPr>
              <a:t> </a:t>
            </a:r>
            <a:r>
              <a:rPr lang="en-US" sz="1600" dirty="0" err="1">
                <a:solidFill>
                  <a:srgbClr val="020202"/>
                </a:solidFill>
              </a:rPr>
              <a:t>với</a:t>
            </a:r>
            <a:r>
              <a:rPr lang="en-US" sz="1600" dirty="0">
                <a:solidFill>
                  <a:srgbClr val="020202"/>
                </a:solidFill>
              </a:rPr>
              <a:t> </a:t>
            </a:r>
            <a:r>
              <a:rPr lang="en-US" sz="1600" dirty="0" err="1">
                <a:solidFill>
                  <a:srgbClr val="020202"/>
                </a:solidFill>
              </a:rPr>
              <a:t>mỗi</a:t>
            </a:r>
            <a:r>
              <a:rPr lang="en-US" sz="1600" dirty="0">
                <a:solidFill>
                  <a:srgbClr val="020202"/>
                </a:solidFill>
              </a:rPr>
              <a:t> </a:t>
            </a:r>
            <a:r>
              <a:rPr lang="en-US" sz="1600" dirty="0" err="1">
                <a:solidFill>
                  <a:srgbClr val="020202"/>
                </a:solidFill>
              </a:rPr>
              <a:t>điều</a:t>
            </a:r>
            <a:r>
              <a:rPr lang="en-US" sz="1600" dirty="0">
                <a:solidFill>
                  <a:srgbClr val="020202"/>
                </a:solidFill>
              </a:rPr>
              <a:t> </a:t>
            </a:r>
            <a:r>
              <a:rPr lang="en-US" sz="1600" dirty="0" err="1">
                <a:solidFill>
                  <a:srgbClr val="020202"/>
                </a:solidFill>
              </a:rPr>
              <a:t>kiện</a:t>
            </a:r>
            <a:r>
              <a:rPr lang="en-US" sz="1600" dirty="0">
                <a:solidFill>
                  <a:srgbClr val="020202"/>
                </a:solidFill>
              </a:rPr>
              <a:t> </a:t>
            </a:r>
            <a:r>
              <a:rPr lang="en-US" sz="1600" dirty="0" err="1">
                <a:solidFill>
                  <a:srgbClr val="020202"/>
                </a:solidFill>
              </a:rPr>
              <a:t>của</a:t>
            </a:r>
            <a:r>
              <a:rPr lang="en-US" sz="1600" dirty="0">
                <a:solidFill>
                  <a:srgbClr val="020202"/>
                </a:solidFill>
              </a:rPr>
              <a:t> </a:t>
            </a:r>
            <a:r>
              <a:rPr lang="en-US" sz="1600" dirty="0" err="1">
                <a:solidFill>
                  <a:srgbClr val="020202"/>
                </a:solidFill>
              </a:rPr>
              <a:t>trạng</a:t>
            </a:r>
            <a:r>
              <a:rPr lang="en-US" sz="1600" dirty="0">
                <a:solidFill>
                  <a:srgbClr val="020202"/>
                </a:solidFill>
              </a:rPr>
              <a:t> </a:t>
            </a:r>
            <a:r>
              <a:rPr lang="en-US" sz="1600" dirty="0" err="1">
                <a:solidFill>
                  <a:srgbClr val="020202"/>
                </a:solidFill>
              </a:rPr>
              <a:t>thái</a:t>
            </a:r>
            <a:r>
              <a:rPr lang="en-US" sz="1600" dirty="0">
                <a:solidFill>
                  <a:srgbClr val="020202"/>
                </a:solidFill>
              </a:rPr>
              <a:t> </a:t>
            </a:r>
            <a:r>
              <a:rPr lang="en-US" sz="1600" dirty="0" err="1">
                <a:solidFill>
                  <a:srgbClr val="020202"/>
                </a:solidFill>
              </a:rPr>
              <a:t>được</a:t>
            </a:r>
            <a:r>
              <a:rPr lang="en-US" sz="1600" dirty="0">
                <a:solidFill>
                  <a:srgbClr val="020202"/>
                </a:solidFill>
              </a:rPr>
              <a:t> </a:t>
            </a:r>
            <a:r>
              <a:rPr lang="en-US" sz="1600" dirty="0" err="1">
                <a:solidFill>
                  <a:srgbClr val="020202"/>
                </a:solidFill>
              </a:rPr>
              <a:t>xác</a:t>
            </a:r>
            <a:r>
              <a:rPr lang="en-US" sz="1600" dirty="0">
                <a:solidFill>
                  <a:srgbClr val="020202"/>
                </a:solidFill>
              </a:rPr>
              <a:t> </a:t>
            </a:r>
            <a:r>
              <a:rPr lang="en-US" sz="1600" dirty="0" err="1">
                <a:solidFill>
                  <a:srgbClr val="020202"/>
                </a:solidFill>
              </a:rPr>
              <a:t>định</a:t>
            </a:r>
            <a:r>
              <a:rPr lang="en-US" sz="1600" dirty="0">
                <a:solidFill>
                  <a:srgbClr val="020202"/>
                </a:solidFill>
              </a:rPr>
              <a:t> </a:t>
            </a:r>
            <a:r>
              <a:rPr lang="en-US" sz="1600" dirty="0" err="1">
                <a:solidFill>
                  <a:srgbClr val="020202"/>
                </a:solidFill>
              </a:rPr>
              <a:t>là</a:t>
            </a:r>
            <a:r>
              <a:rPr lang="en-US" sz="1600" dirty="0">
                <a:solidFill>
                  <a:srgbClr val="020202"/>
                </a:solidFill>
              </a:rPr>
              <a:t> “ma </a:t>
            </a:r>
            <a:r>
              <a:rPr lang="en-US" sz="1600" dirty="0" err="1">
                <a:solidFill>
                  <a:srgbClr val="020202"/>
                </a:solidFill>
              </a:rPr>
              <a:t>trận</a:t>
            </a:r>
            <a:r>
              <a:rPr lang="en-US" sz="1600" dirty="0">
                <a:solidFill>
                  <a:srgbClr val="020202"/>
                </a:solidFill>
              </a:rPr>
              <a:t> </a:t>
            </a:r>
            <a:r>
              <a:rPr lang="en-US" sz="1600" dirty="0" err="1">
                <a:solidFill>
                  <a:srgbClr val="020202"/>
                </a:solidFill>
              </a:rPr>
              <a:t>chuyển</a:t>
            </a:r>
            <a:r>
              <a:rPr lang="en-US" sz="1600" dirty="0">
                <a:solidFill>
                  <a:srgbClr val="020202"/>
                </a:solidFill>
              </a:rPr>
              <a:t> </a:t>
            </a:r>
            <a:r>
              <a:rPr lang="en-US" sz="1600" dirty="0" err="1">
                <a:solidFill>
                  <a:srgbClr val="020202"/>
                </a:solidFill>
              </a:rPr>
              <a:t>đổi</a:t>
            </a:r>
            <a:r>
              <a:rPr lang="en-US" sz="1600" dirty="0">
                <a:solidFill>
                  <a:srgbClr val="020202"/>
                </a:solidFill>
              </a:rPr>
              <a:t> </a:t>
            </a:r>
            <a:r>
              <a:rPr lang="en-US" sz="1600" dirty="0" err="1">
                <a:solidFill>
                  <a:srgbClr val="020202"/>
                </a:solidFill>
              </a:rPr>
              <a:t>trạng</a:t>
            </a:r>
            <a:r>
              <a:rPr lang="en-US" sz="1600" dirty="0">
                <a:solidFill>
                  <a:srgbClr val="020202"/>
                </a:solidFill>
              </a:rPr>
              <a:t> </a:t>
            </a:r>
            <a:r>
              <a:rPr lang="en-US" sz="1600" dirty="0" err="1">
                <a:solidFill>
                  <a:srgbClr val="020202"/>
                </a:solidFill>
              </a:rPr>
              <a:t>thái</a:t>
            </a:r>
            <a:r>
              <a:rPr lang="en-US" sz="1600" dirty="0">
                <a:solidFill>
                  <a:srgbClr val="020202"/>
                </a:solidFill>
              </a:rPr>
              <a:t>”</a:t>
            </a:r>
          </a:p>
        </p:txBody>
      </p:sp>
      <p:pic>
        <p:nvPicPr>
          <p:cNvPr id="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2599286"/>
            <a:ext cx="6674203" cy="3719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160650" y="1261514"/>
            <a:ext cx="8033657" cy="369332"/>
          </a:xfrm>
          <a:prstGeom prst="rect">
            <a:avLst/>
          </a:prstGeom>
        </p:spPr>
        <p:txBody>
          <a:bodyPr wrap="square">
            <a:spAutoFit/>
          </a:bodyPr>
          <a:lstStyle/>
          <a:p>
            <a:r>
              <a:rPr lang="en-US" b="1" dirty="0" err="1">
                <a:solidFill>
                  <a:srgbClr val="0070C0"/>
                </a:solidFill>
              </a:rPr>
              <a:t>Phương</a:t>
            </a:r>
            <a:r>
              <a:rPr lang="en-US" b="1" dirty="0">
                <a:solidFill>
                  <a:srgbClr val="0070C0"/>
                </a:solidFill>
              </a:rPr>
              <a:t> </a:t>
            </a:r>
            <a:r>
              <a:rPr lang="en-US" b="1" dirty="0" err="1">
                <a:solidFill>
                  <a:srgbClr val="0070C0"/>
                </a:solidFill>
              </a:rPr>
              <a:t>pháp</a:t>
            </a:r>
            <a:r>
              <a:rPr lang="en-US" b="1" dirty="0">
                <a:solidFill>
                  <a:srgbClr val="0070C0"/>
                </a:solidFill>
              </a:rPr>
              <a:t> </a:t>
            </a:r>
            <a:r>
              <a:rPr lang="en-US" b="1" dirty="0" err="1">
                <a:solidFill>
                  <a:srgbClr val="0070C0"/>
                </a:solidFill>
              </a:rPr>
              <a:t>xác</a:t>
            </a:r>
            <a:r>
              <a:rPr lang="en-US" b="1" dirty="0">
                <a:solidFill>
                  <a:srgbClr val="0070C0"/>
                </a:solidFill>
              </a:rPr>
              <a:t> </a:t>
            </a:r>
            <a:r>
              <a:rPr lang="en-US" b="1" dirty="0" err="1">
                <a:solidFill>
                  <a:srgbClr val="0070C0"/>
                </a:solidFill>
              </a:rPr>
              <a:t>suất</a:t>
            </a:r>
            <a:endParaRPr lang="en-US" dirty="0">
              <a:solidFill>
                <a:srgbClr val="0070C0"/>
              </a:solidFill>
            </a:endParaRPr>
          </a:p>
        </p:txBody>
      </p:sp>
      <p:sp>
        <p:nvSpPr>
          <p:cNvPr id="8" name="Rectangle 6"/>
          <p:cNvSpPr>
            <a:spLocks noChangeArrowheads="1"/>
          </p:cNvSpPr>
          <p:nvPr/>
        </p:nvSpPr>
        <p:spPr bwMode="auto">
          <a:xfrm>
            <a:off x="533400" y="332006"/>
            <a:ext cx="612795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spcBef>
                <a:spcPct val="50000"/>
              </a:spcBef>
            </a:pPr>
            <a:r>
              <a:rPr lang="en-US" sz="2000" b="1" dirty="0" err="1">
                <a:solidFill>
                  <a:srgbClr val="FF0000"/>
                </a:solidFill>
              </a:rPr>
              <a:t>Sự</a:t>
            </a:r>
            <a:r>
              <a:rPr lang="en-US" sz="2000" b="1" dirty="0">
                <a:solidFill>
                  <a:srgbClr val="FF0000"/>
                </a:solidFill>
              </a:rPr>
              <a:t> </a:t>
            </a:r>
            <a:r>
              <a:rPr lang="en-US" sz="2000" b="1" dirty="0" err="1">
                <a:solidFill>
                  <a:srgbClr val="FF0000"/>
                </a:solidFill>
              </a:rPr>
              <a:t>xuống</a:t>
            </a:r>
            <a:r>
              <a:rPr lang="en-US" sz="2000" b="1" dirty="0">
                <a:solidFill>
                  <a:srgbClr val="FF0000"/>
                </a:solidFill>
              </a:rPr>
              <a:t> </a:t>
            </a:r>
            <a:r>
              <a:rPr lang="en-US" sz="2000" b="1" dirty="0" err="1">
                <a:solidFill>
                  <a:srgbClr val="FF0000"/>
                </a:solidFill>
              </a:rPr>
              <a:t>cấp</a:t>
            </a:r>
            <a:r>
              <a:rPr lang="en-US" sz="2000" b="1" dirty="0">
                <a:solidFill>
                  <a:srgbClr val="FF0000"/>
                </a:solidFill>
              </a:rPr>
              <a:t> </a:t>
            </a:r>
            <a:r>
              <a:rPr lang="en-US" sz="2000" b="1" dirty="0" err="1">
                <a:solidFill>
                  <a:srgbClr val="FF0000"/>
                </a:solidFill>
              </a:rPr>
              <a:t>của</a:t>
            </a:r>
            <a:r>
              <a:rPr lang="en-US" sz="2000" b="1" dirty="0">
                <a:solidFill>
                  <a:srgbClr val="FF0000"/>
                </a:solidFill>
              </a:rPr>
              <a:t> </a:t>
            </a:r>
            <a:r>
              <a:rPr lang="en-US" sz="2000" b="1" dirty="0" err="1">
                <a:solidFill>
                  <a:srgbClr val="FF0000"/>
                </a:solidFill>
              </a:rPr>
              <a:t>mặt</a:t>
            </a:r>
            <a:r>
              <a:rPr lang="en-US" sz="2000" b="1" dirty="0">
                <a:solidFill>
                  <a:srgbClr val="FF0000"/>
                </a:solidFill>
              </a:rPr>
              <a:t> </a:t>
            </a:r>
            <a:r>
              <a:rPr lang="en-US" sz="2000" b="1" dirty="0" err="1">
                <a:solidFill>
                  <a:srgbClr val="FF0000"/>
                </a:solidFill>
              </a:rPr>
              <a:t>đường</a:t>
            </a:r>
            <a:endParaRPr lang="en-US" sz="2000" b="1" dirty="0">
              <a:solidFill>
                <a:srgbClr val="FF0000"/>
              </a:solidFill>
            </a:endParaRPr>
          </a:p>
        </p:txBody>
      </p:sp>
    </p:spTree>
    <p:extLst>
      <p:ext uri="{BB962C8B-B14F-4D97-AF65-F5344CB8AC3E}">
        <p14:creationId xmlns:p14="http://schemas.microsoft.com/office/powerpoint/2010/main" val="6692260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5509690"/>
            <a:ext cx="3382298" cy="429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62600" y="5252515"/>
            <a:ext cx="2425896" cy="1022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81200" y="1650551"/>
            <a:ext cx="5910262" cy="34331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ectangle 9"/>
          <p:cNvSpPr/>
          <p:nvPr/>
        </p:nvSpPr>
        <p:spPr>
          <a:xfrm>
            <a:off x="160650" y="1261514"/>
            <a:ext cx="8033657" cy="369332"/>
          </a:xfrm>
          <a:prstGeom prst="rect">
            <a:avLst/>
          </a:prstGeom>
        </p:spPr>
        <p:txBody>
          <a:bodyPr wrap="square">
            <a:spAutoFit/>
          </a:bodyPr>
          <a:lstStyle/>
          <a:p>
            <a:r>
              <a:rPr lang="en-US" b="1" dirty="0" err="1">
                <a:solidFill>
                  <a:srgbClr val="0070C0"/>
                </a:solidFill>
              </a:rPr>
              <a:t>Phương</a:t>
            </a:r>
            <a:r>
              <a:rPr lang="en-US" b="1" dirty="0">
                <a:solidFill>
                  <a:srgbClr val="0070C0"/>
                </a:solidFill>
              </a:rPr>
              <a:t> </a:t>
            </a:r>
            <a:r>
              <a:rPr lang="en-US" b="1" dirty="0" err="1">
                <a:solidFill>
                  <a:srgbClr val="0070C0"/>
                </a:solidFill>
              </a:rPr>
              <a:t>pháp</a:t>
            </a:r>
            <a:r>
              <a:rPr lang="en-US" b="1" dirty="0">
                <a:solidFill>
                  <a:srgbClr val="0070C0"/>
                </a:solidFill>
              </a:rPr>
              <a:t> </a:t>
            </a:r>
            <a:r>
              <a:rPr lang="en-US" b="1" dirty="0" err="1">
                <a:solidFill>
                  <a:srgbClr val="0070C0"/>
                </a:solidFill>
              </a:rPr>
              <a:t>xác</a:t>
            </a:r>
            <a:r>
              <a:rPr lang="en-US" b="1" dirty="0">
                <a:solidFill>
                  <a:srgbClr val="0070C0"/>
                </a:solidFill>
              </a:rPr>
              <a:t> </a:t>
            </a:r>
            <a:r>
              <a:rPr lang="en-US" b="1" dirty="0" err="1">
                <a:solidFill>
                  <a:srgbClr val="0070C0"/>
                </a:solidFill>
              </a:rPr>
              <a:t>suất</a:t>
            </a:r>
            <a:endParaRPr lang="en-US" dirty="0">
              <a:solidFill>
                <a:srgbClr val="0070C0"/>
              </a:solidFill>
            </a:endParaRPr>
          </a:p>
        </p:txBody>
      </p:sp>
      <p:sp>
        <p:nvSpPr>
          <p:cNvPr id="11" name="Rectangle 6"/>
          <p:cNvSpPr>
            <a:spLocks noChangeArrowheads="1"/>
          </p:cNvSpPr>
          <p:nvPr/>
        </p:nvSpPr>
        <p:spPr bwMode="auto">
          <a:xfrm>
            <a:off x="533400" y="332006"/>
            <a:ext cx="612795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spcBef>
                <a:spcPct val="50000"/>
              </a:spcBef>
            </a:pPr>
            <a:r>
              <a:rPr lang="en-US" sz="2000" b="1" dirty="0" err="1">
                <a:solidFill>
                  <a:srgbClr val="FF0000"/>
                </a:solidFill>
              </a:rPr>
              <a:t>Sự</a:t>
            </a:r>
            <a:r>
              <a:rPr lang="en-US" sz="2000" b="1" dirty="0">
                <a:solidFill>
                  <a:srgbClr val="FF0000"/>
                </a:solidFill>
              </a:rPr>
              <a:t> </a:t>
            </a:r>
            <a:r>
              <a:rPr lang="en-US" sz="2000" b="1" dirty="0" err="1">
                <a:solidFill>
                  <a:srgbClr val="FF0000"/>
                </a:solidFill>
              </a:rPr>
              <a:t>xuống</a:t>
            </a:r>
            <a:r>
              <a:rPr lang="en-US" sz="2000" b="1" dirty="0">
                <a:solidFill>
                  <a:srgbClr val="FF0000"/>
                </a:solidFill>
              </a:rPr>
              <a:t> </a:t>
            </a:r>
            <a:r>
              <a:rPr lang="en-US" sz="2000" b="1" dirty="0" err="1">
                <a:solidFill>
                  <a:srgbClr val="FF0000"/>
                </a:solidFill>
              </a:rPr>
              <a:t>cấp</a:t>
            </a:r>
            <a:r>
              <a:rPr lang="en-US" sz="2000" b="1" dirty="0">
                <a:solidFill>
                  <a:srgbClr val="FF0000"/>
                </a:solidFill>
              </a:rPr>
              <a:t> </a:t>
            </a:r>
            <a:r>
              <a:rPr lang="en-US" sz="2000" b="1" dirty="0" err="1">
                <a:solidFill>
                  <a:srgbClr val="FF0000"/>
                </a:solidFill>
              </a:rPr>
              <a:t>của</a:t>
            </a:r>
            <a:r>
              <a:rPr lang="en-US" sz="2000" b="1" dirty="0">
                <a:solidFill>
                  <a:srgbClr val="FF0000"/>
                </a:solidFill>
              </a:rPr>
              <a:t> </a:t>
            </a:r>
            <a:r>
              <a:rPr lang="en-US" sz="2000" b="1" dirty="0" err="1">
                <a:solidFill>
                  <a:srgbClr val="FF0000"/>
                </a:solidFill>
              </a:rPr>
              <a:t>mặt</a:t>
            </a:r>
            <a:r>
              <a:rPr lang="en-US" sz="2000" b="1" dirty="0">
                <a:solidFill>
                  <a:srgbClr val="FF0000"/>
                </a:solidFill>
              </a:rPr>
              <a:t> </a:t>
            </a:r>
            <a:r>
              <a:rPr lang="en-US" sz="2000" b="1" dirty="0" err="1">
                <a:solidFill>
                  <a:srgbClr val="FF0000"/>
                </a:solidFill>
              </a:rPr>
              <a:t>đường</a:t>
            </a:r>
            <a:endParaRPr lang="en-US" sz="2000" b="1" dirty="0">
              <a:solidFill>
                <a:srgbClr val="FF0000"/>
              </a:solidFill>
            </a:endParaRPr>
          </a:p>
        </p:txBody>
      </p:sp>
    </p:spTree>
    <p:extLst>
      <p:ext uri="{BB962C8B-B14F-4D97-AF65-F5344CB8AC3E}">
        <p14:creationId xmlns:p14="http://schemas.microsoft.com/office/powerpoint/2010/main" val="285859245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28600" y="1244021"/>
            <a:ext cx="8686800" cy="338554"/>
          </a:xfrm>
          <a:prstGeom prst="rect">
            <a:avLst/>
          </a:prstGeom>
        </p:spPr>
        <p:txBody>
          <a:bodyPr wrap="square">
            <a:spAutoFit/>
          </a:bodyPr>
          <a:lstStyle/>
          <a:p>
            <a:r>
              <a:rPr lang="en-US" sz="1600" b="1" dirty="0" err="1">
                <a:solidFill>
                  <a:srgbClr val="0070C0"/>
                </a:solidFill>
              </a:rPr>
              <a:t>Phương</a:t>
            </a:r>
            <a:r>
              <a:rPr lang="en-US" sz="1600" b="1" dirty="0">
                <a:solidFill>
                  <a:srgbClr val="0070C0"/>
                </a:solidFill>
              </a:rPr>
              <a:t> </a:t>
            </a:r>
            <a:r>
              <a:rPr lang="en-US" sz="1600" b="1" dirty="0" err="1">
                <a:solidFill>
                  <a:srgbClr val="0070C0"/>
                </a:solidFill>
              </a:rPr>
              <a:t>pháp</a:t>
            </a:r>
            <a:r>
              <a:rPr lang="en-US" sz="1600" b="1" dirty="0">
                <a:solidFill>
                  <a:srgbClr val="0070C0"/>
                </a:solidFill>
              </a:rPr>
              <a:t> </a:t>
            </a:r>
            <a:r>
              <a:rPr lang="en-US" sz="1600" b="1" dirty="0" err="1">
                <a:solidFill>
                  <a:srgbClr val="0070C0"/>
                </a:solidFill>
              </a:rPr>
              <a:t>xác</a:t>
            </a:r>
            <a:r>
              <a:rPr lang="en-US" sz="1600" b="1" dirty="0">
                <a:solidFill>
                  <a:srgbClr val="0070C0"/>
                </a:solidFill>
              </a:rPr>
              <a:t> </a:t>
            </a:r>
            <a:r>
              <a:rPr lang="en-US" sz="1600" b="1" dirty="0" err="1">
                <a:solidFill>
                  <a:srgbClr val="0070C0"/>
                </a:solidFill>
              </a:rPr>
              <a:t>suất</a:t>
            </a:r>
            <a:r>
              <a:rPr lang="en-US" sz="1600" b="1" dirty="0">
                <a:solidFill>
                  <a:srgbClr val="0070C0"/>
                </a:solidFill>
              </a:rPr>
              <a:t> – </a:t>
            </a:r>
            <a:r>
              <a:rPr lang="en-US" sz="1600" b="1" dirty="0" err="1">
                <a:solidFill>
                  <a:srgbClr val="0070C0"/>
                </a:solidFill>
              </a:rPr>
              <a:t>Ví</a:t>
            </a:r>
            <a:r>
              <a:rPr lang="en-US" sz="1600" b="1" dirty="0">
                <a:solidFill>
                  <a:srgbClr val="0070C0"/>
                </a:solidFill>
              </a:rPr>
              <a:t> </a:t>
            </a:r>
            <a:r>
              <a:rPr lang="en-US" sz="1600" b="1" dirty="0" err="1">
                <a:solidFill>
                  <a:srgbClr val="0070C0"/>
                </a:solidFill>
              </a:rPr>
              <a:t>dụ</a:t>
            </a:r>
            <a:r>
              <a:rPr lang="en-US" sz="1600" b="1" dirty="0">
                <a:solidFill>
                  <a:srgbClr val="0070C0"/>
                </a:solidFill>
              </a:rPr>
              <a:t> </a:t>
            </a:r>
            <a:r>
              <a:rPr lang="en-US" sz="1600" b="1" dirty="0" err="1">
                <a:solidFill>
                  <a:srgbClr val="0070C0"/>
                </a:solidFill>
              </a:rPr>
              <a:t>nghiên</a:t>
            </a:r>
            <a:r>
              <a:rPr lang="en-US" sz="1600" b="1" dirty="0">
                <a:solidFill>
                  <a:srgbClr val="0070C0"/>
                </a:solidFill>
              </a:rPr>
              <a:t> </a:t>
            </a:r>
            <a:r>
              <a:rPr lang="en-US" sz="1600" b="1" dirty="0" err="1">
                <a:solidFill>
                  <a:srgbClr val="0070C0"/>
                </a:solidFill>
              </a:rPr>
              <a:t>cứu</a:t>
            </a:r>
            <a:r>
              <a:rPr lang="en-US" sz="1600" b="1" dirty="0">
                <a:solidFill>
                  <a:srgbClr val="0070C0"/>
                </a:solidFill>
              </a:rPr>
              <a:t> </a:t>
            </a:r>
            <a:r>
              <a:rPr lang="en-US" sz="1600" b="1" dirty="0" err="1">
                <a:solidFill>
                  <a:srgbClr val="0070C0"/>
                </a:solidFill>
              </a:rPr>
              <a:t>cho</a:t>
            </a:r>
            <a:r>
              <a:rPr lang="en-US" sz="1600" b="1" dirty="0">
                <a:solidFill>
                  <a:srgbClr val="0070C0"/>
                </a:solidFill>
              </a:rPr>
              <a:t> </a:t>
            </a:r>
            <a:r>
              <a:rPr lang="en-US" sz="1600" b="1" dirty="0" err="1">
                <a:solidFill>
                  <a:srgbClr val="0070C0"/>
                </a:solidFill>
              </a:rPr>
              <a:t>đường</a:t>
            </a:r>
            <a:r>
              <a:rPr lang="en-US" sz="1600" b="1" dirty="0">
                <a:solidFill>
                  <a:srgbClr val="0070C0"/>
                </a:solidFill>
              </a:rPr>
              <a:t> </a:t>
            </a:r>
            <a:r>
              <a:rPr lang="en-US" sz="1600" b="1" dirty="0" err="1">
                <a:solidFill>
                  <a:srgbClr val="0070C0"/>
                </a:solidFill>
              </a:rPr>
              <a:t>xe</a:t>
            </a:r>
            <a:r>
              <a:rPr lang="en-US" sz="1600" b="1" dirty="0">
                <a:solidFill>
                  <a:srgbClr val="0070C0"/>
                </a:solidFill>
              </a:rPr>
              <a:t> </a:t>
            </a:r>
            <a:r>
              <a:rPr lang="en-US" sz="1600" b="1" dirty="0" err="1">
                <a:solidFill>
                  <a:srgbClr val="0070C0"/>
                </a:solidFill>
              </a:rPr>
              <a:t>buýt</a:t>
            </a:r>
            <a:r>
              <a:rPr lang="en-US" sz="1600" b="1" dirty="0">
                <a:solidFill>
                  <a:srgbClr val="0070C0"/>
                </a:solidFill>
              </a:rPr>
              <a:t> Nguyen </a:t>
            </a:r>
            <a:r>
              <a:rPr lang="en-US" sz="1600" b="1" dirty="0" err="1">
                <a:solidFill>
                  <a:srgbClr val="0070C0"/>
                </a:solidFill>
              </a:rPr>
              <a:t>Trai</a:t>
            </a:r>
            <a:r>
              <a:rPr lang="en-US" sz="1600" b="1" dirty="0">
                <a:solidFill>
                  <a:srgbClr val="0070C0"/>
                </a:solidFill>
              </a:rPr>
              <a:t> – Ha Dong</a:t>
            </a:r>
            <a:endParaRPr lang="en-US" sz="1600" dirty="0">
              <a:solidFill>
                <a:srgbClr val="0070C0"/>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377913083"/>
              </p:ext>
            </p:extLst>
          </p:nvPr>
        </p:nvGraphicFramePr>
        <p:xfrm>
          <a:off x="914400" y="1676400"/>
          <a:ext cx="7649499" cy="4654755"/>
        </p:xfrm>
        <a:graphic>
          <a:graphicData uri="http://schemas.openxmlformats.org/drawingml/2006/table">
            <a:tbl>
              <a:tblPr>
                <a:tableStyleId>{5940675A-B579-460E-94D1-54222C63F5DA}</a:tableStyleId>
              </a:tblPr>
              <a:tblGrid>
                <a:gridCol w="970909">
                  <a:extLst>
                    <a:ext uri="{9D8B030D-6E8A-4147-A177-3AD203B41FA5}">
                      <a16:colId xmlns:a16="http://schemas.microsoft.com/office/drawing/2014/main" val="20000"/>
                    </a:ext>
                  </a:extLst>
                </a:gridCol>
                <a:gridCol w="579363">
                  <a:extLst>
                    <a:ext uri="{9D8B030D-6E8A-4147-A177-3AD203B41FA5}">
                      <a16:colId xmlns:a16="http://schemas.microsoft.com/office/drawing/2014/main" val="20001"/>
                    </a:ext>
                  </a:extLst>
                </a:gridCol>
                <a:gridCol w="751262">
                  <a:extLst>
                    <a:ext uri="{9D8B030D-6E8A-4147-A177-3AD203B41FA5}">
                      <a16:colId xmlns:a16="http://schemas.microsoft.com/office/drawing/2014/main" val="20002"/>
                    </a:ext>
                  </a:extLst>
                </a:gridCol>
                <a:gridCol w="763995">
                  <a:extLst>
                    <a:ext uri="{9D8B030D-6E8A-4147-A177-3AD203B41FA5}">
                      <a16:colId xmlns:a16="http://schemas.microsoft.com/office/drawing/2014/main" val="20003"/>
                    </a:ext>
                  </a:extLst>
                </a:gridCol>
                <a:gridCol w="763995">
                  <a:extLst>
                    <a:ext uri="{9D8B030D-6E8A-4147-A177-3AD203B41FA5}">
                      <a16:colId xmlns:a16="http://schemas.microsoft.com/office/drawing/2014/main" val="20004"/>
                    </a:ext>
                  </a:extLst>
                </a:gridCol>
                <a:gridCol w="763995">
                  <a:extLst>
                    <a:ext uri="{9D8B030D-6E8A-4147-A177-3AD203B41FA5}">
                      <a16:colId xmlns:a16="http://schemas.microsoft.com/office/drawing/2014/main" val="20005"/>
                    </a:ext>
                  </a:extLst>
                </a:gridCol>
                <a:gridCol w="763995">
                  <a:extLst>
                    <a:ext uri="{9D8B030D-6E8A-4147-A177-3AD203B41FA5}">
                      <a16:colId xmlns:a16="http://schemas.microsoft.com/office/drawing/2014/main" val="20006"/>
                    </a:ext>
                  </a:extLst>
                </a:gridCol>
                <a:gridCol w="763995">
                  <a:extLst>
                    <a:ext uri="{9D8B030D-6E8A-4147-A177-3AD203B41FA5}">
                      <a16:colId xmlns:a16="http://schemas.microsoft.com/office/drawing/2014/main" val="20007"/>
                    </a:ext>
                  </a:extLst>
                </a:gridCol>
                <a:gridCol w="763995">
                  <a:extLst>
                    <a:ext uri="{9D8B030D-6E8A-4147-A177-3AD203B41FA5}">
                      <a16:colId xmlns:a16="http://schemas.microsoft.com/office/drawing/2014/main" val="20008"/>
                    </a:ext>
                  </a:extLst>
                </a:gridCol>
                <a:gridCol w="763995">
                  <a:extLst>
                    <a:ext uri="{9D8B030D-6E8A-4147-A177-3AD203B41FA5}">
                      <a16:colId xmlns:a16="http://schemas.microsoft.com/office/drawing/2014/main" val="20009"/>
                    </a:ext>
                  </a:extLst>
                </a:gridCol>
              </a:tblGrid>
              <a:tr h="452171">
                <a:tc rowSpan="2">
                  <a:txBody>
                    <a:bodyPr/>
                    <a:lstStyle/>
                    <a:p>
                      <a:pPr marL="0" marR="0" algn="ctr">
                        <a:lnSpc>
                          <a:spcPct val="120000"/>
                        </a:lnSpc>
                        <a:spcBef>
                          <a:spcPts val="0"/>
                        </a:spcBef>
                        <a:spcAft>
                          <a:spcPts val="0"/>
                        </a:spcAft>
                      </a:pPr>
                      <a:r>
                        <a:rPr lang="en-US" sz="1600" dirty="0" err="1">
                          <a:solidFill>
                            <a:schemeClr val="tx1">
                              <a:lumMod val="50000"/>
                            </a:schemeClr>
                          </a:solidFill>
                          <a:effectLst/>
                        </a:rPr>
                        <a:t>Vệt</a:t>
                      </a:r>
                      <a:r>
                        <a:rPr lang="en-US" sz="1600" baseline="0" dirty="0">
                          <a:solidFill>
                            <a:schemeClr val="tx1">
                              <a:lumMod val="50000"/>
                            </a:schemeClr>
                          </a:solidFill>
                          <a:effectLst/>
                        </a:rPr>
                        <a:t> </a:t>
                      </a:r>
                      <a:r>
                        <a:rPr lang="en-US" sz="1600" baseline="0" dirty="0" err="1">
                          <a:solidFill>
                            <a:schemeClr val="tx1">
                              <a:lumMod val="50000"/>
                            </a:schemeClr>
                          </a:solidFill>
                          <a:effectLst/>
                        </a:rPr>
                        <a:t>lún</a:t>
                      </a:r>
                      <a:r>
                        <a:rPr lang="en-US" sz="1600" baseline="0" dirty="0">
                          <a:solidFill>
                            <a:schemeClr val="tx1">
                              <a:lumMod val="50000"/>
                            </a:schemeClr>
                          </a:solidFill>
                          <a:effectLst/>
                        </a:rPr>
                        <a:t> </a:t>
                      </a:r>
                      <a:r>
                        <a:rPr lang="en-US" sz="1600" baseline="0" dirty="0" err="1">
                          <a:solidFill>
                            <a:schemeClr val="tx1">
                              <a:lumMod val="50000"/>
                            </a:schemeClr>
                          </a:solidFill>
                          <a:effectLst/>
                        </a:rPr>
                        <a:t>hiện</a:t>
                      </a:r>
                      <a:r>
                        <a:rPr lang="en-US" sz="1600" baseline="0" dirty="0">
                          <a:solidFill>
                            <a:schemeClr val="tx1">
                              <a:lumMod val="50000"/>
                            </a:schemeClr>
                          </a:solidFill>
                          <a:effectLst/>
                        </a:rPr>
                        <a:t> </a:t>
                      </a:r>
                      <a:r>
                        <a:rPr lang="en-US" sz="1600" baseline="0" dirty="0" err="1">
                          <a:solidFill>
                            <a:schemeClr val="tx1">
                              <a:lumMod val="50000"/>
                            </a:schemeClr>
                          </a:solidFill>
                          <a:effectLst/>
                        </a:rPr>
                        <a:t>tại</a:t>
                      </a:r>
                      <a:r>
                        <a:rPr lang="en-US" sz="1600" baseline="0" dirty="0">
                          <a:solidFill>
                            <a:schemeClr val="tx1">
                              <a:lumMod val="50000"/>
                            </a:schemeClr>
                          </a:solidFill>
                          <a:effectLst/>
                        </a:rPr>
                        <a:t> </a:t>
                      </a:r>
                      <a:r>
                        <a:rPr lang="en-US" sz="1600" dirty="0">
                          <a:solidFill>
                            <a:schemeClr val="tx1">
                              <a:lumMod val="50000"/>
                            </a:schemeClr>
                          </a:solidFill>
                          <a:effectLst/>
                        </a:rPr>
                        <a:t>(mm)</a:t>
                      </a:r>
                      <a:endParaRPr lang="en-US" sz="1600" dirty="0">
                        <a:solidFill>
                          <a:schemeClr val="tx1">
                            <a:lumMod val="50000"/>
                          </a:schemeClr>
                        </a:solidFill>
                        <a:effectLst/>
                        <a:latin typeface=".VnTime"/>
                        <a:ea typeface="Times New Roman"/>
                        <a:cs typeface="Times New Roman"/>
                      </a:endParaRPr>
                    </a:p>
                  </a:txBody>
                  <a:tcPr marL="68580" marR="68580" marT="0" marB="0" anchor="ctr"/>
                </a:tc>
                <a:tc gridSpan="8">
                  <a:txBody>
                    <a:bodyPr/>
                    <a:lstStyle/>
                    <a:p>
                      <a:pPr marL="0" marR="0" algn="ctr">
                        <a:lnSpc>
                          <a:spcPct val="120000"/>
                        </a:lnSpc>
                        <a:spcBef>
                          <a:spcPts val="0"/>
                        </a:spcBef>
                        <a:spcAft>
                          <a:spcPts val="0"/>
                        </a:spcAft>
                      </a:pPr>
                      <a:r>
                        <a:rPr lang="en-US" sz="1600" dirty="0" err="1">
                          <a:solidFill>
                            <a:schemeClr val="tx1">
                              <a:lumMod val="50000"/>
                            </a:schemeClr>
                          </a:solidFill>
                          <a:effectLst/>
                        </a:rPr>
                        <a:t>Xác</a:t>
                      </a:r>
                      <a:r>
                        <a:rPr lang="en-US" sz="1600" baseline="0" dirty="0">
                          <a:solidFill>
                            <a:schemeClr val="tx1">
                              <a:lumMod val="50000"/>
                            </a:schemeClr>
                          </a:solidFill>
                          <a:effectLst/>
                        </a:rPr>
                        <a:t> </a:t>
                      </a:r>
                      <a:r>
                        <a:rPr lang="en-US" sz="1600" baseline="0" dirty="0" err="1">
                          <a:solidFill>
                            <a:schemeClr val="tx1">
                              <a:lumMod val="50000"/>
                            </a:schemeClr>
                          </a:solidFill>
                          <a:effectLst/>
                        </a:rPr>
                        <a:t>suất</a:t>
                      </a:r>
                      <a:r>
                        <a:rPr lang="en-US" sz="1600" baseline="0" dirty="0">
                          <a:solidFill>
                            <a:schemeClr val="tx1">
                              <a:lumMod val="50000"/>
                            </a:schemeClr>
                          </a:solidFill>
                          <a:effectLst/>
                        </a:rPr>
                        <a:t> </a:t>
                      </a:r>
                      <a:r>
                        <a:rPr lang="en-US" sz="1600" dirty="0">
                          <a:solidFill>
                            <a:schemeClr val="tx1">
                              <a:lumMod val="50000"/>
                            </a:schemeClr>
                          </a:solidFill>
                          <a:effectLst/>
                        </a:rPr>
                        <a:t>(%) </a:t>
                      </a:r>
                      <a:r>
                        <a:rPr lang="en-US" sz="1600" dirty="0" err="1">
                          <a:solidFill>
                            <a:schemeClr val="tx1">
                              <a:lumMod val="50000"/>
                            </a:schemeClr>
                          </a:solidFill>
                          <a:effectLst/>
                        </a:rPr>
                        <a:t>để</a:t>
                      </a:r>
                      <a:r>
                        <a:rPr lang="en-US" sz="1600" baseline="0" dirty="0">
                          <a:solidFill>
                            <a:schemeClr val="tx1">
                              <a:lumMod val="50000"/>
                            </a:schemeClr>
                          </a:solidFill>
                          <a:effectLst/>
                        </a:rPr>
                        <a:t> </a:t>
                      </a:r>
                      <a:r>
                        <a:rPr lang="en-US" sz="1600" baseline="0" dirty="0" err="1">
                          <a:solidFill>
                            <a:schemeClr val="tx1">
                              <a:lumMod val="50000"/>
                            </a:schemeClr>
                          </a:solidFill>
                          <a:effectLst/>
                        </a:rPr>
                        <a:t>vệt</a:t>
                      </a:r>
                      <a:r>
                        <a:rPr lang="en-US" sz="1600" baseline="0" dirty="0">
                          <a:solidFill>
                            <a:schemeClr val="tx1">
                              <a:lumMod val="50000"/>
                            </a:schemeClr>
                          </a:solidFill>
                          <a:effectLst/>
                        </a:rPr>
                        <a:t> </a:t>
                      </a:r>
                      <a:r>
                        <a:rPr lang="en-US" sz="1600" baseline="0" dirty="0" err="1">
                          <a:solidFill>
                            <a:schemeClr val="tx1">
                              <a:lumMod val="50000"/>
                            </a:schemeClr>
                          </a:solidFill>
                          <a:effectLst/>
                        </a:rPr>
                        <a:t>lún</a:t>
                      </a:r>
                      <a:r>
                        <a:rPr lang="en-US" sz="1600" baseline="0" dirty="0">
                          <a:solidFill>
                            <a:schemeClr val="tx1">
                              <a:lumMod val="50000"/>
                            </a:schemeClr>
                          </a:solidFill>
                          <a:effectLst/>
                        </a:rPr>
                        <a:t> </a:t>
                      </a:r>
                      <a:r>
                        <a:rPr lang="en-US" sz="1600" baseline="0" dirty="0" err="1">
                          <a:solidFill>
                            <a:schemeClr val="tx1">
                              <a:lumMod val="50000"/>
                            </a:schemeClr>
                          </a:solidFill>
                          <a:effectLst/>
                        </a:rPr>
                        <a:t>trong</a:t>
                      </a:r>
                      <a:r>
                        <a:rPr lang="en-US" sz="1600" baseline="0" dirty="0">
                          <a:solidFill>
                            <a:schemeClr val="tx1">
                              <a:lumMod val="50000"/>
                            </a:schemeClr>
                          </a:solidFill>
                          <a:effectLst/>
                        </a:rPr>
                        <a:t> </a:t>
                      </a:r>
                      <a:r>
                        <a:rPr lang="en-US" sz="1600" baseline="0" dirty="0" err="1">
                          <a:solidFill>
                            <a:schemeClr val="tx1">
                              <a:lumMod val="50000"/>
                            </a:schemeClr>
                          </a:solidFill>
                          <a:effectLst/>
                        </a:rPr>
                        <a:t>năm</a:t>
                      </a:r>
                      <a:r>
                        <a:rPr lang="en-US" sz="1600" baseline="0" dirty="0">
                          <a:solidFill>
                            <a:schemeClr val="tx1">
                              <a:lumMod val="50000"/>
                            </a:schemeClr>
                          </a:solidFill>
                          <a:effectLst/>
                        </a:rPr>
                        <a:t> </a:t>
                      </a:r>
                      <a:r>
                        <a:rPr lang="en-US" sz="1600" baseline="0" dirty="0" err="1">
                          <a:solidFill>
                            <a:schemeClr val="tx1">
                              <a:lumMod val="50000"/>
                            </a:schemeClr>
                          </a:solidFill>
                          <a:effectLst/>
                        </a:rPr>
                        <a:t>tới</a:t>
                      </a:r>
                      <a:r>
                        <a:rPr lang="en-US" sz="1600" baseline="0" dirty="0">
                          <a:solidFill>
                            <a:schemeClr val="tx1">
                              <a:lumMod val="50000"/>
                            </a:schemeClr>
                          </a:solidFill>
                          <a:effectLst/>
                        </a:rPr>
                        <a:t> </a:t>
                      </a:r>
                      <a:r>
                        <a:rPr lang="en-US" sz="1600" baseline="0" dirty="0" err="1">
                          <a:solidFill>
                            <a:schemeClr val="tx1">
                              <a:lumMod val="50000"/>
                            </a:schemeClr>
                          </a:solidFill>
                          <a:effectLst/>
                        </a:rPr>
                        <a:t>nằm</a:t>
                      </a:r>
                      <a:r>
                        <a:rPr lang="en-US" sz="1600" baseline="0" dirty="0">
                          <a:solidFill>
                            <a:schemeClr val="tx1">
                              <a:lumMod val="50000"/>
                            </a:schemeClr>
                          </a:solidFill>
                          <a:effectLst/>
                        </a:rPr>
                        <a:t> </a:t>
                      </a:r>
                      <a:r>
                        <a:rPr lang="en-US" sz="1600" baseline="0" dirty="0" err="1">
                          <a:solidFill>
                            <a:schemeClr val="tx1">
                              <a:lumMod val="50000"/>
                            </a:schemeClr>
                          </a:solidFill>
                          <a:effectLst/>
                        </a:rPr>
                        <a:t>trong</a:t>
                      </a:r>
                      <a:r>
                        <a:rPr lang="en-US" sz="1600" baseline="0" dirty="0">
                          <a:solidFill>
                            <a:schemeClr val="tx1">
                              <a:lumMod val="50000"/>
                            </a:schemeClr>
                          </a:solidFill>
                          <a:effectLst/>
                        </a:rPr>
                        <a:t> </a:t>
                      </a:r>
                      <a:r>
                        <a:rPr lang="en-US" sz="1600" baseline="0" dirty="0" err="1">
                          <a:solidFill>
                            <a:schemeClr val="tx1">
                              <a:lumMod val="50000"/>
                            </a:schemeClr>
                          </a:solidFill>
                          <a:effectLst/>
                        </a:rPr>
                        <a:t>khoảng</a:t>
                      </a:r>
                      <a:r>
                        <a:rPr lang="en-US" sz="1600" baseline="0" dirty="0">
                          <a:solidFill>
                            <a:schemeClr val="tx1">
                              <a:lumMod val="50000"/>
                            </a:schemeClr>
                          </a:solidFill>
                          <a:effectLst/>
                        </a:rPr>
                        <a:t> </a:t>
                      </a:r>
                      <a:r>
                        <a:rPr lang="en-US" sz="1600" baseline="0" dirty="0" err="1">
                          <a:solidFill>
                            <a:schemeClr val="tx1">
                              <a:lumMod val="50000"/>
                            </a:schemeClr>
                          </a:solidFill>
                          <a:effectLst/>
                        </a:rPr>
                        <a:t>giá</a:t>
                      </a:r>
                      <a:r>
                        <a:rPr lang="en-US" sz="1600" baseline="0" dirty="0">
                          <a:solidFill>
                            <a:schemeClr val="tx1">
                              <a:lumMod val="50000"/>
                            </a:schemeClr>
                          </a:solidFill>
                          <a:effectLst/>
                        </a:rPr>
                        <a:t> </a:t>
                      </a:r>
                      <a:r>
                        <a:rPr lang="en-US" sz="1600" baseline="0" dirty="0" err="1">
                          <a:solidFill>
                            <a:schemeClr val="tx1">
                              <a:lumMod val="50000"/>
                            </a:schemeClr>
                          </a:solidFill>
                          <a:effectLst/>
                        </a:rPr>
                        <a:t>trị</a:t>
                      </a:r>
                      <a:r>
                        <a:rPr lang="en-US" sz="1600" baseline="0" dirty="0">
                          <a:solidFill>
                            <a:schemeClr val="tx1">
                              <a:lumMod val="50000"/>
                            </a:schemeClr>
                          </a:solidFill>
                          <a:effectLst/>
                        </a:rPr>
                        <a:t> (mm) </a:t>
                      </a:r>
                      <a:endParaRPr lang="en-US" sz="1600" dirty="0">
                        <a:solidFill>
                          <a:schemeClr val="tx1">
                            <a:lumMod val="50000"/>
                          </a:schemeClr>
                        </a:solidFill>
                        <a:effectLst/>
                        <a:latin typeface=".VnTime"/>
                        <a:ea typeface="Times New Roman"/>
                        <a:cs typeface="Times New Roman"/>
                      </a:endParaRPr>
                    </a:p>
                  </a:txBody>
                  <a:tcPr marL="68580" marR="6858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rowSpan="2">
                  <a:txBody>
                    <a:bodyPr/>
                    <a:lstStyle/>
                    <a:p>
                      <a:pPr marL="0" marR="0" algn="ctr">
                        <a:lnSpc>
                          <a:spcPct val="120000"/>
                        </a:lnSpc>
                        <a:spcBef>
                          <a:spcPts val="0"/>
                        </a:spcBef>
                        <a:spcAft>
                          <a:spcPts val="0"/>
                        </a:spcAft>
                      </a:pPr>
                      <a:r>
                        <a:rPr lang="en-US" sz="1600" dirty="0" err="1">
                          <a:solidFill>
                            <a:schemeClr val="tx1">
                              <a:lumMod val="50000"/>
                            </a:schemeClr>
                          </a:solidFill>
                          <a:effectLst/>
                        </a:rPr>
                        <a:t>Tổng</a:t>
                      </a:r>
                      <a:r>
                        <a:rPr lang="en-US" sz="1600" baseline="0" dirty="0">
                          <a:solidFill>
                            <a:schemeClr val="tx1">
                              <a:lumMod val="50000"/>
                            </a:schemeClr>
                          </a:solidFill>
                          <a:effectLst/>
                        </a:rPr>
                        <a:t> </a:t>
                      </a:r>
                      <a:r>
                        <a:rPr lang="en-US" sz="1600" baseline="0" dirty="0" err="1">
                          <a:solidFill>
                            <a:schemeClr val="tx1">
                              <a:lumMod val="50000"/>
                            </a:schemeClr>
                          </a:solidFill>
                          <a:effectLst/>
                        </a:rPr>
                        <a:t>cộng</a:t>
                      </a:r>
                      <a:endParaRPr lang="en-US" sz="1600" dirty="0">
                        <a:solidFill>
                          <a:schemeClr val="tx1">
                            <a:lumMod val="50000"/>
                          </a:schemeClr>
                        </a:solidFill>
                        <a:effectLst/>
                        <a:latin typeface=".VnTime"/>
                        <a:ea typeface="Times New Roman"/>
                        <a:cs typeface="Times New Roman"/>
                      </a:endParaRPr>
                    </a:p>
                  </a:txBody>
                  <a:tcPr marL="68580" marR="68580" marT="0" marB="0" anchor="ctr"/>
                </a:tc>
                <a:extLst>
                  <a:ext uri="{0D108BD9-81ED-4DB2-BD59-A6C34878D82A}">
                    <a16:rowId xmlns:a16="http://schemas.microsoft.com/office/drawing/2014/main" val="10000"/>
                  </a:ext>
                </a:extLst>
              </a:tr>
              <a:tr h="452171">
                <a:tc vMerge="1">
                  <a:txBody>
                    <a:bodyPr/>
                    <a:lstStyle/>
                    <a:p>
                      <a:endParaRPr lang="en-US"/>
                    </a:p>
                  </a:txBody>
                  <a:tcPr/>
                </a:tc>
                <a:tc>
                  <a:txBody>
                    <a:bodyPr/>
                    <a:lstStyle/>
                    <a:p>
                      <a:pPr marL="0" marR="0" algn="ctr">
                        <a:lnSpc>
                          <a:spcPct val="120000"/>
                        </a:lnSpc>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0-5</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5-10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10-15</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15-20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20-30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30-50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&gt;50</a:t>
                      </a:r>
                      <a:endParaRPr lang="en-US" sz="1600">
                        <a:solidFill>
                          <a:schemeClr val="tx1">
                            <a:lumMod val="50000"/>
                          </a:schemeClr>
                        </a:solidFill>
                        <a:effectLst/>
                        <a:latin typeface=".VnTime"/>
                        <a:ea typeface="Times New Roman"/>
                        <a:cs typeface="Times New Roman"/>
                      </a:endParaRPr>
                    </a:p>
                  </a:txBody>
                  <a:tcPr marL="68580" marR="68580" marT="0" marB="0" anchor="ctr"/>
                </a:tc>
                <a:tc vMerge="1">
                  <a:txBody>
                    <a:bodyPr/>
                    <a:lstStyle/>
                    <a:p>
                      <a:endParaRPr lang="en-US"/>
                    </a:p>
                  </a:txBody>
                  <a:tcPr/>
                </a:tc>
                <a:extLst>
                  <a:ext uri="{0D108BD9-81ED-4DB2-BD59-A6C34878D82A}">
                    <a16:rowId xmlns:a16="http://schemas.microsoft.com/office/drawing/2014/main" val="10001"/>
                  </a:ext>
                </a:extLst>
              </a:tr>
              <a:tr h="452171">
                <a:tc>
                  <a:txBody>
                    <a:bodyPr/>
                    <a:lstStyle/>
                    <a:p>
                      <a:pPr marL="0" marR="0" algn="ctr">
                        <a:lnSpc>
                          <a:spcPct val="120000"/>
                        </a:lnSpc>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100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100</a:t>
                      </a:r>
                      <a:endParaRPr lang="en-US" sz="1600">
                        <a:solidFill>
                          <a:schemeClr val="tx1">
                            <a:lumMod val="50000"/>
                          </a:schemeClr>
                        </a:solidFill>
                        <a:effectLst/>
                        <a:latin typeface=".VnTime"/>
                        <a:ea typeface="Times New Roman"/>
                        <a:cs typeface="Times New Roman"/>
                      </a:endParaRPr>
                    </a:p>
                  </a:txBody>
                  <a:tcPr marL="68580" marR="68580" marT="0" marB="0" anchor="ctr"/>
                </a:tc>
                <a:extLst>
                  <a:ext uri="{0D108BD9-81ED-4DB2-BD59-A6C34878D82A}">
                    <a16:rowId xmlns:a16="http://schemas.microsoft.com/office/drawing/2014/main" val="10002"/>
                  </a:ext>
                </a:extLst>
              </a:tr>
              <a:tr h="452171">
                <a:tc>
                  <a:txBody>
                    <a:bodyPr/>
                    <a:lstStyle/>
                    <a:p>
                      <a:pPr marL="0" marR="0" algn="ctr">
                        <a:lnSpc>
                          <a:spcPct val="120000"/>
                        </a:lnSpc>
                        <a:spcBef>
                          <a:spcPts val="0"/>
                        </a:spcBef>
                        <a:spcAft>
                          <a:spcPts val="0"/>
                        </a:spcAft>
                      </a:pPr>
                      <a:r>
                        <a:rPr lang="en-US" sz="1600">
                          <a:solidFill>
                            <a:schemeClr val="tx1">
                              <a:lumMod val="50000"/>
                            </a:schemeClr>
                          </a:solidFill>
                          <a:effectLst/>
                        </a:rPr>
                        <a:t>0-5</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100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100</a:t>
                      </a:r>
                      <a:endParaRPr lang="en-US" sz="1600">
                        <a:solidFill>
                          <a:schemeClr val="tx1">
                            <a:lumMod val="50000"/>
                          </a:schemeClr>
                        </a:solidFill>
                        <a:effectLst/>
                        <a:latin typeface=".VnTime"/>
                        <a:ea typeface="Times New Roman"/>
                        <a:cs typeface="Times New Roman"/>
                      </a:endParaRPr>
                    </a:p>
                  </a:txBody>
                  <a:tcPr marL="68580" marR="68580" marT="0" marB="0" anchor="ctr"/>
                </a:tc>
                <a:extLst>
                  <a:ext uri="{0D108BD9-81ED-4DB2-BD59-A6C34878D82A}">
                    <a16:rowId xmlns:a16="http://schemas.microsoft.com/office/drawing/2014/main" val="10003"/>
                  </a:ext>
                </a:extLst>
              </a:tr>
              <a:tr h="452171">
                <a:tc>
                  <a:txBody>
                    <a:bodyPr/>
                    <a:lstStyle/>
                    <a:p>
                      <a:pPr marL="0" marR="0" algn="ctr">
                        <a:lnSpc>
                          <a:spcPct val="120000"/>
                        </a:lnSpc>
                        <a:spcBef>
                          <a:spcPts val="0"/>
                        </a:spcBef>
                        <a:spcAft>
                          <a:spcPts val="0"/>
                        </a:spcAft>
                      </a:pPr>
                      <a:r>
                        <a:rPr lang="en-US" sz="1600">
                          <a:solidFill>
                            <a:schemeClr val="tx1">
                              <a:lumMod val="50000"/>
                            </a:schemeClr>
                          </a:solidFill>
                          <a:effectLst/>
                        </a:rPr>
                        <a:t>5-10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5</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85</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5</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5</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100</a:t>
                      </a:r>
                      <a:endParaRPr lang="en-US" sz="1600">
                        <a:solidFill>
                          <a:schemeClr val="tx1">
                            <a:lumMod val="50000"/>
                          </a:schemeClr>
                        </a:solidFill>
                        <a:effectLst/>
                        <a:latin typeface=".VnTime"/>
                        <a:ea typeface="Times New Roman"/>
                        <a:cs typeface="Times New Roman"/>
                      </a:endParaRPr>
                    </a:p>
                  </a:txBody>
                  <a:tcPr marL="68580" marR="68580" marT="0" marB="0" anchor="ctr"/>
                </a:tc>
                <a:extLst>
                  <a:ext uri="{0D108BD9-81ED-4DB2-BD59-A6C34878D82A}">
                    <a16:rowId xmlns:a16="http://schemas.microsoft.com/office/drawing/2014/main" val="10004"/>
                  </a:ext>
                </a:extLst>
              </a:tr>
              <a:tr h="452171">
                <a:tc>
                  <a:txBody>
                    <a:bodyPr/>
                    <a:lstStyle/>
                    <a:p>
                      <a:pPr marL="0" marR="0" algn="ctr">
                        <a:lnSpc>
                          <a:spcPct val="120000"/>
                        </a:lnSpc>
                        <a:spcBef>
                          <a:spcPts val="0"/>
                        </a:spcBef>
                        <a:spcAft>
                          <a:spcPts val="0"/>
                        </a:spcAft>
                      </a:pPr>
                      <a:r>
                        <a:rPr lang="en-US" sz="1600">
                          <a:solidFill>
                            <a:schemeClr val="tx1">
                              <a:lumMod val="50000"/>
                            </a:schemeClr>
                          </a:solidFill>
                          <a:effectLst/>
                        </a:rPr>
                        <a:t>10-15</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15.38</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53.85</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30.77</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100</a:t>
                      </a:r>
                      <a:endParaRPr lang="en-US" sz="1600">
                        <a:solidFill>
                          <a:schemeClr val="tx1">
                            <a:lumMod val="50000"/>
                          </a:schemeClr>
                        </a:solidFill>
                        <a:effectLst/>
                        <a:latin typeface=".VnTime"/>
                        <a:ea typeface="Times New Roman"/>
                        <a:cs typeface="Times New Roman"/>
                      </a:endParaRPr>
                    </a:p>
                  </a:txBody>
                  <a:tcPr marL="68580" marR="68580" marT="0" marB="0" anchor="ctr"/>
                </a:tc>
                <a:extLst>
                  <a:ext uri="{0D108BD9-81ED-4DB2-BD59-A6C34878D82A}">
                    <a16:rowId xmlns:a16="http://schemas.microsoft.com/office/drawing/2014/main" val="10005"/>
                  </a:ext>
                </a:extLst>
              </a:tr>
              <a:tr h="452171">
                <a:tc>
                  <a:txBody>
                    <a:bodyPr/>
                    <a:lstStyle/>
                    <a:p>
                      <a:pPr marL="0" marR="0" algn="ctr">
                        <a:lnSpc>
                          <a:spcPct val="120000"/>
                        </a:lnSpc>
                        <a:spcBef>
                          <a:spcPts val="0"/>
                        </a:spcBef>
                        <a:spcAft>
                          <a:spcPts val="0"/>
                        </a:spcAft>
                      </a:pPr>
                      <a:r>
                        <a:rPr lang="en-US" sz="1600">
                          <a:solidFill>
                            <a:schemeClr val="tx1">
                              <a:lumMod val="50000"/>
                            </a:schemeClr>
                          </a:solidFill>
                          <a:effectLst/>
                        </a:rPr>
                        <a:t>15-20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100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100</a:t>
                      </a:r>
                      <a:endParaRPr lang="en-US" sz="1600">
                        <a:solidFill>
                          <a:schemeClr val="tx1">
                            <a:lumMod val="50000"/>
                          </a:schemeClr>
                        </a:solidFill>
                        <a:effectLst/>
                        <a:latin typeface=".VnTime"/>
                        <a:ea typeface="Times New Roman"/>
                        <a:cs typeface="Times New Roman"/>
                      </a:endParaRPr>
                    </a:p>
                  </a:txBody>
                  <a:tcPr marL="68580" marR="68580" marT="0" marB="0" anchor="ctr"/>
                </a:tc>
                <a:extLst>
                  <a:ext uri="{0D108BD9-81ED-4DB2-BD59-A6C34878D82A}">
                    <a16:rowId xmlns:a16="http://schemas.microsoft.com/office/drawing/2014/main" val="10006"/>
                  </a:ext>
                </a:extLst>
              </a:tr>
              <a:tr h="452171">
                <a:tc>
                  <a:txBody>
                    <a:bodyPr/>
                    <a:lstStyle/>
                    <a:p>
                      <a:pPr marL="0" marR="0" algn="ctr">
                        <a:lnSpc>
                          <a:spcPct val="120000"/>
                        </a:lnSpc>
                        <a:spcBef>
                          <a:spcPts val="0"/>
                        </a:spcBef>
                        <a:spcAft>
                          <a:spcPts val="0"/>
                        </a:spcAft>
                      </a:pPr>
                      <a:r>
                        <a:rPr lang="en-US" sz="1600">
                          <a:solidFill>
                            <a:schemeClr val="tx1">
                              <a:lumMod val="50000"/>
                            </a:schemeClr>
                          </a:solidFill>
                          <a:effectLst/>
                        </a:rPr>
                        <a:t>20-30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dirty="0">
                          <a:solidFill>
                            <a:schemeClr val="tx1">
                              <a:lumMod val="50000"/>
                            </a:schemeClr>
                          </a:solidFill>
                          <a:effectLst/>
                        </a:rPr>
                        <a:t> </a:t>
                      </a:r>
                      <a:endParaRPr lang="en-US" sz="1600" dirty="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9.09</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90.91</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100</a:t>
                      </a:r>
                      <a:endParaRPr lang="en-US" sz="1600">
                        <a:solidFill>
                          <a:schemeClr val="tx1">
                            <a:lumMod val="50000"/>
                          </a:schemeClr>
                        </a:solidFill>
                        <a:effectLst/>
                        <a:latin typeface=".VnTime"/>
                        <a:ea typeface="Times New Roman"/>
                        <a:cs typeface="Times New Roman"/>
                      </a:endParaRPr>
                    </a:p>
                  </a:txBody>
                  <a:tcPr marL="68580" marR="68580" marT="0" marB="0" anchor="ctr"/>
                </a:tc>
                <a:extLst>
                  <a:ext uri="{0D108BD9-81ED-4DB2-BD59-A6C34878D82A}">
                    <a16:rowId xmlns:a16="http://schemas.microsoft.com/office/drawing/2014/main" val="10007"/>
                  </a:ext>
                </a:extLst>
              </a:tr>
              <a:tr h="452171">
                <a:tc>
                  <a:txBody>
                    <a:bodyPr/>
                    <a:lstStyle/>
                    <a:p>
                      <a:pPr marL="0" marR="0" algn="ctr">
                        <a:lnSpc>
                          <a:spcPct val="120000"/>
                        </a:lnSpc>
                        <a:spcBef>
                          <a:spcPts val="0"/>
                        </a:spcBef>
                        <a:spcAft>
                          <a:spcPts val="0"/>
                        </a:spcAft>
                      </a:pPr>
                      <a:r>
                        <a:rPr lang="en-US" sz="1600">
                          <a:solidFill>
                            <a:schemeClr val="tx1">
                              <a:lumMod val="50000"/>
                            </a:schemeClr>
                          </a:solidFill>
                          <a:effectLst/>
                        </a:rPr>
                        <a:t>30-50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93.33</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6.67</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100</a:t>
                      </a:r>
                      <a:endParaRPr lang="en-US" sz="1600">
                        <a:solidFill>
                          <a:schemeClr val="tx1">
                            <a:lumMod val="50000"/>
                          </a:schemeClr>
                        </a:solidFill>
                        <a:effectLst/>
                        <a:latin typeface=".VnTime"/>
                        <a:ea typeface="Times New Roman"/>
                        <a:cs typeface="Times New Roman"/>
                      </a:endParaRPr>
                    </a:p>
                  </a:txBody>
                  <a:tcPr marL="68580" marR="68580" marT="0" marB="0" anchor="ctr"/>
                </a:tc>
                <a:extLst>
                  <a:ext uri="{0D108BD9-81ED-4DB2-BD59-A6C34878D82A}">
                    <a16:rowId xmlns:a16="http://schemas.microsoft.com/office/drawing/2014/main" val="10008"/>
                  </a:ext>
                </a:extLst>
              </a:tr>
              <a:tr h="452171">
                <a:tc>
                  <a:txBody>
                    <a:bodyPr/>
                    <a:lstStyle/>
                    <a:p>
                      <a:pPr marL="0" marR="0" algn="ctr">
                        <a:lnSpc>
                          <a:spcPct val="120000"/>
                        </a:lnSpc>
                        <a:spcBef>
                          <a:spcPts val="0"/>
                        </a:spcBef>
                        <a:spcAft>
                          <a:spcPts val="0"/>
                        </a:spcAft>
                      </a:pPr>
                      <a:r>
                        <a:rPr lang="en-US" sz="1600">
                          <a:solidFill>
                            <a:schemeClr val="tx1">
                              <a:lumMod val="50000"/>
                            </a:schemeClr>
                          </a:solidFill>
                          <a:effectLst/>
                        </a:rPr>
                        <a:t>&gt;50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dirty="0">
                          <a:solidFill>
                            <a:schemeClr val="tx1">
                              <a:lumMod val="50000"/>
                            </a:schemeClr>
                          </a:solidFill>
                          <a:effectLst/>
                        </a:rPr>
                        <a:t> </a:t>
                      </a:r>
                      <a:endParaRPr lang="en-US" sz="1600" dirty="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a:solidFill>
                            <a:schemeClr val="tx1">
                              <a:lumMod val="50000"/>
                            </a:schemeClr>
                          </a:solidFill>
                          <a:effectLst/>
                        </a:rPr>
                        <a:t>100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lnSpc>
                          <a:spcPct val="120000"/>
                        </a:lnSpc>
                        <a:spcBef>
                          <a:spcPts val="0"/>
                        </a:spcBef>
                        <a:spcAft>
                          <a:spcPts val="0"/>
                        </a:spcAft>
                      </a:pPr>
                      <a:r>
                        <a:rPr lang="en-US" sz="1600" dirty="0">
                          <a:solidFill>
                            <a:schemeClr val="tx1">
                              <a:lumMod val="50000"/>
                            </a:schemeClr>
                          </a:solidFill>
                          <a:effectLst/>
                        </a:rPr>
                        <a:t>100</a:t>
                      </a:r>
                      <a:endParaRPr lang="en-US" sz="1600" dirty="0">
                        <a:solidFill>
                          <a:schemeClr val="tx1">
                            <a:lumMod val="50000"/>
                          </a:schemeClr>
                        </a:solidFill>
                        <a:effectLst/>
                        <a:latin typeface=".VnTime"/>
                        <a:ea typeface="Times New Roman"/>
                        <a:cs typeface="Times New Roman"/>
                      </a:endParaRPr>
                    </a:p>
                  </a:txBody>
                  <a:tcPr marL="68580" marR="68580" marT="0" marB="0" anchor="ctr"/>
                </a:tc>
                <a:extLst>
                  <a:ext uri="{0D108BD9-81ED-4DB2-BD59-A6C34878D82A}">
                    <a16:rowId xmlns:a16="http://schemas.microsoft.com/office/drawing/2014/main" val="10009"/>
                  </a:ext>
                </a:extLst>
              </a:tr>
            </a:tbl>
          </a:graphicData>
        </a:graphic>
      </p:graphicFrame>
      <p:sp>
        <p:nvSpPr>
          <p:cNvPr id="6" name="Rectangle 6"/>
          <p:cNvSpPr>
            <a:spLocks noChangeArrowheads="1"/>
          </p:cNvSpPr>
          <p:nvPr/>
        </p:nvSpPr>
        <p:spPr bwMode="auto">
          <a:xfrm>
            <a:off x="533400" y="332006"/>
            <a:ext cx="612795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spcBef>
                <a:spcPct val="50000"/>
              </a:spcBef>
            </a:pPr>
            <a:r>
              <a:rPr lang="en-US" sz="2000" b="1" dirty="0" err="1">
                <a:solidFill>
                  <a:srgbClr val="FF0000"/>
                </a:solidFill>
              </a:rPr>
              <a:t>Sự</a:t>
            </a:r>
            <a:r>
              <a:rPr lang="en-US" sz="2000" b="1" dirty="0">
                <a:solidFill>
                  <a:srgbClr val="FF0000"/>
                </a:solidFill>
              </a:rPr>
              <a:t> </a:t>
            </a:r>
            <a:r>
              <a:rPr lang="en-US" sz="2000" b="1" dirty="0" err="1">
                <a:solidFill>
                  <a:srgbClr val="FF0000"/>
                </a:solidFill>
              </a:rPr>
              <a:t>xuống</a:t>
            </a:r>
            <a:r>
              <a:rPr lang="en-US" sz="2000" b="1" dirty="0">
                <a:solidFill>
                  <a:srgbClr val="FF0000"/>
                </a:solidFill>
              </a:rPr>
              <a:t> </a:t>
            </a:r>
            <a:r>
              <a:rPr lang="en-US" sz="2000" b="1" dirty="0" err="1">
                <a:solidFill>
                  <a:srgbClr val="FF0000"/>
                </a:solidFill>
              </a:rPr>
              <a:t>cấp</a:t>
            </a:r>
            <a:r>
              <a:rPr lang="en-US" sz="2000" b="1" dirty="0">
                <a:solidFill>
                  <a:srgbClr val="FF0000"/>
                </a:solidFill>
              </a:rPr>
              <a:t> </a:t>
            </a:r>
            <a:r>
              <a:rPr lang="en-US" sz="2000" b="1" dirty="0" err="1">
                <a:solidFill>
                  <a:srgbClr val="FF0000"/>
                </a:solidFill>
              </a:rPr>
              <a:t>của</a:t>
            </a:r>
            <a:r>
              <a:rPr lang="en-US" sz="2000" b="1" dirty="0">
                <a:solidFill>
                  <a:srgbClr val="FF0000"/>
                </a:solidFill>
              </a:rPr>
              <a:t> </a:t>
            </a:r>
            <a:r>
              <a:rPr lang="en-US" sz="2000" b="1" dirty="0" err="1">
                <a:solidFill>
                  <a:srgbClr val="FF0000"/>
                </a:solidFill>
              </a:rPr>
              <a:t>mặt</a:t>
            </a:r>
            <a:r>
              <a:rPr lang="en-US" sz="2000" b="1" dirty="0">
                <a:solidFill>
                  <a:srgbClr val="FF0000"/>
                </a:solidFill>
              </a:rPr>
              <a:t> </a:t>
            </a:r>
            <a:r>
              <a:rPr lang="en-US" sz="2000" b="1" dirty="0" err="1">
                <a:solidFill>
                  <a:srgbClr val="FF0000"/>
                </a:solidFill>
              </a:rPr>
              <a:t>đường</a:t>
            </a:r>
            <a:endParaRPr lang="en-US" sz="2000" b="1" dirty="0">
              <a:solidFill>
                <a:srgbClr val="FF0000"/>
              </a:solidFill>
            </a:endParaRPr>
          </a:p>
        </p:txBody>
      </p:sp>
    </p:spTree>
    <p:extLst>
      <p:ext uri="{BB962C8B-B14F-4D97-AF65-F5344CB8AC3E}">
        <p14:creationId xmlns:p14="http://schemas.microsoft.com/office/powerpoint/2010/main" val="16497403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4240107418"/>
              </p:ext>
            </p:extLst>
          </p:nvPr>
        </p:nvGraphicFramePr>
        <p:xfrm>
          <a:off x="1113502" y="1981200"/>
          <a:ext cx="7467602" cy="3907152"/>
        </p:xfrm>
        <a:graphic>
          <a:graphicData uri="http://schemas.openxmlformats.org/drawingml/2006/table">
            <a:tbl>
              <a:tblPr>
                <a:tableStyleId>{5940675A-B579-460E-94D1-54222C63F5DA}</a:tableStyleId>
              </a:tblPr>
              <a:tblGrid>
                <a:gridCol w="1092818">
                  <a:extLst>
                    <a:ext uri="{9D8B030D-6E8A-4147-A177-3AD203B41FA5}">
                      <a16:colId xmlns:a16="http://schemas.microsoft.com/office/drawing/2014/main" val="20000"/>
                    </a:ext>
                  </a:extLst>
                </a:gridCol>
                <a:gridCol w="1092818">
                  <a:extLst>
                    <a:ext uri="{9D8B030D-6E8A-4147-A177-3AD203B41FA5}">
                      <a16:colId xmlns:a16="http://schemas.microsoft.com/office/drawing/2014/main" val="20001"/>
                    </a:ext>
                  </a:extLst>
                </a:gridCol>
                <a:gridCol w="1092818">
                  <a:extLst>
                    <a:ext uri="{9D8B030D-6E8A-4147-A177-3AD203B41FA5}">
                      <a16:colId xmlns:a16="http://schemas.microsoft.com/office/drawing/2014/main" val="20002"/>
                    </a:ext>
                  </a:extLst>
                </a:gridCol>
                <a:gridCol w="910684">
                  <a:extLst>
                    <a:ext uri="{9D8B030D-6E8A-4147-A177-3AD203B41FA5}">
                      <a16:colId xmlns:a16="http://schemas.microsoft.com/office/drawing/2014/main" val="20003"/>
                    </a:ext>
                  </a:extLst>
                </a:gridCol>
                <a:gridCol w="910684">
                  <a:extLst>
                    <a:ext uri="{9D8B030D-6E8A-4147-A177-3AD203B41FA5}">
                      <a16:colId xmlns:a16="http://schemas.microsoft.com/office/drawing/2014/main" val="20004"/>
                    </a:ext>
                  </a:extLst>
                </a:gridCol>
                <a:gridCol w="910684">
                  <a:extLst>
                    <a:ext uri="{9D8B030D-6E8A-4147-A177-3AD203B41FA5}">
                      <a16:colId xmlns:a16="http://schemas.microsoft.com/office/drawing/2014/main" val="20005"/>
                    </a:ext>
                  </a:extLst>
                </a:gridCol>
                <a:gridCol w="728548">
                  <a:extLst>
                    <a:ext uri="{9D8B030D-6E8A-4147-A177-3AD203B41FA5}">
                      <a16:colId xmlns:a16="http://schemas.microsoft.com/office/drawing/2014/main" val="20006"/>
                    </a:ext>
                  </a:extLst>
                </a:gridCol>
                <a:gridCol w="728548">
                  <a:extLst>
                    <a:ext uri="{9D8B030D-6E8A-4147-A177-3AD203B41FA5}">
                      <a16:colId xmlns:a16="http://schemas.microsoft.com/office/drawing/2014/main" val="20007"/>
                    </a:ext>
                  </a:extLst>
                </a:gridCol>
              </a:tblGrid>
              <a:tr h="488394">
                <a:tc rowSpan="2">
                  <a:txBody>
                    <a:bodyPr/>
                    <a:lstStyle/>
                    <a:p>
                      <a:pPr marL="0" marR="0" algn="ctr">
                        <a:spcBef>
                          <a:spcPts val="0"/>
                        </a:spcBef>
                        <a:spcAft>
                          <a:spcPts val="0"/>
                        </a:spcAft>
                      </a:pPr>
                      <a:r>
                        <a:rPr lang="en-US" sz="1600" dirty="0">
                          <a:solidFill>
                            <a:schemeClr val="tx1">
                              <a:lumMod val="50000"/>
                            </a:schemeClr>
                          </a:solidFill>
                          <a:effectLst/>
                        </a:rPr>
                        <a:t>PCI </a:t>
                      </a:r>
                      <a:r>
                        <a:rPr lang="en-US" sz="1600" dirty="0" err="1">
                          <a:solidFill>
                            <a:schemeClr val="tx1">
                              <a:lumMod val="50000"/>
                            </a:schemeClr>
                          </a:solidFill>
                          <a:effectLst/>
                        </a:rPr>
                        <a:t>hiện</a:t>
                      </a:r>
                      <a:r>
                        <a:rPr lang="en-US" sz="1600" baseline="0" dirty="0">
                          <a:solidFill>
                            <a:schemeClr val="tx1">
                              <a:lumMod val="50000"/>
                            </a:schemeClr>
                          </a:solidFill>
                          <a:effectLst/>
                        </a:rPr>
                        <a:t> </a:t>
                      </a:r>
                      <a:r>
                        <a:rPr lang="en-US" sz="1600" baseline="0" dirty="0" err="1">
                          <a:solidFill>
                            <a:schemeClr val="tx1">
                              <a:lumMod val="50000"/>
                            </a:schemeClr>
                          </a:solidFill>
                          <a:effectLst/>
                        </a:rPr>
                        <a:t>tại</a:t>
                      </a:r>
                      <a:endParaRPr lang="en-US" sz="1600" dirty="0">
                        <a:solidFill>
                          <a:schemeClr val="tx1">
                            <a:lumMod val="50000"/>
                          </a:schemeClr>
                        </a:solidFill>
                        <a:effectLst/>
                        <a:latin typeface=".VnTime"/>
                        <a:ea typeface="Times New Roman"/>
                        <a:cs typeface="Times New Roman"/>
                      </a:endParaRPr>
                    </a:p>
                  </a:txBody>
                  <a:tcPr marL="68580" marR="68580" marT="0" marB="0" anchor="ctr"/>
                </a:tc>
                <a:tc gridSpan="7">
                  <a:txBody>
                    <a:bodyPr/>
                    <a:lstStyle/>
                    <a:p>
                      <a:pPr marL="0" marR="0" algn="ctr">
                        <a:spcBef>
                          <a:spcPts val="0"/>
                        </a:spcBef>
                        <a:spcAft>
                          <a:spcPts val="0"/>
                        </a:spcAft>
                      </a:pPr>
                      <a:r>
                        <a:rPr lang="en-US" sz="1600" dirty="0" err="1">
                          <a:solidFill>
                            <a:schemeClr val="tx1">
                              <a:lumMod val="50000"/>
                            </a:schemeClr>
                          </a:solidFill>
                          <a:effectLst/>
                        </a:rPr>
                        <a:t>Xác</a:t>
                      </a:r>
                      <a:r>
                        <a:rPr lang="en-US" sz="1600" baseline="0" dirty="0">
                          <a:solidFill>
                            <a:schemeClr val="tx1">
                              <a:lumMod val="50000"/>
                            </a:schemeClr>
                          </a:solidFill>
                          <a:effectLst/>
                        </a:rPr>
                        <a:t> </a:t>
                      </a:r>
                      <a:r>
                        <a:rPr lang="en-US" sz="1600" baseline="0" dirty="0" err="1">
                          <a:solidFill>
                            <a:schemeClr val="tx1">
                              <a:lumMod val="50000"/>
                            </a:schemeClr>
                          </a:solidFill>
                          <a:effectLst/>
                        </a:rPr>
                        <a:t>suất</a:t>
                      </a:r>
                      <a:r>
                        <a:rPr lang="en-US" sz="1600" dirty="0">
                          <a:solidFill>
                            <a:schemeClr val="tx1">
                              <a:lumMod val="50000"/>
                            </a:schemeClr>
                          </a:solidFill>
                          <a:effectLst/>
                        </a:rPr>
                        <a:t> (%) </a:t>
                      </a:r>
                      <a:r>
                        <a:rPr lang="en-US" sz="1600" dirty="0" err="1">
                          <a:solidFill>
                            <a:schemeClr val="tx1">
                              <a:lumMod val="50000"/>
                            </a:schemeClr>
                          </a:solidFill>
                          <a:effectLst/>
                        </a:rPr>
                        <a:t>để</a:t>
                      </a:r>
                      <a:r>
                        <a:rPr lang="en-US" sz="1600" baseline="0" dirty="0">
                          <a:solidFill>
                            <a:schemeClr val="tx1">
                              <a:lumMod val="50000"/>
                            </a:schemeClr>
                          </a:solidFill>
                          <a:effectLst/>
                        </a:rPr>
                        <a:t> </a:t>
                      </a:r>
                      <a:r>
                        <a:rPr lang="en-US" sz="1600" dirty="0">
                          <a:solidFill>
                            <a:schemeClr val="tx1">
                              <a:lumMod val="50000"/>
                            </a:schemeClr>
                          </a:solidFill>
                          <a:effectLst/>
                        </a:rPr>
                        <a:t>PCI </a:t>
                      </a:r>
                      <a:r>
                        <a:rPr lang="en-US" sz="1600" dirty="0" err="1">
                          <a:solidFill>
                            <a:schemeClr val="tx1">
                              <a:lumMod val="50000"/>
                            </a:schemeClr>
                          </a:solidFill>
                          <a:effectLst/>
                        </a:rPr>
                        <a:t>trong</a:t>
                      </a:r>
                      <a:r>
                        <a:rPr lang="en-US" sz="1600" dirty="0">
                          <a:solidFill>
                            <a:schemeClr val="tx1">
                              <a:lumMod val="50000"/>
                            </a:schemeClr>
                          </a:solidFill>
                          <a:effectLst/>
                        </a:rPr>
                        <a:t> </a:t>
                      </a:r>
                      <a:r>
                        <a:rPr lang="en-US" sz="1600" dirty="0" err="1">
                          <a:solidFill>
                            <a:schemeClr val="tx1">
                              <a:lumMod val="50000"/>
                            </a:schemeClr>
                          </a:solidFill>
                          <a:effectLst/>
                        </a:rPr>
                        <a:t>năm</a:t>
                      </a:r>
                      <a:r>
                        <a:rPr lang="en-US" sz="1600" baseline="0" dirty="0">
                          <a:solidFill>
                            <a:schemeClr val="tx1">
                              <a:lumMod val="50000"/>
                            </a:schemeClr>
                          </a:solidFill>
                          <a:effectLst/>
                        </a:rPr>
                        <a:t> </a:t>
                      </a:r>
                      <a:r>
                        <a:rPr lang="en-US" sz="1600" baseline="0" dirty="0" err="1">
                          <a:solidFill>
                            <a:schemeClr val="tx1">
                              <a:lumMod val="50000"/>
                            </a:schemeClr>
                          </a:solidFill>
                          <a:effectLst/>
                        </a:rPr>
                        <a:t>tới</a:t>
                      </a:r>
                      <a:r>
                        <a:rPr lang="en-US" sz="1600" baseline="0" dirty="0">
                          <a:solidFill>
                            <a:schemeClr val="tx1">
                              <a:lumMod val="50000"/>
                            </a:schemeClr>
                          </a:solidFill>
                          <a:effectLst/>
                        </a:rPr>
                        <a:t> </a:t>
                      </a:r>
                      <a:r>
                        <a:rPr lang="en-US" sz="1600" baseline="0" dirty="0" err="1">
                          <a:solidFill>
                            <a:schemeClr val="tx1">
                              <a:lumMod val="50000"/>
                            </a:schemeClr>
                          </a:solidFill>
                          <a:effectLst/>
                        </a:rPr>
                        <a:t>nằm</a:t>
                      </a:r>
                      <a:r>
                        <a:rPr lang="en-US" sz="1600" baseline="0" dirty="0">
                          <a:solidFill>
                            <a:schemeClr val="tx1">
                              <a:lumMod val="50000"/>
                            </a:schemeClr>
                          </a:solidFill>
                          <a:effectLst/>
                        </a:rPr>
                        <a:t> </a:t>
                      </a:r>
                      <a:r>
                        <a:rPr lang="en-US" sz="1600" baseline="0" dirty="0" err="1">
                          <a:solidFill>
                            <a:schemeClr val="tx1">
                              <a:lumMod val="50000"/>
                            </a:schemeClr>
                          </a:solidFill>
                          <a:effectLst/>
                        </a:rPr>
                        <a:t>trong</a:t>
                      </a:r>
                      <a:r>
                        <a:rPr lang="en-US" sz="1600" baseline="0" dirty="0">
                          <a:solidFill>
                            <a:schemeClr val="tx1">
                              <a:lumMod val="50000"/>
                            </a:schemeClr>
                          </a:solidFill>
                          <a:effectLst/>
                        </a:rPr>
                        <a:t> </a:t>
                      </a:r>
                      <a:r>
                        <a:rPr lang="en-US" sz="1600" baseline="0" dirty="0" err="1">
                          <a:solidFill>
                            <a:schemeClr val="tx1">
                              <a:lumMod val="50000"/>
                            </a:schemeClr>
                          </a:solidFill>
                          <a:effectLst/>
                        </a:rPr>
                        <a:t>khoảng</a:t>
                      </a:r>
                      <a:endParaRPr lang="en-US" sz="1600" dirty="0">
                        <a:solidFill>
                          <a:schemeClr val="tx1">
                            <a:lumMod val="50000"/>
                          </a:schemeClr>
                        </a:solidFill>
                        <a:effectLst/>
                        <a:latin typeface=".VnTime"/>
                        <a:ea typeface="Times New Roman"/>
                        <a:cs typeface="Times New Roman"/>
                      </a:endParaRPr>
                    </a:p>
                  </a:txBody>
                  <a:tcPr marL="68580" marR="6858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88394">
                <a:tc vMerge="1">
                  <a:txBody>
                    <a:bodyPr/>
                    <a:lstStyle/>
                    <a:p>
                      <a:endParaRPr lang="en-US"/>
                    </a:p>
                  </a:txBody>
                  <a:tcPr/>
                </a:tc>
                <a:tc>
                  <a:txBody>
                    <a:bodyPr/>
                    <a:lstStyle/>
                    <a:p>
                      <a:pPr marL="0" marR="0" algn="ctr">
                        <a:spcBef>
                          <a:spcPts val="0"/>
                        </a:spcBef>
                        <a:spcAft>
                          <a:spcPts val="0"/>
                        </a:spcAft>
                      </a:pPr>
                      <a:r>
                        <a:rPr lang="en-US" sz="1600">
                          <a:solidFill>
                            <a:schemeClr val="tx1">
                              <a:lumMod val="50000"/>
                            </a:schemeClr>
                          </a:solidFill>
                          <a:effectLst/>
                        </a:rPr>
                        <a:t>100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80-100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60-80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40-60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20-40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0-20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dirty="0" err="1">
                          <a:solidFill>
                            <a:schemeClr val="tx1">
                              <a:lumMod val="50000"/>
                            </a:schemeClr>
                          </a:solidFill>
                          <a:effectLst/>
                        </a:rPr>
                        <a:t>Tổng</a:t>
                      </a:r>
                      <a:r>
                        <a:rPr lang="en-US" sz="1600" baseline="0" dirty="0">
                          <a:solidFill>
                            <a:schemeClr val="tx1">
                              <a:lumMod val="50000"/>
                            </a:schemeClr>
                          </a:solidFill>
                          <a:effectLst/>
                        </a:rPr>
                        <a:t> </a:t>
                      </a:r>
                      <a:r>
                        <a:rPr lang="en-US" sz="1600" baseline="0" dirty="0" err="1">
                          <a:solidFill>
                            <a:schemeClr val="tx1">
                              <a:lumMod val="50000"/>
                            </a:schemeClr>
                          </a:solidFill>
                          <a:effectLst/>
                        </a:rPr>
                        <a:t>cộng</a:t>
                      </a:r>
                      <a:endParaRPr lang="en-US" sz="1600" dirty="0">
                        <a:solidFill>
                          <a:schemeClr val="tx1">
                            <a:lumMod val="50000"/>
                          </a:schemeClr>
                        </a:solidFill>
                        <a:effectLst/>
                        <a:latin typeface=".VnTime"/>
                        <a:ea typeface="Times New Roman"/>
                        <a:cs typeface="Times New Roman"/>
                      </a:endParaRPr>
                    </a:p>
                  </a:txBody>
                  <a:tcPr marL="68580" marR="68580" marT="0" marB="0" anchor="ctr"/>
                </a:tc>
                <a:extLst>
                  <a:ext uri="{0D108BD9-81ED-4DB2-BD59-A6C34878D82A}">
                    <a16:rowId xmlns:a16="http://schemas.microsoft.com/office/drawing/2014/main" val="10001"/>
                  </a:ext>
                </a:extLst>
              </a:tr>
              <a:tr h="488394">
                <a:tc>
                  <a:txBody>
                    <a:bodyPr/>
                    <a:lstStyle/>
                    <a:p>
                      <a:pPr marL="0" marR="0" algn="ctr">
                        <a:spcBef>
                          <a:spcPts val="0"/>
                        </a:spcBef>
                        <a:spcAft>
                          <a:spcPts val="0"/>
                        </a:spcAft>
                      </a:pPr>
                      <a:r>
                        <a:rPr lang="en-US" sz="1600">
                          <a:solidFill>
                            <a:schemeClr val="tx1">
                              <a:lumMod val="50000"/>
                            </a:schemeClr>
                          </a:solidFill>
                          <a:effectLst/>
                        </a:rPr>
                        <a:t>100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100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100</a:t>
                      </a:r>
                      <a:endParaRPr lang="en-US" sz="1600">
                        <a:solidFill>
                          <a:schemeClr val="tx1">
                            <a:lumMod val="50000"/>
                          </a:schemeClr>
                        </a:solidFill>
                        <a:effectLst/>
                        <a:latin typeface=".VnTime"/>
                        <a:ea typeface="Times New Roman"/>
                        <a:cs typeface="Times New Roman"/>
                      </a:endParaRPr>
                    </a:p>
                  </a:txBody>
                  <a:tcPr marL="68580" marR="68580" marT="0" marB="0" anchor="ctr"/>
                </a:tc>
                <a:extLst>
                  <a:ext uri="{0D108BD9-81ED-4DB2-BD59-A6C34878D82A}">
                    <a16:rowId xmlns:a16="http://schemas.microsoft.com/office/drawing/2014/main" val="10002"/>
                  </a:ext>
                </a:extLst>
              </a:tr>
              <a:tr h="488394">
                <a:tc>
                  <a:txBody>
                    <a:bodyPr/>
                    <a:lstStyle/>
                    <a:p>
                      <a:pPr marL="0" marR="0" algn="ctr">
                        <a:spcBef>
                          <a:spcPts val="0"/>
                        </a:spcBef>
                        <a:spcAft>
                          <a:spcPts val="0"/>
                        </a:spcAft>
                      </a:pPr>
                      <a:r>
                        <a:rPr lang="en-US" sz="1600">
                          <a:solidFill>
                            <a:schemeClr val="tx1">
                              <a:lumMod val="50000"/>
                            </a:schemeClr>
                          </a:solidFill>
                          <a:effectLst/>
                        </a:rPr>
                        <a:t>80-100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69.23</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30.77</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100</a:t>
                      </a:r>
                      <a:endParaRPr lang="en-US" sz="1600">
                        <a:solidFill>
                          <a:schemeClr val="tx1">
                            <a:lumMod val="50000"/>
                          </a:schemeClr>
                        </a:solidFill>
                        <a:effectLst/>
                        <a:latin typeface=".VnTime"/>
                        <a:ea typeface="Times New Roman"/>
                        <a:cs typeface="Times New Roman"/>
                      </a:endParaRPr>
                    </a:p>
                  </a:txBody>
                  <a:tcPr marL="68580" marR="68580" marT="0" marB="0" anchor="ctr"/>
                </a:tc>
                <a:extLst>
                  <a:ext uri="{0D108BD9-81ED-4DB2-BD59-A6C34878D82A}">
                    <a16:rowId xmlns:a16="http://schemas.microsoft.com/office/drawing/2014/main" val="10003"/>
                  </a:ext>
                </a:extLst>
              </a:tr>
              <a:tr h="488394">
                <a:tc>
                  <a:txBody>
                    <a:bodyPr/>
                    <a:lstStyle/>
                    <a:p>
                      <a:pPr marL="0" marR="0" algn="ctr">
                        <a:spcBef>
                          <a:spcPts val="0"/>
                        </a:spcBef>
                        <a:spcAft>
                          <a:spcPts val="0"/>
                        </a:spcAft>
                      </a:pPr>
                      <a:r>
                        <a:rPr lang="en-US" sz="1600">
                          <a:solidFill>
                            <a:schemeClr val="tx1">
                              <a:lumMod val="50000"/>
                            </a:schemeClr>
                          </a:solidFill>
                          <a:effectLst/>
                        </a:rPr>
                        <a:t>60-80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89.66</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10.34</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100</a:t>
                      </a:r>
                      <a:endParaRPr lang="en-US" sz="1600">
                        <a:solidFill>
                          <a:schemeClr val="tx1">
                            <a:lumMod val="50000"/>
                          </a:schemeClr>
                        </a:solidFill>
                        <a:effectLst/>
                        <a:latin typeface=".VnTime"/>
                        <a:ea typeface="Times New Roman"/>
                        <a:cs typeface="Times New Roman"/>
                      </a:endParaRPr>
                    </a:p>
                  </a:txBody>
                  <a:tcPr marL="68580" marR="68580" marT="0" marB="0" anchor="ctr"/>
                </a:tc>
                <a:extLst>
                  <a:ext uri="{0D108BD9-81ED-4DB2-BD59-A6C34878D82A}">
                    <a16:rowId xmlns:a16="http://schemas.microsoft.com/office/drawing/2014/main" val="10004"/>
                  </a:ext>
                </a:extLst>
              </a:tr>
              <a:tr h="488394">
                <a:tc>
                  <a:txBody>
                    <a:bodyPr/>
                    <a:lstStyle/>
                    <a:p>
                      <a:pPr marL="0" marR="0" algn="ctr">
                        <a:spcBef>
                          <a:spcPts val="0"/>
                        </a:spcBef>
                        <a:spcAft>
                          <a:spcPts val="0"/>
                        </a:spcAft>
                      </a:pPr>
                      <a:r>
                        <a:rPr lang="en-US" sz="1600">
                          <a:solidFill>
                            <a:schemeClr val="tx1">
                              <a:lumMod val="50000"/>
                            </a:schemeClr>
                          </a:solidFill>
                          <a:effectLst/>
                        </a:rPr>
                        <a:t>40-60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80.77</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19.23</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100</a:t>
                      </a:r>
                      <a:endParaRPr lang="en-US" sz="1600">
                        <a:solidFill>
                          <a:schemeClr val="tx1">
                            <a:lumMod val="50000"/>
                          </a:schemeClr>
                        </a:solidFill>
                        <a:effectLst/>
                        <a:latin typeface=".VnTime"/>
                        <a:ea typeface="Times New Roman"/>
                        <a:cs typeface="Times New Roman"/>
                      </a:endParaRPr>
                    </a:p>
                  </a:txBody>
                  <a:tcPr marL="68580" marR="68580" marT="0" marB="0" anchor="ctr"/>
                </a:tc>
                <a:extLst>
                  <a:ext uri="{0D108BD9-81ED-4DB2-BD59-A6C34878D82A}">
                    <a16:rowId xmlns:a16="http://schemas.microsoft.com/office/drawing/2014/main" val="10005"/>
                  </a:ext>
                </a:extLst>
              </a:tr>
              <a:tr h="488394">
                <a:tc>
                  <a:txBody>
                    <a:bodyPr/>
                    <a:lstStyle/>
                    <a:p>
                      <a:pPr marL="0" marR="0" algn="ctr">
                        <a:spcBef>
                          <a:spcPts val="0"/>
                        </a:spcBef>
                        <a:spcAft>
                          <a:spcPts val="0"/>
                        </a:spcAft>
                      </a:pPr>
                      <a:r>
                        <a:rPr lang="en-US" sz="1600">
                          <a:solidFill>
                            <a:schemeClr val="tx1">
                              <a:lumMod val="50000"/>
                            </a:schemeClr>
                          </a:solidFill>
                          <a:effectLst/>
                        </a:rPr>
                        <a:t>20-40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57.14</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42.86</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100</a:t>
                      </a:r>
                      <a:endParaRPr lang="en-US" sz="1600">
                        <a:solidFill>
                          <a:schemeClr val="tx1">
                            <a:lumMod val="50000"/>
                          </a:schemeClr>
                        </a:solidFill>
                        <a:effectLst/>
                        <a:latin typeface=".VnTime"/>
                        <a:ea typeface="Times New Roman"/>
                        <a:cs typeface="Times New Roman"/>
                      </a:endParaRPr>
                    </a:p>
                  </a:txBody>
                  <a:tcPr marL="68580" marR="68580" marT="0" marB="0" anchor="ctr"/>
                </a:tc>
                <a:extLst>
                  <a:ext uri="{0D108BD9-81ED-4DB2-BD59-A6C34878D82A}">
                    <a16:rowId xmlns:a16="http://schemas.microsoft.com/office/drawing/2014/main" val="10006"/>
                  </a:ext>
                </a:extLst>
              </a:tr>
              <a:tr h="488394">
                <a:tc>
                  <a:txBody>
                    <a:bodyPr/>
                    <a:lstStyle/>
                    <a:p>
                      <a:pPr marL="0" marR="0" algn="ctr">
                        <a:spcBef>
                          <a:spcPts val="0"/>
                        </a:spcBef>
                        <a:spcAft>
                          <a:spcPts val="0"/>
                        </a:spcAft>
                      </a:pPr>
                      <a:r>
                        <a:rPr lang="en-US" sz="1600">
                          <a:solidFill>
                            <a:schemeClr val="tx1">
                              <a:lumMod val="50000"/>
                            </a:schemeClr>
                          </a:solidFill>
                          <a:effectLst/>
                        </a:rPr>
                        <a:t>0-20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dirty="0">
                          <a:solidFill>
                            <a:schemeClr val="tx1">
                              <a:lumMod val="50000"/>
                            </a:schemeClr>
                          </a:solidFill>
                          <a:effectLst/>
                        </a:rPr>
                        <a:t> </a:t>
                      </a:r>
                      <a:endParaRPr lang="en-US" sz="1600" dirty="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100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dirty="0">
                          <a:solidFill>
                            <a:schemeClr val="tx1">
                              <a:lumMod val="50000"/>
                            </a:schemeClr>
                          </a:solidFill>
                          <a:effectLst/>
                        </a:rPr>
                        <a:t>100</a:t>
                      </a:r>
                      <a:endParaRPr lang="en-US" sz="1600" dirty="0">
                        <a:solidFill>
                          <a:schemeClr val="tx1">
                            <a:lumMod val="50000"/>
                          </a:schemeClr>
                        </a:solidFill>
                        <a:effectLst/>
                        <a:latin typeface=".VnTime"/>
                        <a:ea typeface="Times New Roman"/>
                        <a:cs typeface="Times New Roman"/>
                      </a:endParaRPr>
                    </a:p>
                  </a:txBody>
                  <a:tcPr marL="68580" marR="68580" marT="0" marB="0" anchor="ctr"/>
                </a:tc>
                <a:extLst>
                  <a:ext uri="{0D108BD9-81ED-4DB2-BD59-A6C34878D82A}">
                    <a16:rowId xmlns:a16="http://schemas.microsoft.com/office/drawing/2014/main" val="10007"/>
                  </a:ext>
                </a:extLst>
              </a:tr>
            </a:tbl>
          </a:graphicData>
        </a:graphic>
      </p:graphicFrame>
      <p:sp>
        <p:nvSpPr>
          <p:cNvPr id="5" name="Rectangle 4"/>
          <p:cNvSpPr/>
          <p:nvPr/>
        </p:nvSpPr>
        <p:spPr>
          <a:xfrm>
            <a:off x="228600" y="1244021"/>
            <a:ext cx="8686800" cy="338554"/>
          </a:xfrm>
          <a:prstGeom prst="rect">
            <a:avLst/>
          </a:prstGeom>
        </p:spPr>
        <p:txBody>
          <a:bodyPr wrap="square">
            <a:spAutoFit/>
          </a:bodyPr>
          <a:lstStyle/>
          <a:p>
            <a:r>
              <a:rPr lang="en-US" sz="1600" b="1" dirty="0" err="1">
                <a:solidFill>
                  <a:srgbClr val="0070C0"/>
                </a:solidFill>
              </a:rPr>
              <a:t>Phương</a:t>
            </a:r>
            <a:r>
              <a:rPr lang="en-US" sz="1600" b="1" dirty="0">
                <a:solidFill>
                  <a:srgbClr val="0070C0"/>
                </a:solidFill>
              </a:rPr>
              <a:t> </a:t>
            </a:r>
            <a:r>
              <a:rPr lang="en-US" sz="1600" b="1" dirty="0" err="1">
                <a:solidFill>
                  <a:srgbClr val="0070C0"/>
                </a:solidFill>
              </a:rPr>
              <a:t>pháp</a:t>
            </a:r>
            <a:r>
              <a:rPr lang="en-US" sz="1600" b="1" dirty="0">
                <a:solidFill>
                  <a:srgbClr val="0070C0"/>
                </a:solidFill>
              </a:rPr>
              <a:t> </a:t>
            </a:r>
            <a:r>
              <a:rPr lang="en-US" sz="1600" b="1" dirty="0" err="1">
                <a:solidFill>
                  <a:srgbClr val="0070C0"/>
                </a:solidFill>
              </a:rPr>
              <a:t>xác</a:t>
            </a:r>
            <a:r>
              <a:rPr lang="en-US" sz="1600" b="1" dirty="0">
                <a:solidFill>
                  <a:srgbClr val="0070C0"/>
                </a:solidFill>
              </a:rPr>
              <a:t> </a:t>
            </a:r>
            <a:r>
              <a:rPr lang="en-US" sz="1600" b="1" dirty="0" err="1">
                <a:solidFill>
                  <a:srgbClr val="0070C0"/>
                </a:solidFill>
              </a:rPr>
              <a:t>suất</a:t>
            </a:r>
            <a:r>
              <a:rPr lang="en-US" sz="1600" b="1" dirty="0">
                <a:solidFill>
                  <a:srgbClr val="0070C0"/>
                </a:solidFill>
              </a:rPr>
              <a:t> – </a:t>
            </a:r>
            <a:r>
              <a:rPr lang="en-US" sz="1600" b="1" dirty="0" err="1">
                <a:solidFill>
                  <a:srgbClr val="0070C0"/>
                </a:solidFill>
              </a:rPr>
              <a:t>Ví</a:t>
            </a:r>
            <a:r>
              <a:rPr lang="en-US" sz="1600" b="1" dirty="0">
                <a:solidFill>
                  <a:srgbClr val="0070C0"/>
                </a:solidFill>
              </a:rPr>
              <a:t> </a:t>
            </a:r>
            <a:r>
              <a:rPr lang="en-US" sz="1600" b="1" dirty="0" err="1">
                <a:solidFill>
                  <a:srgbClr val="0070C0"/>
                </a:solidFill>
              </a:rPr>
              <a:t>dụ</a:t>
            </a:r>
            <a:r>
              <a:rPr lang="en-US" sz="1600" b="1" dirty="0">
                <a:solidFill>
                  <a:srgbClr val="0070C0"/>
                </a:solidFill>
              </a:rPr>
              <a:t> </a:t>
            </a:r>
            <a:r>
              <a:rPr lang="en-US" sz="1600" b="1" dirty="0" err="1">
                <a:solidFill>
                  <a:srgbClr val="0070C0"/>
                </a:solidFill>
              </a:rPr>
              <a:t>nghiên</a:t>
            </a:r>
            <a:r>
              <a:rPr lang="en-US" sz="1600" b="1" dirty="0">
                <a:solidFill>
                  <a:srgbClr val="0070C0"/>
                </a:solidFill>
              </a:rPr>
              <a:t> </a:t>
            </a:r>
            <a:r>
              <a:rPr lang="en-US" sz="1600" b="1" dirty="0" err="1">
                <a:solidFill>
                  <a:srgbClr val="0070C0"/>
                </a:solidFill>
              </a:rPr>
              <a:t>cứu</a:t>
            </a:r>
            <a:r>
              <a:rPr lang="en-US" sz="1600" b="1" dirty="0">
                <a:solidFill>
                  <a:srgbClr val="0070C0"/>
                </a:solidFill>
              </a:rPr>
              <a:t> </a:t>
            </a:r>
            <a:r>
              <a:rPr lang="en-US" sz="1600" b="1" dirty="0" err="1">
                <a:solidFill>
                  <a:srgbClr val="0070C0"/>
                </a:solidFill>
              </a:rPr>
              <a:t>cho</a:t>
            </a:r>
            <a:r>
              <a:rPr lang="en-US" sz="1600" b="1" dirty="0">
                <a:solidFill>
                  <a:srgbClr val="0070C0"/>
                </a:solidFill>
              </a:rPr>
              <a:t> </a:t>
            </a:r>
            <a:r>
              <a:rPr lang="en-US" sz="1600" b="1" dirty="0" err="1">
                <a:solidFill>
                  <a:srgbClr val="0070C0"/>
                </a:solidFill>
              </a:rPr>
              <a:t>đường</a:t>
            </a:r>
            <a:r>
              <a:rPr lang="en-US" sz="1600" b="1" dirty="0">
                <a:solidFill>
                  <a:srgbClr val="0070C0"/>
                </a:solidFill>
              </a:rPr>
              <a:t> </a:t>
            </a:r>
            <a:r>
              <a:rPr lang="en-US" sz="1600" b="1" dirty="0" err="1">
                <a:solidFill>
                  <a:srgbClr val="0070C0"/>
                </a:solidFill>
              </a:rPr>
              <a:t>xe</a:t>
            </a:r>
            <a:r>
              <a:rPr lang="en-US" sz="1600" b="1" dirty="0">
                <a:solidFill>
                  <a:srgbClr val="0070C0"/>
                </a:solidFill>
              </a:rPr>
              <a:t> </a:t>
            </a:r>
            <a:r>
              <a:rPr lang="en-US" sz="1600" b="1" dirty="0" err="1">
                <a:solidFill>
                  <a:srgbClr val="0070C0"/>
                </a:solidFill>
              </a:rPr>
              <a:t>buýt</a:t>
            </a:r>
            <a:r>
              <a:rPr lang="en-US" sz="1600" b="1" dirty="0">
                <a:solidFill>
                  <a:srgbClr val="0070C0"/>
                </a:solidFill>
              </a:rPr>
              <a:t> Nguyen </a:t>
            </a:r>
            <a:r>
              <a:rPr lang="en-US" sz="1600" b="1" dirty="0" err="1">
                <a:solidFill>
                  <a:srgbClr val="0070C0"/>
                </a:solidFill>
              </a:rPr>
              <a:t>Trai</a:t>
            </a:r>
            <a:r>
              <a:rPr lang="en-US" sz="1600" b="1" dirty="0">
                <a:solidFill>
                  <a:srgbClr val="0070C0"/>
                </a:solidFill>
              </a:rPr>
              <a:t> – Ha Dong</a:t>
            </a:r>
            <a:endParaRPr lang="en-US" sz="1600" dirty="0">
              <a:solidFill>
                <a:srgbClr val="0070C0"/>
              </a:solidFill>
            </a:endParaRPr>
          </a:p>
        </p:txBody>
      </p:sp>
      <p:sp>
        <p:nvSpPr>
          <p:cNvPr id="7" name="Rectangle 6"/>
          <p:cNvSpPr>
            <a:spLocks noChangeArrowheads="1"/>
          </p:cNvSpPr>
          <p:nvPr/>
        </p:nvSpPr>
        <p:spPr bwMode="auto">
          <a:xfrm>
            <a:off x="533400" y="332006"/>
            <a:ext cx="612795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spcBef>
                <a:spcPct val="50000"/>
              </a:spcBef>
            </a:pPr>
            <a:r>
              <a:rPr lang="en-US" sz="2000" b="1" dirty="0" err="1">
                <a:solidFill>
                  <a:srgbClr val="FF0000"/>
                </a:solidFill>
              </a:rPr>
              <a:t>Sự</a:t>
            </a:r>
            <a:r>
              <a:rPr lang="en-US" sz="2000" b="1" dirty="0">
                <a:solidFill>
                  <a:srgbClr val="FF0000"/>
                </a:solidFill>
              </a:rPr>
              <a:t> </a:t>
            </a:r>
            <a:r>
              <a:rPr lang="en-US" sz="2000" b="1" dirty="0" err="1">
                <a:solidFill>
                  <a:srgbClr val="FF0000"/>
                </a:solidFill>
              </a:rPr>
              <a:t>xuống</a:t>
            </a:r>
            <a:r>
              <a:rPr lang="en-US" sz="2000" b="1" dirty="0">
                <a:solidFill>
                  <a:srgbClr val="FF0000"/>
                </a:solidFill>
              </a:rPr>
              <a:t> </a:t>
            </a:r>
            <a:r>
              <a:rPr lang="en-US" sz="2000" b="1" dirty="0" err="1">
                <a:solidFill>
                  <a:srgbClr val="FF0000"/>
                </a:solidFill>
              </a:rPr>
              <a:t>cấp</a:t>
            </a:r>
            <a:r>
              <a:rPr lang="en-US" sz="2000" b="1" dirty="0">
                <a:solidFill>
                  <a:srgbClr val="FF0000"/>
                </a:solidFill>
              </a:rPr>
              <a:t> </a:t>
            </a:r>
            <a:r>
              <a:rPr lang="en-US" sz="2000" b="1" dirty="0" err="1">
                <a:solidFill>
                  <a:srgbClr val="FF0000"/>
                </a:solidFill>
              </a:rPr>
              <a:t>của</a:t>
            </a:r>
            <a:r>
              <a:rPr lang="en-US" sz="2000" b="1" dirty="0">
                <a:solidFill>
                  <a:srgbClr val="FF0000"/>
                </a:solidFill>
              </a:rPr>
              <a:t> </a:t>
            </a:r>
            <a:r>
              <a:rPr lang="en-US" sz="2000" b="1" dirty="0" err="1">
                <a:solidFill>
                  <a:srgbClr val="FF0000"/>
                </a:solidFill>
              </a:rPr>
              <a:t>mặt</a:t>
            </a:r>
            <a:r>
              <a:rPr lang="en-US" sz="2000" b="1" dirty="0">
                <a:solidFill>
                  <a:srgbClr val="FF0000"/>
                </a:solidFill>
              </a:rPr>
              <a:t> </a:t>
            </a:r>
            <a:r>
              <a:rPr lang="en-US" sz="2000" b="1" dirty="0" err="1">
                <a:solidFill>
                  <a:srgbClr val="FF0000"/>
                </a:solidFill>
              </a:rPr>
              <a:t>đường</a:t>
            </a:r>
            <a:endParaRPr lang="en-US" sz="2000" b="1" dirty="0">
              <a:solidFill>
                <a:srgbClr val="FF0000"/>
              </a:solidFill>
            </a:endParaRPr>
          </a:p>
        </p:txBody>
      </p:sp>
    </p:spTree>
    <p:extLst>
      <p:ext uri="{BB962C8B-B14F-4D97-AF65-F5344CB8AC3E}">
        <p14:creationId xmlns:p14="http://schemas.microsoft.com/office/powerpoint/2010/main" val="16531971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841440904"/>
              </p:ext>
            </p:extLst>
          </p:nvPr>
        </p:nvGraphicFramePr>
        <p:xfrm>
          <a:off x="1347108" y="1981200"/>
          <a:ext cx="7255326" cy="3810000"/>
        </p:xfrm>
        <a:graphic>
          <a:graphicData uri="http://schemas.openxmlformats.org/drawingml/2006/table">
            <a:tbl>
              <a:tblPr>
                <a:tableStyleId>{5940675A-B579-460E-94D1-54222C63F5DA}</a:tableStyleId>
              </a:tblPr>
              <a:tblGrid>
                <a:gridCol w="867228">
                  <a:extLst>
                    <a:ext uri="{9D8B030D-6E8A-4147-A177-3AD203B41FA5}">
                      <a16:colId xmlns:a16="http://schemas.microsoft.com/office/drawing/2014/main" val="20000"/>
                    </a:ext>
                  </a:extLst>
                </a:gridCol>
                <a:gridCol w="682408">
                  <a:extLst>
                    <a:ext uri="{9D8B030D-6E8A-4147-A177-3AD203B41FA5}">
                      <a16:colId xmlns:a16="http://schemas.microsoft.com/office/drawing/2014/main" val="20001"/>
                    </a:ext>
                  </a:extLst>
                </a:gridCol>
                <a:gridCol w="928833">
                  <a:extLst>
                    <a:ext uri="{9D8B030D-6E8A-4147-A177-3AD203B41FA5}">
                      <a16:colId xmlns:a16="http://schemas.microsoft.com/office/drawing/2014/main" val="20002"/>
                    </a:ext>
                  </a:extLst>
                </a:gridCol>
                <a:gridCol w="928833">
                  <a:extLst>
                    <a:ext uri="{9D8B030D-6E8A-4147-A177-3AD203B41FA5}">
                      <a16:colId xmlns:a16="http://schemas.microsoft.com/office/drawing/2014/main" val="20003"/>
                    </a:ext>
                  </a:extLst>
                </a:gridCol>
                <a:gridCol w="777188">
                  <a:extLst>
                    <a:ext uri="{9D8B030D-6E8A-4147-A177-3AD203B41FA5}">
                      <a16:colId xmlns:a16="http://schemas.microsoft.com/office/drawing/2014/main" val="20004"/>
                    </a:ext>
                  </a:extLst>
                </a:gridCol>
                <a:gridCol w="853010">
                  <a:extLst>
                    <a:ext uri="{9D8B030D-6E8A-4147-A177-3AD203B41FA5}">
                      <a16:colId xmlns:a16="http://schemas.microsoft.com/office/drawing/2014/main" val="20005"/>
                    </a:ext>
                  </a:extLst>
                </a:gridCol>
                <a:gridCol w="853010">
                  <a:extLst>
                    <a:ext uri="{9D8B030D-6E8A-4147-A177-3AD203B41FA5}">
                      <a16:colId xmlns:a16="http://schemas.microsoft.com/office/drawing/2014/main" val="20006"/>
                    </a:ext>
                  </a:extLst>
                </a:gridCol>
                <a:gridCol w="682408">
                  <a:extLst>
                    <a:ext uri="{9D8B030D-6E8A-4147-A177-3AD203B41FA5}">
                      <a16:colId xmlns:a16="http://schemas.microsoft.com/office/drawing/2014/main" val="20007"/>
                    </a:ext>
                  </a:extLst>
                </a:gridCol>
                <a:gridCol w="682408">
                  <a:extLst>
                    <a:ext uri="{9D8B030D-6E8A-4147-A177-3AD203B41FA5}">
                      <a16:colId xmlns:a16="http://schemas.microsoft.com/office/drawing/2014/main" val="20008"/>
                    </a:ext>
                  </a:extLst>
                </a:gridCol>
              </a:tblGrid>
              <a:tr h="393750">
                <a:tc rowSpan="2">
                  <a:txBody>
                    <a:bodyPr/>
                    <a:lstStyle/>
                    <a:p>
                      <a:pPr marL="0" marR="0" algn="ctr">
                        <a:spcBef>
                          <a:spcPts val="0"/>
                        </a:spcBef>
                        <a:spcAft>
                          <a:spcPts val="0"/>
                        </a:spcAft>
                      </a:pPr>
                      <a:r>
                        <a:rPr lang="en-US" sz="1600" dirty="0" err="1">
                          <a:solidFill>
                            <a:schemeClr val="tx1">
                              <a:lumMod val="50000"/>
                            </a:schemeClr>
                          </a:solidFill>
                          <a:effectLst/>
                        </a:rPr>
                        <a:t>Ci</a:t>
                      </a:r>
                      <a:r>
                        <a:rPr lang="en-US" sz="1600" baseline="-25000" dirty="0" err="1">
                          <a:solidFill>
                            <a:schemeClr val="tx1">
                              <a:lumMod val="50000"/>
                            </a:schemeClr>
                          </a:solidFill>
                          <a:effectLst/>
                        </a:rPr>
                        <a:t>suf</a:t>
                      </a:r>
                      <a:r>
                        <a:rPr lang="en-US" sz="1600" baseline="0" dirty="0">
                          <a:solidFill>
                            <a:schemeClr val="tx1">
                              <a:lumMod val="50000"/>
                            </a:schemeClr>
                          </a:solidFill>
                          <a:effectLst/>
                        </a:rPr>
                        <a:t> </a:t>
                      </a:r>
                      <a:r>
                        <a:rPr lang="en-US" sz="1600" baseline="0" dirty="0" err="1">
                          <a:solidFill>
                            <a:schemeClr val="tx1">
                              <a:lumMod val="50000"/>
                            </a:schemeClr>
                          </a:solidFill>
                          <a:effectLst/>
                        </a:rPr>
                        <a:t>hiện</a:t>
                      </a:r>
                      <a:r>
                        <a:rPr lang="en-US" sz="1600" baseline="0" dirty="0">
                          <a:solidFill>
                            <a:schemeClr val="tx1">
                              <a:lumMod val="50000"/>
                            </a:schemeClr>
                          </a:solidFill>
                          <a:effectLst/>
                        </a:rPr>
                        <a:t> </a:t>
                      </a:r>
                      <a:r>
                        <a:rPr lang="en-US" sz="1600" baseline="0" dirty="0" err="1">
                          <a:solidFill>
                            <a:schemeClr val="tx1">
                              <a:lumMod val="50000"/>
                            </a:schemeClr>
                          </a:solidFill>
                          <a:effectLst/>
                        </a:rPr>
                        <a:t>tại</a:t>
                      </a:r>
                      <a:endParaRPr lang="en-US" sz="1600" dirty="0">
                        <a:solidFill>
                          <a:schemeClr val="tx1">
                            <a:lumMod val="50000"/>
                          </a:schemeClr>
                        </a:solidFill>
                        <a:effectLst/>
                        <a:latin typeface=".VnTime"/>
                        <a:ea typeface="Times New Roman"/>
                        <a:cs typeface="Times New Roman"/>
                      </a:endParaRPr>
                    </a:p>
                  </a:txBody>
                  <a:tcPr marL="68580" marR="68580" marT="0" marB="0" anchor="ctr"/>
                </a:tc>
                <a:tc gridSpan="8">
                  <a:txBody>
                    <a:bodyPr/>
                    <a:lstStyle/>
                    <a:p>
                      <a:pPr marL="0" marR="0" algn="ctr">
                        <a:spcBef>
                          <a:spcPts val="0"/>
                        </a:spcBef>
                        <a:spcAft>
                          <a:spcPts val="0"/>
                        </a:spcAft>
                      </a:pPr>
                      <a:r>
                        <a:rPr lang="en-US" sz="1600" dirty="0" err="1">
                          <a:solidFill>
                            <a:schemeClr val="tx1">
                              <a:lumMod val="50000"/>
                            </a:schemeClr>
                          </a:solidFill>
                          <a:effectLst/>
                        </a:rPr>
                        <a:t>Xác</a:t>
                      </a:r>
                      <a:r>
                        <a:rPr lang="en-US" sz="1600" baseline="0" dirty="0">
                          <a:solidFill>
                            <a:schemeClr val="tx1">
                              <a:lumMod val="50000"/>
                            </a:schemeClr>
                          </a:solidFill>
                          <a:effectLst/>
                        </a:rPr>
                        <a:t> </a:t>
                      </a:r>
                      <a:r>
                        <a:rPr lang="en-US" sz="1600" baseline="0" dirty="0" err="1">
                          <a:solidFill>
                            <a:schemeClr val="tx1">
                              <a:lumMod val="50000"/>
                            </a:schemeClr>
                          </a:solidFill>
                          <a:effectLst/>
                        </a:rPr>
                        <a:t>suất</a:t>
                      </a:r>
                      <a:r>
                        <a:rPr lang="en-US" sz="1600" baseline="0" dirty="0">
                          <a:solidFill>
                            <a:schemeClr val="tx1">
                              <a:lumMod val="50000"/>
                            </a:schemeClr>
                          </a:solidFill>
                          <a:effectLst/>
                        </a:rPr>
                        <a:t> </a:t>
                      </a:r>
                      <a:r>
                        <a:rPr lang="en-US" sz="1600" dirty="0">
                          <a:solidFill>
                            <a:schemeClr val="tx1">
                              <a:lumMod val="50000"/>
                            </a:schemeClr>
                          </a:solidFill>
                          <a:effectLst/>
                        </a:rPr>
                        <a:t>(%) </a:t>
                      </a:r>
                      <a:r>
                        <a:rPr lang="en-US" sz="1600" dirty="0" err="1">
                          <a:solidFill>
                            <a:schemeClr val="tx1">
                              <a:lumMod val="50000"/>
                            </a:schemeClr>
                          </a:solidFill>
                          <a:effectLst/>
                        </a:rPr>
                        <a:t>để</a:t>
                      </a:r>
                      <a:r>
                        <a:rPr lang="en-US" sz="1600" baseline="0" dirty="0">
                          <a:solidFill>
                            <a:schemeClr val="tx1">
                              <a:lumMod val="50000"/>
                            </a:schemeClr>
                          </a:solidFill>
                          <a:effectLst/>
                        </a:rPr>
                        <a:t> </a:t>
                      </a:r>
                      <a:r>
                        <a:rPr lang="en-US" sz="1600" dirty="0" err="1">
                          <a:solidFill>
                            <a:schemeClr val="tx1">
                              <a:lumMod val="50000"/>
                            </a:schemeClr>
                          </a:solidFill>
                          <a:effectLst/>
                        </a:rPr>
                        <a:t>CI</a:t>
                      </a:r>
                      <a:r>
                        <a:rPr lang="en-US" sz="1600" baseline="-25000" dirty="0" err="1">
                          <a:solidFill>
                            <a:schemeClr val="tx1">
                              <a:lumMod val="50000"/>
                            </a:schemeClr>
                          </a:solidFill>
                          <a:effectLst/>
                        </a:rPr>
                        <a:t>suf</a:t>
                      </a:r>
                      <a:r>
                        <a:rPr lang="en-US" sz="1600" dirty="0">
                          <a:solidFill>
                            <a:schemeClr val="tx1">
                              <a:lumMod val="50000"/>
                            </a:schemeClr>
                          </a:solidFill>
                          <a:effectLst/>
                        </a:rPr>
                        <a:t>  </a:t>
                      </a:r>
                      <a:r>
                        <a:rPr lang="en-US" sz="1600" dirty="0" err="1">
                          <a:solidFill>
                            <a:schemeClr val="tx1">
                              <a:lumMod val="50000"/>
                            </a:schemeClr>
                          </a:solidFill>
                          <a:effectLst/>
                        </a:rPr>
                        <a:t>trong</a:t>
                      </a:r>
                      <a:r>
                        <a:rPr lang="en-US" sz="1600" baseline="0" dirty="0">
                          <a:solidFill>
                            <a:schemeClr val="tx1">
                              <a:lumMod val="50000"/>
                            </a:schemeClr>
                          </a:solidFill>
                          <a:effectLst/>
                        </a:rPr>
                        <a:t> </a:t>
                      </a:r>
                      <a:r>
                        <a:rPr lang="en-US" sz="1600" baseline="0" dirty="0" err="1">
                          <a:solidFill>
                            <a:schemeClr val="tx1">
                              <a:lumMod val="50000"/>
                            </a:schemeClr>
                          </a:solidFill>
                          <a:effectLst/>
                        </a:rPr>
                        <a:t>năm</a:t>
                      </a:r>
                      <a:r>
                        <a:rPr lang="en-US" sz="1600" baseline="0" dirty="0">
                          <a:solidFill>
                            <a:schemeClr val="tx1">
                              <a:lumMod val="50000"/>
                            </a:schemeClr>
                          </a:solidFill>
                          <a:effectLst/>
                        </a:rPr>
                        <a:t> </a:t>
                      </a:r>
                      <a:r>
                        <a:rPr lang="en-US" sz="1600" baseline="0" dirty="0" err="1">
                          <a:solidFill>
                            <a:schemeClr val="tx1">
                              <a:lumMod val="50000"/>
                            </a:schemeClr>
                          </a:solidFill>
                          <a:effectLst/>
                        </a:rPr>
                        <a:t>tới</a:t>
                      </a:r>
                      <a:r>
                        <a:rPr lang="en-US" sz="1600" baseline="0" dirty="0">
                          <a:solidFill>
                            <a:schemeClr val="tx1">
                              <a:lumMod val="50000"/>
                            </a:schemeClr>
                          </a:solidFill>
                          <a:effectLst/>
                        </a:rPr>
                        <a:t> </a:t>
                      </a:r>
                      <a:endParaRPr lang="en-US" sz="1600" dirty="0">
                        <a:solidFill>
                          <a:schemeClr val="tx1">
                            <a:lumMod val="50000"/>
                          </a:schemeClr>
                        </a:solidFill>
                        <a:effectLst/>
                        <a:latin typeface=".VnTime"/>
                        <a:ea typeface="Times New Roman"/>
                        <a:cs typeface="Times New Roman"/>
                      </a:endParaRPr>
                    </a:p>
                  </a:txBody>
                  <a:tcPr marL="68580" marR="6858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60000">
                <a:tc vMerge="1">
                  <a:txBody>
                    <a:bodyPr/>
                    <a:lstStyle/>
                    <a:p>
                      <a:endParaRPr lang="en-US"/>
                    </a:p>
                  </a:txBody>
                  <a:tcPr/>
                </a:tc>
                <a:tc>
                  <a:txBody>
                    <a:bodyPr/>
                    <a:lstStyle/>
                    <a:p>
                      <a:pPr marL="0" marR="0" algn="ctr">
                        <a:spcBef>
                          <a:spcPts val="0"/>
                        </a:spcBef>
                        <a:spcAft>
                          <a:spcPts val="0"/>
                        </a:spcAft>
                      </a:pPr>
                      <a:r>
                        <a:rPr lang="en-US" sz="1600" dirty="0">
                          <a:solidFill>
                            <a:schemeClr val="tx1">
                              <a:lumMod val="50000"/>
                            </a:schemeClr>
                          </a:solidFill>
                          <a:effectLst/>
                        </a:rPr>
                        <a:t>0</a:t>
                      </a:r>
                      <a:endParaRPr lang="en-US" sz="1600" dirty="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0-0.5</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0.5-1.0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1.0-1.5</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1.5-2.0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2.0 - 2.5</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dirty="0">
                          <a:solidFill>
                            <a:schemeClr val="tx1">
                              <a:lumMod val="50000"/>
                            </a:schemeClr>
                          </a:solidFill>
                          <a:effectLst/>
                        </a:rPr>
                        <a:t>&gt; 2.5</a:t>
                      </a:r>
                      <a:endParaRPr lang="en-US" sz="1600" dirty="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dirty="0" err="1">
                          <a:solidFill>
                            <a:schemeClr val="tx1">
                              <a:lumMod val="50000"/>
                            </a:schemeClr>
                          </a:solidFill>
                          <a:effectLst/>
                        </a:rPr>
                        <a:t>Tổng</a:t>
                      </a:r>
                      <a:r>
                        <a:rPr lang="en-US" sz="1600" baseline="0" dirty="0">
                          <a:solidFill>
                            <a:schemeClr val="tx1">
                              <a:lumMod val="50000"/>
                            </a:schemeClr>
                          </a:solidFill>
                          <a:effectLst/>
                        </a:rPr>
                        <a:t> </a:t>
                      </a:r>
                      <a:r>
                        <a:rPr lang="en-US" sz="1600" baseline="0" dirty="0" err="1">
                          <a:solidFill>
                            <a:schemeClr val="tx1">
                              <a:lumMod val="50000"/>
                            </a:schemeClr>
                          </a:solidFill>
                          <a:effectLst/>
                        </a:rPr>
                        <a:t>cộng</a:t>
                      </a:r>
                      <a:endParaRPr lang="en-US" sz="1600" dirty="0">
                        <a:solidFill>
                          <a:schemeClr val="tx1">
                            <a:lumMod val="50000"/>
                          </a:schemeClr>
                        </a:solidFill>
                        <a:effectLst/>
                        <a:latin typeface=".VnTime"/>
                        <a:ea typeface="Times New Roman"/>
                        <a:cs typeface="Times New Roman"/>
                      </a:endParaRPr>
                    </a:p>
                  </a:txBody>
                  <a:tcPr marL="68580" marR="68580" marT="0" marB="0" anchor="ctr"/>
                </a:tc>
                <a:extLst>
                  <a:ext uri="{0D108BD9-81ED-4DB2-BD59-A6C34878D82A}">
                    <a16:rowId xmlns:a16="http://schemas.microsoft.com/office/drawing/2014/main" val="10001"/>
                  </a:ext>
                </a:extLst>
              </a:tr>
              <a:tr h="393750">
                <a:tc>
                  <a:txBody>
                    <a:bodyPr/>
                    <a:lstStyle/>
                    <a:p>
                      <a:pPr marL="0" marR="0" algn="ctr">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52.63</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42.11</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5.26</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100</a:t>
                      </a:r>
                      <a:endParaRPr lang="en-US" sz="1600">
                        <a:solidFill>
                          <a:schemeClr val="tx1">
                            <a:lumMod val="50000"/>
                          </a:schemeClr>
                        </a:solidFill>
                        <a:effectLst/>
                        <a:latin typeface=".VnTime"/>
                        <a:ea typeface="Times New Roman"/>
                        <a:cs typeface="Times New Roman"/>
                      </a:endParaRPr>
                    </a:p>
                  </a:txBody>
                  <a:tcPr marL="68580" marR="68580" marT="0" marB="0" anchor="ctr"/>
                </a:tc>
                <a:extLst>
                  <a:ext uri="{0D108BD9-81ED-4DB2-BD59-A6C34878D82A}">
                    <a16:rowId xmlns:a16="http://schemas.microsoft.com/office/drawing/2014/main" val="10002"/>
                  </a:ext>
                </a:extLst>
              </a:tr>
              <a:tr h="393750">
                <a:tc>
                  <a:txBody>
                    <a:bodyPr/>
                    <a:lstStyle/>
                    <a:p>
                      <a:pPr marL="0" marR="0" algn="ctr">
                        <a:spcBef>
                          <a:spcPts val="0"/>
                        </a:spcBef>
                        <a:spcAft>
                          <a:spcPts val="0"/>
                        </a:spcAft>
                      </a:pPr>
                      <a:r>
                        <a:rPr lang="en-US" sz="1600">
                          <a:solidFill>
                            <a:schemeClr val="tx1">
                              <a:lumMod val="50000"/>
                            </a:schemeClr>
                          </a:solidFill>
                          <a:effectLst/>
                        </a:rPr>
                        <a:t>0-0.5</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6.00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56.00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20.00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14.00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4.00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100</a:t>
                      </a:r>
                      <a:endParaRPr lang="en-US" sz="1600">
                        <a:solidFill>
                          <a:schemeClr val="tx1">
                            <a:lumMod val="50000"/>
                          </a:schemeClr>
                        </a:solidFill>
                        <a:effectLst/>
                        <a:latin typeface=".VnTime"/>
                        <a:ea typeface="Times New Roman"/>
                        <a:cs typeface="Times New Roman"/>
                      </a:endParaRPr>
                    </a:p>
                  </a:txBody>
                  <a:tcPr marL="68580" marR="68580" marT="0" marB="0" anchor="ctr"/>
                </a:tc>
                <a:extLst>
                  <a:ext uri="{0D108BD9-81ED-4DB2-BD59-A6C34878D82A}">
                    <a16:rowId xmlns:a16="http://schemas.microsoft.com/office/drawing/2014/main" val="10003"/>
                  </a:ext>
                </a:extLst>
              </a:tr>
              <a:tr h="393750">
                <a:tc>
                  <a:txBody>
                    <a:bodyPr/>
                    <a:lstStyle/>
                    <a:p>
                      <a:pPr marL="0" marR="0" algn="ctr">
                        <a:spcBef>
                          <a:spcPts val="0"/>
                        </a:spcBef>
                        <a:spcAft>
                          <a:spcPts val="0"/>
                        </a:spcAft>
                      </a:pPr>
                      <a:r>
                        <a:rPr lang="en-US" sz="1600">
                          <a:solidFill>
                            <a:schemeClr val="tx1">
                              <a:lumMod val="50000"/>
                            </a:schemeClr>
                          </a:solidFill>
                          <a:effectLst/>
                        </a:rPr>
                        <a:t>0.5-1.0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33</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67</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100</a:t>
                      </a:r>
                      <a:endParaRPr lang="en-US" sz="1600">
                        <a:solidFill>
                          <a:schemeClr val="tx1">
                            <a:lumMod val="50000"/>
                          </a:schemeClr>
                        </a:solidFill>
                        <a:effectLst/>
                        <a:latin typeface=".VnTime"/>
                        <a:ea typeface="Times New Roman"/>
                        <a:cs typeface="Times New Roman"/>
                      </a:endParaRPr>
                    </a:p>
                  </a:txBody>
                  <a:tcPr marL="68580" marR="68580" marT="0" marB="0" anchor="ctr"/>
                </a:tc>
                <a:extLst>
                  <a:ext uri="{0D108BD9-81ED-4DB2-BD59-A6C34878D82A}">
                    <a16:rowId xmlns:a16="http://schemas.microsoft.com/office/drawing/2014/main" val="10004"/>
                  </a:ext>
                </a:extLst>
              </a:tr>
              <a:tr h="393750">
                <a:tc>
                  <a:txBody>
                    <a:bodyPr/>
                    <a:lstStyle/>
                    <a:p>
                      <a:pPr marL="0" marR="0" algn="ctr">
                        <a:spcBef>
                          <a:spcPts val="0"/>
                        </a:spcBef>
                        <a:spcAft>
                          <a:spcPts val="0"/>
                        </a:spcAft>
                      </a:pPr>
                      <a:r>
                        <a:rPr lang="en-US" sz="1600">
                          <a:solidFill>
                            <a:schemeClr val="tx1">
                              <a:lumMod val="50000"/>
                            </a:schemeClr>
                          </a:solidFill>
                          <a:effectLst/>
                        </a:rPr>
                        <a:t>1.0-1.5</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100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100</a:t>
                      </a:r>
                      <a:endParaRPr lang="en-US" sz="1600">
                        <a:solidFill>
                          <a:schemeClr val="tx1">
                            <a:lumMod val="50000"/>
                          </a:schemeClr>
                        </a:solidFill>
                        <a:effectLst/>
                        <a:latin typeface=".VnTime"/>
                        <a:ea typeface="Times New Roman"/>
                        <a:cs typeface="Times New Roman"/>
                      </a:endParaRPr>
                    </a:p>
                  </a:txBody>
                  <a:tcPr marL="68580" marR="68580" marT="0" marB="0" anchor="ctr"/>
                </a:tc>
                <a:extLst>
                  <a:ext uri="{0D108BD9-81ED-4DB2-BD59-A6C34878D82A}">
                    <a16:rowId xmlns:a16="http://schemas.microsoft.com/office/drawing/2014/main" val="10005"/>
                  </a:ext>
                </a:extLst>
              </a:tr>
              <a:tr h="393750">
                <a:tc>
                  <a:txBody>
                    <a:bodyPr/>
                    <a:lstStyle/>
                    <a:p>
                      <a:pPr marL="0" marR="0" algn="ctr">
                        <a:spcBef>
                          <a:spcPts val="0"/>
                        </a:spcBef>
                        <a:spcAft>
                          <a:spcPts val="0"/>
                        </a:spcAft>
                      </a:pPr>
                      <a:r>
                        <a:rPr lang="en-US" sz="1600">
                          <a:solidFill>
                            <a:schemeClr val="tx1">
                              <a:lumMod val="50000"/>
                            </a:schemeClr>
                          </a:solidFill>
                          <a:effectLst/>
                        </a:rPr>
                        <a:t>1.5-2.0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100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100</a:t>
                      </a:r>
                      <a:endParaRPr lang="en-US" sz="1600">
                        <a:solidFill>
                          <a:schemeClr val="tx1">
                            <a:lumMod val="50000"/>
                          </a:schemeClr>
                        </a:solidFill>
                        <a:effectLst/>
                        <a:latin typeface=".VnTime"/>
                        <a:ea typeface="Times New Roman"/>
                        <a:cs typeface="Times New Roman"/>
                      </a:endParaRPr>
                    </a:p>
                  </a:txBody>
                  <a:tcPr marL="68580" marR="68580" marT="0" marB="0" anchor="ctr"/>
                </a:tc>
                <a:extLst>
                  <a:ext uri="{0D108BD9-81ED-4DB2-BD59-A6C34878D82A}">
                    <a16:rowId xmlns:a16="http://schemas.microsoft.com/office/drawing/2014/main" val="10006"/>
                  </a:ext>
                </a:extLst>
              </a:tr>
              <a:tr h="393750">
                <a:tc>
                  <a:txBody>
                    <a:bodyPr/>
                    <a:lstStyle/>
                    <a:p>
                      <a:pPr marL="0" marR="0" algn="ctr">
                        <a:spcBef>
                          <a:spcPts val="0"/>
                        </a:spcBef>
                        <a:spcAft>
                          <a:spcPts val="0"/>
                        </a:spcAft>
                      </a:pPr>
                      <a:r>
                        <a:rPr lang="en-US" sz="1600">
                          <a:solidFill>
                            <a:schemeClr val="tx1">
                              <a:lumMod val="50000"/>
                            </a:schemeClr>
                          </a:solidFill>
                          <a:effectLst/>
                        </a:rPr>
                        <a:t>2.0- 2.5</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100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100</a:t>
                      </a:r>
                      <a:endParaRPr lang="en-US" sz="1600">
                        <a:solidFill>
                          <a:schemeClr val="tx1">
                            <a:lumMod val="50000"/>
                          </a:schemeClr>
                        </a:solidFill>
                        <a:effectLst/>
                        <a:latin typeface=".VnTime"/>
                        <a:ea typeface="Times New Roman"/>
                        <a:cs typeface="Times New Roman"/>
                      </a:endParaRPr>
                    </a:p>
                  </a:txBody>
                  <a:tcPr marL="68580" marR="68580" marT="0" marB="0" anchor="ctr"/>
                </a:tc>
                <a:extLst>
                  <a:ext uri="{0D108BD9-81ED-4DB2-BD59-A6C34878D82A}">
                    <a16:rowId xmlns:a16="http://schemas.microsoft.com/office/drawing/2014/main" val="10007"/>
                  </a:ext>
                </a:extLst>
              </a:tr>
              <a:tr h="393750">
                <a:tc>
                  <a:txBody>
                    <a:bodyPr/>
                    <a:lstStyle/>
                    <a:p>
                      <a:pPr marL="0" marR="0" algn="ctr">
                        <a:spcBef>
                          <a:spcPts val="0"/>
                        </a:spcBef>
                        <a:spcAft>
                          <a:spcPts val="0"/>
                        </a:spcAft>
                      </a:pPr>
                      <a:r>
                        <a:rPr lang="en-US" sz="1600">
                          <a:solidFill>
                            <a:schemeClr val="tx1">
                              <a:lumMod val="50000"/>
                            </a:schemeClr>
                          </a:solidFill>
                          <a:effectLst/>
                        </a:rPr>
                        <a:t>&gt; 2.5</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100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dirty="0">
                          <a:solidFill>
                            <a:schemeClr val="tx1">
                              <a:lumMod val="50000"/>
                            </a:schemeClr>
                          </a:solidFill>
                          <a:effectLst/>
                        </a:rPr>
                        <a:t>100</a:t>
                      </a:r>
                      <a:endParaRPr lang="en-US" sz="1600" dirty="0">
                        <a:solidFill>
                          <a:schemeClr val="tx1">
                            <a:lumMod val="50000"/>
                          </a:schemeClr>
                        </a:solidFill>
                        <a:effectLst/>
                        <a:latin typeface=".VnTime"/>
                        <a:ea typeface="Times New Roman"/>
                        <a:cs typeface="Times New Roman"/>
                      </a:endParaRPr>
                    </a:p>
                  </a:txBody>
                  <a:tcPr marL="68580" marR="68580" marT="0" marB="0" anchor="ctr"/>
                </a:tc>
                <a:extLst>
                  <a:ext uri="{0D108BD9-81ED-4DB2-BD59-A6C34878D82A}">
                    <a16:rowId xmlns:a16="http://schemas.microsoft.com/office/drawing/2014/main" val="10008"/>
                  </a:ext>
                </a:extLst>
              </a:tr>
            </a:tbl>
          </a:graphicData>
        </a:graphic>
      </p:graphicFrame>
      <p:sp>
        <p:nvSpPr>
          <p:cNvPr id="5" name="Rectangle 4"/>
          <p:cNvSpPr/>
          <p:nvPr/>
        </p:nvSpPr>
        <p:spPr>
          <a:xfrm>
            <a:off x="228600" y="1244021"/>
            <a:ext cx="8686800" cy="338554"/>
          </a:xfrm>
          <a:prstGeom prst="rect">
            <a:avLst/>
          </a:prstGeom>
        </p:spPr>
        <p:txBody>
          <a:bodyPr wrap="square">
            <a:spAutoFit/>
          </a:bodyPr>
          <a:lstStyle/>
          <a:p>
            <a:r>
              <a:rPr lang="en-US" sz="1600" b="1" dirty="0" err="1">
                <a:solidFill>
                  <a:srgbClr val="0070C0"/>
                </a:solidFill>
              </a:rPr>
              <a:t>Phương</a:t>
            </a:r>
            <a:r>
              <a:rPr lang="en-US" sz="1600" b="1" dirty="0">
                <a:solidFill>
                  <a:srgbClr val="0070C0"/>
                </a:solidFill>
              </a:rPr>
              <a:t> </a:t>
            </a:r>
            <a:r>
              <a:rPr lang="en-US" sz="1600" b="1" dirty="0" err="1">
                <a:solidFill>
                  <a:srgbClr val="0070C0"/>
                </a:solidFill>
              </a:rPr>
              <a:t>pháp</a:t>
            </a:r>
            <a:r>
              <a:rPr lang="en-US" sz="1600" b="1" dirty="0">
                <a:solidFill>
                  <a:srgbClr val="0070C0"/>
                </a:solidFill>
              </a:rPr>
              <a:t> </a:t>
            </a:r>
            <a:r>
              <a:rPr lang="en-US" sz="1600" b="1" dirty="0" err="1">
                <a:solidFill>
                  <a:srgbClr val="0070C0"/>
                </a:solidFill>
              </a:rPr>
              <a:t>xác</a:t>
            </a:r>
            <a:r>
              <a:rPr lang="en-US" sz="1600" b="1" dirty="0">
                <a:solidFill>
                  <a:srgbClr val="0070C0"/>
                </a:solidFill>
              </a:rPr>
              <a:t> </a:t>
            </a:r>
            <a:r>
              <a:rPr lang="en-US" sz="1600" b="1" dirty="0" err="1">
                <a:solidFill>
                  <a:srgbClr val="0070C0"/>
                </a:solidFill>
              </a:rPr>
              <a:t>suất</a:t>
            </a:r>
            <a:r>
              <a:rPr lang="en-US" sz="1600" b="1" dirty="0">
                <a:solidFill>
                  <a:srgbClr val="0070C0"/>
                </a:solidFill>
              </a:rPr>
              <a:t> – </a:t>
            </a:r>
            <a:r>
              <a:rPr lang="en-US" sz="1600" b="1" dirty="0" err="1">
                <a:solidFill>
                  <a:srgbClr val="0070C0"/>
                </a:solidFill>
              </a:rPr>
              <a:t>Ví</a:t>
            </a:r>
            <a:r>
              <a:rPr lang="en-US" sz="1600" b="1" dirty="0">
                <a:solidFill>
                  <a:srgbClr val="0070C0"/>
                </a:solidFill>
              </a:rPr>
              <a:t> </a:t>
            </a:r>
            <a:r>
              <a:rPr lang="en-US" sz="1600" b="1" dirty="0" err="1">
                <a:solidFill>
                  <a:srgbClr val="0070C0"/>
                </a:solidFill>
              </a:rPr>
              <a:t>dụ</a:t>
            </a:r>
            <a:r>
              <a:rPr lang="en-US" sz="1600" b="1" dirty="0">
                <a:solidFill>
                  <a:srgbClr val="0070C0"/>
                </a:solidFill>
              </a:rPr>
              <a:t> </a:t>
            </a:r>
            <a:r>
              <a:rPr lang="en-US" sz="1600" b="1" dirty="0" err="1">
                <a:solidFill>
                  <a:srgbClr val="0070C0"/>
                </a:solidFill>
              </a:rPr>
              <a:t>nghiên</a:t>
            </a:r>
            <a:r>
              <a:rPr lang="en-US" sz="1600" b="1" dirty="0">
                <a:solidFill>
                  <a:srgbClr val="0070C0"/>
                </a:solidFill>
              </a:rPr>
              <a:t> </a:t>
            </a:r>
            <a:r>
              <a:rPr lang="en-US" sz="1600" b="1" dirty="0" err="1">
                <a:solidFill>
                  <a:srgbClr val="0070C0"/>
                </a:solidFill>
              </a:rPr>
              <a:t>cứu</a:t>
            </a:r>
            <a:r>
              <a:rPr lang="en-US" sz="1600" b="1" dirty="0">
                <a:solidFill>
                  <a:srgbClr val="0070C0"/>
                </a:solidFill>
              </a:rPr>
              <a:t> </a:t>
            </a:r>
            <a:r>
              <a:rPr lang="en-US" sz="1600" b="1" dirty="0" err="1">
                <a:solidFill>
                  <a:srgbClr val="0070C0"/>
                </a:solidFill>
              </a:rPr>
              <a:t>cho</a:t>
            </a:r>
            <a:r>
              <a:rPr lang="en-US" sz="1600" b="1" dirty="0">
                <a:solidFill>
                  <a:srgbClr val="0070C0"/>
                </a:solidFill>
              </a:rPr>
              <a:t> </a:t>
            </a:r>
            <a:r>
              <a:rPr lang="en-US" sz="1600" b="1" dirty="0" err="1">
                <a:solidFill>
                  <a:srgbClr val="0070C0"/>
                </a:solidFill>
              </a:rPr>
              <a:t>đường</a:t>
            </a:r>
            <a:r>
              <a:rPr lang="en-US" sz="1600" b="1" dirty="0">
                <a:solidFill>
                  <a:srgbClr val="0070C0"/>
                </a:solidFill>
              </a:rPr>
              <a:t> </a:t>
            </a:r>
            <a:r>
              <a:rPr lang="en-US" sz="1600" b="1" dirty="0" err="1">
                <a:solidFill>
                  <a:srgbClr val="0070C0"/>
                </a:solidFill>
              </a:rPr>
              <a:t>xe</a:t>
            </a:r>
            <a:r>
              <a:rPr lang="en-US" sz="1600" b="1" dirty="0">
                <a:solidFill>
                  <a:srgbClr val="0070C0"/>
                </a:solidFill>
              </a:rPr>
              <a:t> </a:t>
            </a:r>
            <a:r>
              <a:rPr lang="en-US" sz="1600" b="1" dirty="0" err="1">
                <a:solidFill>
                  <a:srgbClr val="0070C0"/>
                </a:solidFill>
              </a:rPr>
              <a:t>buýt</a:t>
            </a:r>
            <a:r>
              <a:rPr lang="en-US" sz="1600" b="1" dirty="0">
                <a:solidFill>
                  <a:srgbClr val="0070C0"/>
                </a:solidFill>
              </a:rPr>
              <a:t> Nguyen </a:t>
            </a:r>
            <a:r>
              <a:rPr lang="en-US" sz="1600" b="1" dirty="0" err="1">
                <a:solidFill>
                  <a:srgbClr val="0070C0"/>
                </a:solidFill>
              </a:rPr>
              <a:t>Trai</a:t>
            </a:r>
            <a:r>
              <a:rPr lang="en-US" sz="1600" b="1" dirty="0">
                <a:solidFill>
                  <a:srgbClr val="0070C0"/>
                </a:solidFill>
              </a:rPr>
              <a:t> – Ha Dong</a:t>
            </a:r>
            <a:endParaRPr lang="en-US" sz="1600" dirty="0">
              <a:solidFill>
                <a:srgbClr val="0070C0"/>
              </a:solidFill>
            </a:endParaRPr>
          </a:p>
        </p:txBody>
      </p:sp>
      <p:sp>
        <p:nvSpPr>
          <p:cNvPr id="7" name="Rectangle 6"/>
          <p:cNvSpPr>
            <a:spLocks noChangeArrowheads="1"/>
          </p:cNvSpPr>
          <p:nvPr/>
        </p:nvSpPr>
        <p:spPr bwMode="auto">
          <a:xfrm>
            <a:off x="533400" y="332006"/>
            <a:ext cx="612795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spcBef>
                <a:spcPct val="50000"/>
              </a:spcBef>
            </a:pPr>
            <a:r>
              <a:rPr lang="en-US" sz="2000" b="1" dirty="0" err="1">
                <a:solidFill>
                  <a:srgbClr val="FF0000"/>
                </a:solidFill>
              </a:rPr>
              <a:t>Sự</a:t>
            </a:r>
            <a:r>
              <a:rPr lang="en-US" sz="2000" b="1" dirty="0">
                <a:solidFill>
                  <a:srgbClr val="FF0000"/>
                </a:solidFill>
              </a:rPr>
              <a:t> </a:t>
            </a:r>
            <a:r>
              <a:rPr lang="en-US" sz="2000" b="1" dirty="0" err="1">
                <a:solidFill>
                  <a:srgbClr val="FF0000"/>
                </a:solidFill>
              </a:rPr>
              <a:t>xuống</a:t>
            </a:r>
            <a:r>
              <a:rPr lang="en-US" sz="2000" b="1" dirty="0">
                <a:solidFill>
                  <a:srgbClr val="FF0000"/>
                </a:solidFill>
              </a:rPr>
              <a:t> </a:t>
            </a:r>
            <a:r>
              <a:rPr lang="en-US" sz="2000" b="1" dirty="0" err="1">
                <a:solidFill>
                  <a:srgbClr val="FF0000"/>
                </a:solidFill>
              </a:rPr>
              <a:t>cấp</a:t>
            </a:r>
            <a:r>
              <a:rPr lang="en-US" sz="2000" b="1" dirty="0">
                <a:solidFill>
                  <a:srgbClr val="FF0000"/>
                </a:solidFill>
              </a:rPr>
              <a:t> </a:t>
            </a:r>
            <a:r>
              <a:rPr lang="en-US" sz="2000" b="1" dirty="0" err="1">
                <a:solidFill>
                  <a:srgbClr val="FF0000"/>
                </a:solidFill>
              </a:rPr>
              <a:t>của</a:t>
            </a:r>
            <a:r>
              <a:rPr lang="en-US" sz="2000" b="1" dirty="0">
                <a:solidFill>
                  <a:srgbClr val="FF0000"/>
                </a:solidFill>
              </a:rPr>
              <a:t> </a:t>
            </a:r>
            <a:r>
              <a:rPr lang="en-US" sz="2000" b="1" dirty="0" err="1">
                <a:solidFill>
                  <a:srgbClr val="FF0000"/>
                </a:solidFill>
              </a:rPr>
              <a:t>mặt</a:t>
            </a:r>
            <a:r>
              <a:rPr lang="en-US" sz="2000" b="1" dirty="0">
                <a:solidFill>
                  <a:srgbClr val="FF0000"/>
                </a:solidFill>
              </a:rPr>
              <a:t> </a:t>
            </a:r>
            <a:r>
              <a:rPr lang="en-US" sz="2000" b="1" dirty="0" err="1">
                <a:solidFill>
                  <a:srgbClr val="FF0000"/>
                </a:solidFill>
              </a:rPr>
              <a:t>đường</a:t>
            </a:r>
            <a:endParaRPr lang="en-US" sz="2000" b="1" dirty="0">
              <a:solidFill>
                <a:srgbClr val="FF0000"/>
              </a:solidFill>
            </a:endParaRPr>
          </a:p>
        </p:txBody>
      </p:sp>
    </p:spTree>
    <p:extLst>
      <p:ext uri="{BB962C8B-B14F-4D97-AF65-F5344CB8AC3E}">
        <p14:creationId xmlns:p14="http://schemas.microsoft.com/office/powerpoint/2010/main" val="5402273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362453024"/>
              </p:ext>
            </p:extLst>
          </p:nvPr>
        </p:nvGraphicFramePr>
        <p:xfrm>
          <a:off x="1113500" y="1996440"/>
          <a:ext cx="7497098" cy="3185160"/>
        </p:xfrm>
        <a:graphic>
          <a:graphicData uri="http://schemas.openxmlformats.org/drawingml/2006/table">
            <a:tbl>
              <a:tblPr>
                <a:tableStyleId>{5940675A-B579-460E-94D1-54222C63F5DA}</a:tableStyleId>
              </a:tblPr>
              <a:tblGrid>
                <a:gridCol w="888517">
                  <a:extLst>
                    <a:ext uri="{9D8B030D-6E8A-4147-A177-3AD203B41FA5}">
                      <a16:colId xmlns:a16="http://schemas.microsoft.com/office/drawing/2014/main" val="20000"/>
                    </a:ext>
                  </a:extLst>
                </a:gridCol>
                <a:gridCol w="704889">
                  <a:extLst>
                    <a:ext uri="{9D8B030D-6E8A-4147-A177-3AD203B41FA5}">
                      <a16:colId xmlns:a16="http://schemas.microsoft.com/office/drawing/2014/main" val="20001"/>
                    </a:ext>
                  </a:extLst>
                </a:gridCol>
                <a:gridCol w="967495">
                  <a:extLst>
                    <a:ext uri="{9D8B030D-6E8A-4147-A177-3AD203B41FA5}">
                      <a16:colId xmlns:a16="http://schemas.microsoft.com/office/drawing/2014/main" val="20002"/>
                    </a:ext>
                  </a:extLst>
                </a:gridCol>
                <a:gridCol w="967495">
                  <a:extLst>
                    <a:ext uri="{9D8B030D-6E8A-4147-A177-3AD203B41FA5}">
                      <a16:colId xmlns:a16="http://schemas.microsoft.com/office/drawing/2014/main" val="20003"/>
                    </a:ext>
                  </a:extLst>
                </a:gridCol>
                <a:gridCol w="829281">
                  <a:extLst>
                    <a:ext uri="{9D8B030D-6E8A-4147-A177-3AD203B41FA5}">
                      <a16:colId xmlns:a16="http://schemas.microsoft.com/office/drawing/2014/main" val="20004"/>
                    </a:ext>
                  </a:extLst>
                </a:gridCol>
                <a:gridCol w="829281">
                  <a:extLst>
                    <a:ext uri="{9D8B030D-6E8A-4147-A177-3AD203B41FA5}">
                      <a16:colId xmlns:a16="http://schemas.microsoft.com/office/drawing/2014/main" val="20005"/>
                    </a:ext>
                  </a:extLst>
                </a:gridCol>
                <a:gridCol w="829281">
                  <a:extLst>
                    <a:ext uri="{9D8B030D-6E8A-4147-A177-3AD203B41FA5}">
                      <a16:colId xmlns:a16="http://schemas.microsoft.com/office/drawing/2014/main" val="20006"/>
                    </a:ext>
                  </a:extLst>
                </a:gridCol>
                <a:gridCol w="770047">
                  <a:extLst>
                    <a:ext uri="{9D8B030D-6E8A-4147-A177-3AD203B41FA5}">
                      <a16:colId xmlns:a16="http://schemas.microsoft.com/office/drawing/2014/main" val="20007"/>
                    </a:ext>
                  </a:extLst>
                </a:gridCol>
                <a:gridCol w="710812">
                  <a:extLst>
                    <a:ext uri="{9D8B030D-6E8A-4147-A177-3AD203B41FA5}">
                      <a16:colId xmlns:a16="http://schemas.microsoft.com/office/drawing/2014/main" val="20008"/>
                    </a:ext>
                  </a:extLst>
                </a:gridCol>
              </a:tblGrid>
              <a:tr h="329175">
                <a:tc rowSpan="2">
                  <a:txBody>
                    <a:bodyPr/>
                    <a:lstStyle/>
                    <a:p>
                      <a:pPr marL="0" marR="0" algn="ctr">
                        <a:spcBef>
                          <a:spcPts val="0"/>
                        </a:spcBef>
                        <a:spcAft>
                          <a:spcPts val="0"/>
                        </a:spcAft>
                      </a:pPr>
                      <a:r>
                        <a:rPr lang="en-US" sz="1600" dirty="0" err="1">
                          <a:solidFill>
                            <a:schemeClr val="tx1">
                              <a:lumMod val="50000"/>
                            </a:schemeClr>
                          </a:solidFill>
                          <a:effectLst/>
                        </a:rPr>
                        <a:t>Ci</a:t>
                      </a:r>
                      <a:r>
                        <a:rPr lang="en-US" sz="1600" baseline="-25000" dirty="0" err="1">
                          <a:solidFill>
                            <a:schemeClr val="tx1">
                              <a:lumMod val="50000"/>
                            </a:schemeClr>
                          </a:solidFill>
                          <a:effectLst/>
                        </a:rPr>
                        <a:t>struct</a:t>
                      </a:r>
                      <a:r>
                        <a:rPr lang="en-US" sz="1600" baseline="0" dirty="0">
                          <a:solidFill>
                            <a:schemeClr val="tx1">
                              <a:lumMod val="50000"/>
                            </a:schemeClr>
                          </a:solidFill>
                          <a:effectLst/>
                        </a:rPr>
                        <a:t> </a:t>
                      </a:r>
                      <a:r>
                        <a:rPr lang="en-US" sz="1600" baseline="0" dirty="0" err="1">
                          <a:solidFill>
                            <a:schemeClr val="tx1">
                              <a:lumMod val="50000"/>
                            </a:schemeClr>
                          </a:solidFill>
                          <a:effectLst/>
                        </a:rPr>
                        <a:t>hiện</a:t>
                      </a:r>
                      <a:r>
                        <a:rPr lang="en-US" sz="1600" baseline="0" dirty="0">
                          <a:solidFill>
                            <a:schemeClr val="tx1">
                              <a:lumMod val="50000"/>
                            </a:schemeClr>
                          </a:solidFill>
                          <a:effectLst/>
                        </a:rPr>
                        <a:t> </a:t>
                      </a:r>
                      <a:r>
                        <a:rPr lang="en-US" sz="1600" baseline="0" dirty="0" err="1">
                          <a:solidFill>
                            <a:schemeClr val="tx1">
                              <a:lumMod val="50000"/>
                            </a:schemeClr>
                          </a:solidFill>
                          <a:effectLst/>
                        </a:rPr>
                        <a:t>tại</a:t>
                      </a:r>
                      <a:endParaRPr lang="en-US" sz="1600" dirty="0">
                        <a:solidFill>
                          <a:schemeClr val="tx1">
                            <a:lumMod val="50000"/>
                          </a:schemeClr>
                        </a:solidFill>
                        <a:effectLst/>
                        <a:latin typeface=".VnTime"/>
                        <a:ea typeface="Times New Roman"/>
                        <a:cs typeface="Times New Roman"/>
                      </a:endParaRPr>
                    </a:p>
                  </a:txBody>
                  <a:tcPr marL="68580" marR="68580" marT="0" marB="0" anchor="ctr"/>
                </a:tc>
                <a:tc gridSpan="8">
                  <a:txBody>
                    <a:bodyPr/>
                    <a:lstStyle/>
                    <a:p>
                      <a:pPr marL="0" marR="0" algn="ctr">
                        <a:spcBef>
                          <a:spcPts val="0"/>
                        </a:spcBef>
                        <a:spcAft>
                          <a:spcPts val="0"/>
                        </a:spcAft>
                      </a:pPr>
                      <a:r>
                        <a:rPr lang="en-US" sz="1600" dirty="0" err="1">
                          <a:solidFill>
                            <a:schemeClr val="tx1">
                              <a:lumMod val="50000"/>
                            </a:schemeClr>
                          </a:solidFill>
                          <a:effectLst/>
                        </a:rPr>
                        <a:t>Xác</a:t>
                      </a:r>
                      <a:r>
                        <a:rPr lang="en-US" sz="1600" baseline="0" dirty="0">
                          <a:solidFill>
                            <a:schemeClr val="tx1">
                              <a:lumMod val="50000"/>
                            </a:schemeClr>
                          </a:solidFill>
                          <a:effectLst/>
                        </a:rPr>
                        <a:t> </a:t>
                      </a:r>
                      <a:r>
                        <a:rPr lang="en-US" sz="1600" baseline="0" dirty="0" err="1">
                          <a:solidFill>
                            <a:schemeClr val="tx1">
                              <a:lumMod val="50000"/>
                            </a:schemeClr>
                          </a:solidFill>
                          <a:effectLst/>
                        </a:rPr>
                        <a:t>suất</a:t>
                      </a:r>
                      <a:r>
                        <a:rPr lang="en-US" sz="1600" baseline="0" dirty="0">
                          <a:solidFill>
                            <a:schemeClr val="tx1">
                              <a:lumMod val="50000"/>
                            </a:schemeClr>
                          </a:solidFill>
                          <a:effectLst/>
                        </a:rPr>
                        <a:t> </a:t>
                      </a:r>
                      <a:r>
                        <a:rPr lang="en-US" sz="1600" dirty="0">
                          <a:solidFill>
                            <a:schemeClr val="tx1">
                              <a:lumMod val="50000"/>
                            </a:schemeClr>
                          </a:solidFill>
                          <a:effectLst/>
                        </a:rPr>
                        <a:t>(%) </a:t>
                      </a:r>
                      <a:r>
                        <a:rPr lang="en-US" sz="1600" dirty="0" err="1">
                          <a:solidFill>
                            <a:schemeClr val="tx1">
                              <a:lumMod val="50000"/>
                            </a:schemeClr>
                          </a:solidFill>
                          <a:effectLst/>
                        </a:rPr>
                        <a:t>để</a:t>
                      </a:r>
                      <a:r>
                        <a:rPr lang="en-US" sz="1600" baseline="0" dirty="0">
                          <a:solidFill>
                            <a:schemeClr val="tx1">
                              <a:lumMod val="50000"/>
                            </a:schemeClr>
                          </a:solidFill>
                          <a:effectLst/>
                        </a:rPr>
                        <a:t> </a:t>
                      </a:r>
                      <a:r>
                        <a:rPr lang="en-US" sz="1600" dirty="0" err="1">
                          <a:solidFill>
                            <a:schemeClr val="tx1">
                              <a:lumMod val="50000"/>
                            </a:schemeClr>
                          </a:solidFill>
                          <a:effectLst/>
                        </a:rPr>
                        <a:t>CI</a:t>
                      </a:r>
                      <a:r>
                        <a:rPr lang="en-US" sz="1600" baseline="-25000" dirty="0" err="1">
                          <a:solidFill>
                            <a:schemeClr val="tx1">
                              <a:lumMod val="50000"/>
                            </a:schemeClr>
                          </a:solidFill>
                          <a:effectLst/>
                        </a:rPr>
                        <a:t>struct</a:t>
                      </a:r>
                      <a:r>
                        <a:rPr lang="en-US" sz="1600" dirty="0">
                          <a:solidFill>
                            <a:schemeClr val="tx1">
                              <a:lumMod val="50000"/>
                            </a:schemeClr>
                          </a:solidFill>
                          <a:effectLst/>
                        </a:rPr>
                        <a:t>  </a:t>
                      </a:r>
                      <a:r>
                        <a:rPr lang="en-US" sz="1600" dirty="0" err="1">
                          <a:solidFill>
                            <a:schemeClr val="tx1">
                              <a:lumMod val="50000"/>
                            </a:schemeClr>
                          </a:solidFill>
                          <a:effectLst/>
                        </a:rPr>
                        <a:t>trong</a:t>
                      </a:r>
                      <a:r>
                        <a:rPr lang="en-US" sz="1600" dirty="0">
                          <a:solidFill>
                            <a:schemeClr val="tx1">
                              <a:lumMod val="50000"/>
                            </a:schemeClr>
                          </a:solidFill>
                          <a:effectLst/>
                        </a:rPr>
                        <a:t> </a:t>
                      </a:r>
                      <a:r>
                        <a:rPr lang="en-US" sz="1600" dirty="0" err="1">
                          <a:solidFill>
                            <a:schemeClr val="tx1">
                              <a:lumMod val="50000"/>
                            </a:schemeClr>
                          </a:solidFill>
                          <a:effectLst/>
                        </a:rPr>
                        <a:t>năm</a:t>
                      </a:r>
                      <a:r>
                        <a:rPr lang="en-US" sz="1600" baseline="0" dirty="0">
                          <a:solidFill>
                            <a:schemeClr val="tx1">
                              <a:lumMod val="50000"/>
                            </a:schemeClr>
                          </a:solidFill>
                          <a:effectLst/>
                        </a:rPr>
                        <a:t> </a:t>
                      </a:r>
                      <a:r>
                        <a:rPr lang="en-US" sz="1600" baseline="0" dirty="0" err="1">
                          <a:solidFill>
                            <a:schemeClr val="tx1">
                              <a:lumMod val="50000"/>
                            </a:schemeClr>
                          </a:solidFill>
                          <a:effectLst/>
                        </a:rPr>
                        <a:t>tới</a:t>
                      </a:r>
                      <a:r>
                        <a:rPr lang="en-US" sz="1600" baseline="0" dirty="0">
                          <a:solidFill>
                            <a:schemeClr val="tx1">
                              <a:lumMod val="50000"/>
                            </a:schemeClr>
                          </a:solidFill>
                          <a:effectLst/>
                        </a:rPr>
                        <a:t> </a:t>
                      </a:r>
                      <a:endParaRPr lang="en-US" sz="1600" dirty="0">
                        <a:solidFill>
                          <a:schemeClr val="tx1">
                            <a:lumMod val="50000"/>
                          </a:schemeClr>
                        </a:solidFill>
                        <a:effectLst/>
                        <a:latin typeface=".VnTime"/>
                        <a:ea typeface="Times New Roman"/>
                        <a:cs typeface="Times New Roman"/>
                      </a:endParaRPr>
                    </a:p>
                  </a:txBody>
                  <a:tcPr marL="68580" marR="6858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1760">
                <a:tc vMerge="1">
                  <a:txBody>
                    <a:bodyPr/>
                    <a:lstStyle/>
                    <a:p>
                      <a:endParaRPr lang="en-US"/>
                    </a:p>
                  </a:txBody>
                  <a:tcPr/>
                </a:tc>
                <a:tc>
                  <a:txBody>
                    <a:bodyPr/>
                    <a:lstStyle/>
                    <a:p>
                      <a:pPr marL="0" marR="0" algn="ctr">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0-1</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1-2</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2-3</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3-4</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4-5</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&gt;5</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Tổng cộng</a:t>
                      </a:r>
                      <a:endParaRPr lang="en-US" sz="1600">
                        <a:solidFill>
                          <a:schemeClr val="tx1">
                            <a:lumMod val="50000"/>
                          </a:schemeClr>
                        </a:solidFill>
                        <a:effectLst/>
                        <a:latin typeface=".VnTime"/>
                        <a:ea typeface="Times New Roman"/>
                        <a:cs typeface="Times New Roman"/>
                      </a:endParaRPr>
                    </a:p>
                  </a:txBody>
                  <a:tcPr marL="68580" marR="68580" marT="0" marB="0" anchor="ctr"/>
                </a:tc>
                <a:extLst>
                  <a:ext uri="{0D108BD9-81ED-4DB2-BD59-A6C34878D82A}">
                    <a16:rowId xmlns:a16="http://schemas.microsoft.com/office/drawing/2014/main" val="10001"/>
                  </a:ext>
                </a:extLst>
              </a:tr>
              <a:tr h="329175">
                <a:tc>
                  <a:txBody>
                    <a:bodyPr/>
                    <a:lstStyle/>
                    <a:p>
                      <a:pPr marL="0" marR="0" algn="ctr">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100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100</a:t>
                      </a:r>
                      <a:endParaRPr lang="en-US" sz="1600">
                        <a:solidFill>
                          <a:schemeClr val="tx1">
                            <a:lumMod val="50000"/>
                          </a:schemeClr>
                        </a:solidFill>
                        <a:effectLst/>
                        <a:latin typeface=".VnTime"/>
                        <a:ea typeface="Times New Roman"/>
                        <a:cs typeface="Times New Roman"/>
                      </a:endParaRPr>
                    </a:p>
                  </a:txBody>
                  <a:tcPr marL="68580" marR="68580" marT="0" marB="0" anchor="ctr"/>
                </a:tc>
                <a:extLst>
                  <a:ext uri="{0D108BD9-81ED-4DB2-BD59-A6C34878D82A}">
                    <a16:rowId xmlns:a16="http://schemas.microsoft.com/office/drawing/2014/main" val="10002"/>
                  </a:ext>
                </a:extLst>
              </a:tr>
              <a:tr h="329175">
                <a:tc>
                  <a:txBody>
                    <a:bodyPr/>
                    <a:lstStyle/>
                    <a:p>
                      <a:pPr marL="0" marR="0" algn="ctr">
                        <a:spcBef>
                          <a:spcPts val="0"/>
                        </a:spcBef>
                        <a:spcAft>
                          <a:spcPts val="0"/>
                        </a:spcAft>
                      </a:pPr>
                      <a:r>
                        <a:rPr lang="en-US" sz="1600">
                          <a:solidFill>
                            <a:schemeClr val="tx1">
                              <a:lumMod val="50000"/>
                            </a:schemeClr>
                          </a:solidFill>
                          <a:effectLst/>
                        </a:rPr>
                        <a:t>0-1</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100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100</a:t>
                      </a:r>
                      <a:endParaRPr lang="en-US" sz="1600">
                        <a:solidFill>
                          <a:schemeClr val="tx1">
                            <a:lumMod val="50000"/>
                          </a:schemeClr>
                        </a:solidFill>
                        <a:effectLst/>
                        <a:latin typeface=".VnTime"/>
                        <a:ea typeface="Times New Roman"/>
                        <a:cs typeface="Times New Roman"/>
                      </a:endParaRPr>
                    </a:p>
                  </a:txBody>
                  <a:tcPr marL="68580" marR="68580" marT="0" marB="0" anchor="ctr"/>
                </a:tc>
                <a:extLst>
                  <a:ext uri="{0D108BD9-81ED-4DB2-BD59-A6C34878D82A}">
                    <a16:rowId xmlns:a16="http://schemas.microsoft.com/office/drawing/2014/main" val="10003"/>
                  </a:ext>
                </a:extLst>
              </a:tr>
              <a:tr h="329175">
                <a:tc>
                  <a:txBody>
                    <a:bodyPr/>
                    <a:lstStyle/>
                    <a:p>
                      <a:pPr marL="0" marR="0" algn="ctr">
                        <a:spcBef>
                          <a:spcPts val="0"/>
                        </a:spcBef>
                        <a:spcAft>
                          <a:spcPts val="0"/>
                        </a:spcAft>
                      </a:pPr>
                      <a:r>
                        <a:rPr lang="en-US" sz="1600">
                          <a:solidFill>
                            <a:schemeClr val="tx1">
                              <a:lumMod val="50000"/>
                            </a:schemeClr>
                          </a:solidFill>
                          <a:effectLst/>
                        </a:rPr>
                        <a:t>1-2</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2</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79</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14</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5</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100</a:t>
                      </a:r>
                      <a:endParaRPr lang="en-US" sz="1600">
                        <a:solidFill>
                          <a:schemeClr val="tx1">
                            <a:lumMod val="50000"/>
                          </a:schemeClr>
                        </a:solidFill>
                        <a:effectLst/>
                        <a:latin typeface=".VnTime"/>
                        <a:ea typeface="Times New Roman"/>
                        <a:cs typeface="Times New Roman"/>
                      </a:endParaRPr>
                    </a:p>
                  </a:txBody>
                  <a:tcPr marL="68580" marR="68580" marT="0" marB="0" anchor="ctr"/>
                </a:tc>
                <a:extLst>
                  <a:ext uri="{0D108BD9-81ED-4DB2-BD59-A6C34878D82A}">
                    <a16:rowId xmlns:a16="http://schemas.microsoft.com/office/drawing/2014/main" val="10004"/>
                  </a:ext>
                </a:extLst>
              </a:tr>
              <a:tr h="329175">
                <a:tc>
                  <a:txBody>
                    <a:bodyPr/>
                    <a:lstStyle/>
                    <a:p>
                      <a:pPr marL="0" marR="0" algn="ctr">
                        <a:spcBef>
                          <a:spcPts val="0"/>
                        </a:spcBef>
                        <a:spcAft>
                          <a:spcPts val="0"/>
                        </a:spcAft>
                      </a:pPr>
                      <a:r>
                        <a:rPr lang="en-US" sz="1600">
                          <a:solidFill>
                            <a:schemeClr val="tx1">
                              <a:lumMod val="50000"/>
                            </a:schemeClr>
                          </a:solidFill>
                          <a:effectLst/>
                        </a:rPr>
                        <a:t>2-3</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20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30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50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100</a:t>
                      </a:r>
                      <a:endParaRPr lang="en-US" sz="1600">
                        <a:solidFill>
                          <a:schemeClr val="tx1">
                            <a:lumMod val="50000"/>
                          </a:schemeClr>
                        </a:solidFill>
                        <a:effectLst/>
                        <a:latin typeface=".VnTime"/>
                        <a:ea typeface="Times New Roman"/>
                        <a:cs typeface="Times New Roman"/>
                      </a:endParaRPr>
                    </a:p>
                  </a:txBody>
                  <a:tcPr marL="68580" marR="68580" marT="0" marB="0" anchor="ctr"/>
                </a:tc>
                <a:extLst>
                  <a:ext uri="{0D108BD9-81ED-4DB2-BD59-A6C34878D82A}">
                    <a16:rowId xmlns:a16="http://schemas.microsoft.com/office/drawing/2014/main" val="10005"/>
                  </a:ext>
                </a:extLst>
              </a:tr>
              <a:tr h="329175">
                <a:tc>
                  <a:txBody>
                    <a:bodyPr/>
                    <a:lstStyle/>
                    <a:p>
                      <a:pPr marL="0" marR="0" algn="ctr">
                        <a:spcBef>
                          <a:spcPts val="0"/>
                        </a:spcBef>
                        <a:spcAft>
                          <a:spcPts val="0"/>
                        </a:spcAft>
                      </a:pPr>
                      <a:r>
                        <a:rPr lang="en-US" sz="1600">
                          <a:solidFill>
                            <a:schemeClr val="tx1">
                              <a:lumMod val="50000"/>
                            </a:schemeClr>
                          </a:solidFill>
                          <a:effectLst/>
                        </a:rPr>
                        <a:t>3-4</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100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100</a:t>
                      </a:r>
                      <a:endParaRPr lang="en-US" sz="1600">
                        <a:solidFill>
                          <a:schemeClr val="tx1">
                            <a:lumMod val="50000"/>
                          </a:schemeClr>
                        </a:solidFill>
                        <a:effectLst/>
                        <a:latin typeface=".VnTime"/>
                        <a:ea typeface="Times New Roman"/>
                        <a:cs typeface="Times New Roman"/>
                      </a:endParaRPr>
                    </a:p>
                  </a:txBody>
                  <a:tcPr marL="68580" marR="68580" marT="0" marB="0" anchor="ctr"/>
                </a:tc>
                <a:extLst>
                  <a:ext uri="{0D108BD9-81ED-4DB2-BD59-A6C34878D82A}">
                    <a16:rowId xmlns:a16="http://schemas.microsoft.com/office/drawing/2014/main" val="10006"/>
                  </a:ext>
                </a:extLst>
              </a:tr>
              <a:tr h="329175">
                <a:tc>
                  <a:txBody>
                    <a:bodyPr/>
                    <a:lstStyle/>
                    <a:p>
                      <a:pPr marL="0" marR="0" algn="ctr">
                        <a:spcBef>
                          <a:spcPts val="0"/>
                        </a:spcBef>
                        <a:spcAft>
                          <a:spcPts val="0"/>
                        </a:spcAft>
                      </a:pPr>
                      <a:r>
                        <a:rPr lang="en-US" sz="1600">
                          <a:solidFill>
                            <a:schemeClr val="tx1">
                              <a:lumMod val="50000"/>
                            </a:schemeClr>
                          </a:solidFill>
                          <a:effectLst/>
                        </a:rPr>
                        <a:t>4-5</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100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100</a:t>
                      </a:r>
                      <a:endParaRPr lang="en-US" sz="1600">
                        <a:solidFill>
                          <a:schemeClr val="tx1">
                            <a:lumMod val="50000"/>
                          </a:schemeClr>
                        </a:solidFill>
                        <a:effectLst/>
                        <a:latin typeface=".VnTime"/>
                        <a:ea typeface="Times New Roman"/>
                        <a:cs typeface="Times New Roman"/>
                      </a:endParaRPr>
                    </a:p>
                  </a:txBody>
                  <a:tcPr marL="68580" marR="68580" marT="0" marB="0" anchor="ctr"/>
                </a:tc>
                <a:extLst>
                  <a:ext uri="{0D108BD9-81ED-4DB2-BD59-A6C34878D82A}">
                    <a16:rowId xmlns:a16="http://schemas.microsoft.com/office/drawing/2014/main" val="10007"/>
                  </a:ext>
                </a:extLst>
              </a:tr>
              <a:tr h="329175">
                <a:tc>
                  <a:txBody>
                    <a:bodyPr/>
                    <a:lstStyle/>
                    <a:p>
                      <a:pPr marL="0" marR="0" algn="ctr">
                        <a:spcBef>
                          <a:spcPts val="0"/>
                        </a:spcBef>
                        <a:spcAft>
                          <a:spcPts val="0"/>
                        </a:spcAft>
                      </a:pPr>
                      <a:r>
                        <a:rPr lang="en-US" sz="1600">
                          <a:solidFill>
                            <a:schemeClr val="tx1">
                              <a:lumMod val="50000"/>
                            </a:schemeClr>
                          </a:solidFill>
                          <a:effectLst/>
                        </a:rPr>
                        <a:t>&gt;5</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dirty="0">
                          <a:solidFill>
                            <a:schemeClr val="tx1">
                              <a:lumMod val="50000"/>
                            </a:schemeClr>
                          </a:solidFill>
                          <a:effectLst/>
                        </a:rPr>
                        <a:t> </a:t>
                      </a:r>
                      <a:endParaRPr lang="en-US" sz="1600" dirty="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a:solidFill>
                            <a:schemeClr val="tx1">
                              <a:lumMod val="50000"/>
                            </a:schemeClr>
                          </a:solidFill>
                          <a:effectLst/>
                        </a:rPr>
                        <a:t>100</a:t>
                      </a:r>
                      <a:endParaRPr lang="en-US" sz="1600">
                        <a:solidFill>
                          <a:schemeClr val="tx1">
                            <a:lumMod val="50000"/>
                          </a:schemeClr>
                        </a:solidFill>
                        <a:effectLst/>
                        <a:latin typeface=".VnTime"/>
                        <a:ea typeface="Times New Roman"/>
                        <a:cs typeface="Times New Roman"/>
                      </a:endParaRPr>
                    </a:p>
                  </a:txBody>
                  <a:tcPr marL="68580" marR="68580" marT="0" marB="0" anchor="ctr"/>
                </a:tc>
                <a:tc>
                  <a:txBody>
                    <a:bodyPr/>
                    <a:lstStyle/>
                    <a:p>
                      <a:pPr marL="0" marR="0" algn="ctr">
                        <a:spcBef>
                          <a:spcPts val="0"/>
                        </a:spcBef>
                        <a:spcAft>
                          <a:spcPts val="0"/>
                        </a:spcAft>
                      </a:pPr>
                      <a:r>
                        <a:rPr lang="en-US" sz="1600" dirty="0">
                          <a:solidFill>
                            <a:schemeClr val="tx1">
                              <a:lumMod val="50000"/>
                            </a:schemeClr>
                          </a:solidFill>
                          <a:effectLst/>
                        </a:rPr>
                        <a:t>100</a:t>
                      </a:r>
                      <a:endParaRPr lang="en-US" sz="1600" dirty="0">
                        <a:solidFill>
                          <a:schemeClr val="tx1">
                            <a:lumMod val="50000"/>
                          </a:schemeClr>
                        </a:solidFill>
                        <a:effectLst/>
                        <a:latin typeface=".VnTime"/>
                        <a:ea typeface="Times New Roman"/>
                        <a:cs typeface="Times New Roman"/>
                      </a:endParaRPr>
                    </a:p>
                  </a:txBody>
                  <a:tcPr marL="68580" marR="68580" marT="0" marB="0" anchor="ctr"/>
                </a:tc>
                <a:extLst>
                  <a:ext uri="{0D108BD9-81ED-4DB2-BD59-A6C34878D82A}">
                    <a16:rowId xmlns:a16="http://schemas.microsoft.com/office/drawing/2014/main" val="10008"/>
                  </a:ext>
                </a:extLst>
              </a:tr>
            </a:tbl>
          </a:graphicData>
        </a:graphic>
      </p:graphicFrame>
      <p:sp>
        <p:nvSpPr>
          <p:cNvPr id="5" name="Rectangle 4"/>
          <p:cNvSpPr/>
          <p:nvPr/>
        </p:nvSpPr>
        <p:spPr>
          <a:xfrm>
            <a:off x="228600" y="1244021"/>
            <a:ext cx="8686800" cy="338554"/>
          </a:xfrm>
          <a:prstGeom prst="rect">
            <a:avLst/>
          </a:prstGeom>
        </p:spPr>
        <p:txBody>
          <a:bodyPr wrap="square">
            <a:spAutoFit/>
          </a:bodyPr>
          <a:lstStyle/>
          <a:p>
            <a:r>
              <a:rPr lang="en-US" sz="1600" b="1" dirty="0" err="1">
                <a:solidFill>
                  <a:srgbClr val="0070C0"/>
                </a:solidFill>
              </a:rPr>
              <a:t>Phương</a:t>
            </a:r>
            <a:r>
              <a:rPr lang="en-US" sz="1600" b="1" dirty="0">
                <a:solidFill>
                  <a:srgbClr val="0070C0"/>
                </a:solidFill>
              </a:rPr>
              <a:t> </a:t>
            </a:r>
            <a:r>
              <a:rPr lang="en-US" sz="1600" b="1" dirty="0" err="1">
                <a:solidFill>
                  <a:srgbClr val="0070C0"/>
                </a:solidFill>
              </a:rPr>
              <a:t>pháp</a:t>
            </a:r>
            <a:r>
              <a:rPr lang="en-US" sz="1600" b="1" dirty="0">
                <a:solidFill>
                  <a:srgbClr val="0070C0"/>
                </a:solidFill>
              </a:rPr>
              <a:t> </a:t>
            </a:r>
            <a:r>
              <a:rPr lang="en-US" sz="1600" b="1" dirty="0" err="1">
                <a:solidFill>
                  <a:srgbClr val="0070C0"/>
                </a:solidFill>
              </a:rPr>
              <a:t>xác</a:t>
            </a:r>
            <a:r>
              <a:rPr lang="en-US" sz="1600" b="1" dirty="0">
                <a:solidFill>
                  <a:srgbClr val="0070C0"/>
                </a:solidFill>
              </a:rPr>
              <a:t> </a:t>
            </a:r>
            <a:r>
              <a:rPr lang="en-US" sz="1600" b="1" dirty="0" err="1">
                <a:solidFill>
                  <a:srgbClr val="0070C0"/>
                </a:solidFill>
              </a:rPr>
              <a:t>suất</a:t>
            </a:r>
            <a:r>
              <a:rPr lang="en-US" sz="1600" b="1" dirty="0">
                <a:solidFill>
                  <a:srgbClr val="0070C0"/>
                </a:solidFill>
              </a:rPr>
              <a:t> – </a:t>
            </a:r>
            <a:r>
              <a:rPr lang="en-US" sz="1600" b="1" dirty="0" err="1">
                <a:solidFill>
                  <a:srgbClr val="0070C0"/>
                </a:solidFill>
              </a:rPr>
              <a:t>Ví</a:t>
            </a:r>
            <a:r>
              <a:rPr lang="en-US" sz="1600" b="1" dirty="0">
                <a:solidFill>
                  <a:srgbClr val="0070C0"/>
                </a:solidFill>
              </a:rPr>
              <a:t> </a:t>
            </a:r>
            <a:r>
              <a:rPr lang="en-US" sz="1600" b="1" dirty="0" err="1">
                <a:solidFill>
                  <a:srgbClr val="0070C0"/>
                </a:solidFill>
              </a:rPr>
              <a:t>dụ</a:t>
            </a:r>
            <a:r>
              <a:rPr lang="en-US" sz="1600" b="1" dirty="0">
                <a:solidFill>
                  <a:srgbClr val="0070C0"/>
                </a:solidFill>
              </a:rPr>
              <a:t> </a:t>
            </a:r>
            <a:r>
              <a:rPr lang="en-US" sz="1600" b="1" dirty="0" err="1">
                <a:solidFill>
                  <a:srgbClr val="0070C0"/>
                </a:solidFill>
              </a:rPr>
              <a:t>nghiên</a:t>
            </a:r>
            <a:r>
              <a:rPr lang="en-US" sz="1600" b="1" dirty="0">
                <a:solidFill>
                  <a:srgbClr val="0070C0"/>
                </a:solidFill>
              </a:rPr>
              <a:t> </a:t>
            </a:r>
            <a:r>
              <a:rPr lang="en-US" sz="1600" b="1" dirty="0" err="1">
                <a:solidFill>
                  <a:srgbClr val="0070C0"/>
                </a:solidFill>
              </a:rPr>
              <a:t>cứu</a:t>
            </a:r>
            <a:r>
              <a:rPr lang="en-US" sz="1600" b="1" dirty="0">
                <a:solidFill>
                  <a:srgbClr val="0070C0"/>
                </a:solidFill>
              </a:rPr>
              <a:t> </a:t>
            </a:r>
            <a:r>
              <a:rPr lang="en-US" sz="1600" b="1" dirty="0" err="1">
                <a:solidFill>
                  <a:srgbClr val="0070C0"/>
                </a:solidFill>
              </a:rPr>
              <a:t>cho</a:t>
            </a:r>
            <a:r>
              <a:rPr lang="en-US" sz="1600" b="1" dirty="0">
                <a:solidFill>
                  <a:srgbClr val="0070C0"/>
                </a:solidFill>
              </a:rPr>
              <a:t> </a:t>
            </a:r>
            <a:r>
              <a:rPr lang="en-US" sz="1600" b="1" dirty="0" err="1">
                <a:solidFill>
                  <a:srgbClr val="0070C0"/>
                </a:solidFill>
              </a:rPr>
              <a:t>đường</a:t>
            </a:r>
            <a:r>
              <a:rPr lang="en-US" sz="1600" b="1" dirty="0">
                <a:solidFill>
                  <a:srgbClr val="0070C0"/>
                </a:solidFill>
              </a:rPr>
              <a:t> </a:t>
            </a:r>
            <a:r>
              <a:rPr lang="en-US" sz="1600" b="1" dirty="0" err="1">
                <a:solidFill>
                  <a:srgbClr val="0070C0"/>
                </a:solidFill>
              </a:rPr>
              <a:t>xe</a:t>
            </a:r>
            <a:r>
              <a:rPr lang="en-US" sz="1600" b="1" dirty="0">
                <a:solidFill>
                  <a:srgbClr val="0070C0"/>
                </a:solidFill>
              </a:rPr>
              <a:t> </a:t>
            </a:r>
            <a:r>
              <a:rPr lang="en-US" sz="1600" b="1" dirty="0" err="1">
                <a:solidFill>
                  <a:srgbClr val="0070C0"/>
                </a:solidFill>
              </a:rPr>
              <a:t>buýt</a:t>
            </a:r>
            <a:r>
              <a:rPr lang="en-US" sz="1600" b="1" dirty="0">
                <a:solidFill>
                  <a:srgbClr val="0070C0"/>
                </a:solidFill>
              </a:rPr>
              <a:t> Nguyen </a:t>
            </a:r>
            <a:r>
              <a:rPr lang="en-US" sz="1600" b="1" dirty="0" err="1">
                <a:solidFill>
                  <a:srgbClr val="0070C0"/>
                </a:solidFill>
              </a:rPr>
              <a:t>Trai</a:t>
            </a:r>
            <a:r>
              <a:rPr lang="en-US" sz="1600" b="1" dirty="0">
                <a:solidFill>
                  <a:srgbClr val="0070C0"/>
                </a:solidFill>
              </a:rPr>
              <a:t> – Ha Dong</a:t>
            </a:r>
            <a:endParaRPr lang="en-US" sz="1600" dirty="0">
              <a:solidFill>
                <a:srgbClr val="0070C0"/>
              </a:solidFill>
            </a:endParaRPr>
          </a:p>
        </p:txBody>
      </p:sp>
      <p:sp>
        <p:nvSpPr>
          <p:cNvPr id="7" name="Rectangle 6"/>
          <p:cNvSpPr>
            <a:spLocks noChangeArrowheads="1"/>
          </p:cNvSpPr>
          <p:nvPr/>
        </p:nvSpPr>
        <p:spPr bwMode="auto">
          <a:xfrm>
            <a:off x="533400" y="332006"/>
            <a:ext cx="612795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spcBef>
                <a:spcPct val="50000"/>
              </a:spcBef>
            </a:pPr>
            <a:r>
              <a:rPr lang="en-US" sz="2000" b="1" dirty="0" err="1">
                <a:solidFill>
                  <a:srgbClr val="FF0000"/>
                </a:solidFill>
              </a:rPr>
              <a:t>Sự</a:t>
            </a:r>
            <a:r>
              <a:rPr lang="en-US" sz="2000" b="1" dirty="0">
                <a:solidFill>
                  <a:srgbClr val="FF0000"/>
                </a:solidFill>
              </a:rPr>
              <a:t> </a:t>
            </a:r>
            <a:r>
              <a:rPr lang="en-US" sz="2000" b="1" dirty="0" err="1">
                <a:solidFill>
                  <a:srgbClr val="FF0000"/>
                </a:solidFill>
              </a:rPr>
              <a:t>xuống</a:t>
            </a:r>
            <a:r>
              <a:rPr lang="en-US" sz="2000" b="1" dirty="0">
                <a:solidFill>
                  <a:srgbClr val="FF0000"/>
                </a:solidFill>
              </a:rPr>
              <a:t> </a:t>
            </a:r>
            <a:r>
              <a:rPr lang="en-US" sz="2000" b="1" dirty="0" err="1">
                <a:solidFill>
                  <a:srgbClr val="FF0000"/>
                </a:solidFill>
              </a:rPr>
              <a:t>cấp</a:t>
            </a:r>
            <a:r>
              <a:rPr lang="en-US" sz="2000" b="1" dirty="0">
                <a:solidFill>
                  <a:srgbClr val="FF0000"/>
                </a:solidFill>
              </a:rPr>
              <a:t> </a:t>
            </a:r>
            <a:r>
              <a:rPr lang="en-US" sz="2000" b="1" dirty="0" err="1">
                <a:solidFill>
                  <a:srgbClr val="FF0000"/>
                </a:solidFill>
              </a:rPr>
              <a:t>của</a:t>
            </a:r>
            <a:r>
              <a:rPr lang="en-US" sz="2000" b="1" dirty="0">
                <a:solidFill>
                  <a:srgbClr val="FF0000"/>
                </a:solidFill>
              </a:rPr>
              <a:t> </a:t>
            </a:r>
            <a:r>
              <a:rPr lang="en-US" sz="2000" b="1" dirty="0" err="1">
                <a:solidFill>
                  <a:srgbClr val="FF0000"/>
                </a:solidFill>
              </a:rPr>
              <a:t>mặt</a:t>
            </a:r>
            <a:r>
              <a:rPr lang="en-US" sz="2000" b="1" dirty="0">
                <a:solidFill>
                  <a:srgbClr val="FF0000"/>
                </a:solidFill>
              </a:rPr>
              <a:t> </a:t>
            </a:r>
            <a:r>
              <a:rPr lang="en-US" sz="2000" b="1" dirty="0" err="1">
                <a:solidFill>
                  <a:srgbClr val="FF0000"/>
                </a:solidFill>
              </a:rPr>
              <a:t>đường</a:t>
            </a:r>
            <a:endParaRPr lang="en-US" sz="2000" b="1" dirty="0">
              <a:solidFill>
                <a:srgbClr val="FF0000"/>
              </a:solidFill>
            </a:endParaRPr>
          </a:p>
        </p:txBody>
      </p:sp>
    </p:spTree>
    <p:extLst>
      <p:ext uri="{BB962C8B-B14F-4D97-AF65-F5344CB8AC3E}">
        <p14:creationId xmlns:p14="http://schemas.microsoft.com/office/powerpoint/2010/main" val="2545704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04800" y="1266258"/>
            <a:ext cx="8033657" cy="369332"/>
          </a:xfrm>
          <a:prstGeom prst="rect">
            <a:avLst/>
          </a:prstGeom>
        </p:spPr>
        <p:txBody>
          <a:bodyPr wrap="square">
            <a:spAutoFit/>
          </a:bodyPr>
          <a:lstStyle/>
          <a:p>
            <a:r>
              <a:rPr lang="en-US" b="1" dirty="0" err="1">
                <a:solidFill>
                  <a:srgbClr val="0070C0"/>
                </a:solidFill>
              </a:rPr>
              <a:t>Các</a:t>
            </a:r>
            <a:r>
              <a:rPr lang="en-US" b="1" dirty="0">
                <a:solidFill>
                  <a:srgbClr val="0070C0"/>
                </a:solidFill>
              </a:rPr>
              <a:t> </a:t>
            </a:r>
            <a:r>
              <a:rPr lang="en-US" b="1" dirty="0" err="1">
                <a:solidFill>
                  <a:srgbClr val="0070C0"/>
                </a:solidFill>
              </a:rPr>
              <a:t>phương</a:t>
            </a:r>
            <a:r>
              <a:rPr lang="en-US" b="1" dirty="0">
                <a:solidFill>
                  <a:srgbClr val="0070C0"/>
                </a:solidFill>
              </a:rPr>
              <a:t> </a:t>
            </a:r>
            <a:r>
              <a:rPr lang="en-US" b="1" dirty="0" err="1">
                <a:solidFill>
                  <a:srgbClr val="0070C0"/>
                </a:solidFill>
              </a:rPr>
              <a:t>pháp</a:t>
            </a:r>
            <a:r>
              <a:rPr lang="en-US" b="1" dirty="0">
                <a:solidFill>
                  <a:srgbClr val="0070C0"/>
                </a:solidFill>
              </a:rPr>
              <a:t> </a:t>
            </a:r>
            <a:r>
              <a:rPr lang="en-US" b="1" dirty="0" err="1">
                <a:solidFill>
                  <a:srgbClr val="0070C0"/>
                </a:solidFill>
              </a:rPr>
              <a:t>sử</a:t>
            </a:r>
            <a:r>
              <a:rPr lang="en-US" b="1" dirty="0">
                <a:solidFill>
                  <a:srgbClr val="0070C0"/>
                </a:solidFill>
              </a:rPr>
              <a:t> </a:t>
            </a:r>
            <a:r>
              <a:rPr lang="en-US" b="1" dirty="0" err="1">
                <a:solidFill>
                  <a:srgbClr val="0070C0"/>
                </a:solidFill>
              </a:rPr>
              <a:t>dụng</a:t>
            </a:r>
            <a:r>
              <a:rPr lang="en-US" b="1" dirty="0">
                <a:solidFill>
                  <a:srgbClr val="0070C0"/>
                </a:solidFill>
              </a:rPr>
              <a:t> </a:t>
            </a:r>
            <a:r>
              <a:rPr lang="en-US" b="1" dirty="0" err="1">
                <a:solidFill>
                  <a:srgbClr val="0070C0"/>
                </a:solidFill>
              </a:rPr>
              <a:t>mô</a:t>
            </a:r>
            <a:r>
              <a:rPr lang="en-US" b="1" dirty="0">
                <a:solidFill>
                  <a:srgbClr val="0070C0"/>
                </a:solidFill>
              </a:rPr>
              <a:t> </a:t>
            </a:r>
            <a:r>
              <a:rPr lang="en-US" b="1" dirty="0" err="1">
                <a:solidFill>
                  <a:srgbClr val="0070C0"/>
                </a:solidFill>
              </a:rPr>
              <a:t>hình</a:t>
            </a:r>
            <a:r>
              <a:rPr lang="en-US" b="1" dirty="0">
                <a:solidFill>
                  <a:srgbClr val="0070C0"/>
                </a:solidFill>
              </a:rPr>
              <a:t> </a:t>
            </a:r>
            <a:r>
              <a:rPr lang="en-US" b="1" dirty="0" err="1">
                <a:solidFill>
                  <a:srgbClr val="0070C0"/>
                </a:solidFill>
              </a:rPr>
              <a:t>cơ</a:t>
            </a:r>
            <a:r>
              <a:rPr lang="en-US" b="1" dirty="0">
                <a:solidFill>
                  <a:srgbClr val="0070C0"/>
                </a:solidFill>
              </a:rPr>
              <a:t> </a:t>
            </a:r>
            <a:r>
              <a:rPr lang="en-US" b="1" dirty="0" err="1">
                <a:solidFill>
                  <a:srgbClr val="0070C0"/>
                </a:solidFill>
              </a:rPr>
              <a:t>học</a:t>
            </a:r>
            <a:r>
              <a:rPr lang="en-US" b="1" dirty="0">
                <a:solidFill>
                  <a:srgbClr val="0070C0"/>
                </a:solidFill>
              </a:rPr>
              <a:t> </a:t>
            </a:r>
            <a:endParaRPr lang="en-US" dirty="0">
              <a:solidFill>
                <a:srgbClr val="0070C0"/>
              </a:solidFill>
            </a:endParaRPr>
          </a:p>
        </p:txBody>
      </p:sp>
      <p:graphicFrame>
        <p:nvGraphicFramePr>
          <p:cNvPr id="3" name="Table 2"/>
          <p:cNvGraphicFramePr>
            <a:graphicFrameLocks noGrp="1"/>
          </p:cNvGraphicFramePr>
          <p:nvPr>
            <p:extLst>
              <p:ext uri="{D42A27DB-BD31-4B8C-83A1-F6EECF244321}">
                <p14:modId xmlns:p14="http://schemas.microsoft.com/office/powerpoint/2010/main" val="2261801242"/>
              </p:ext>
            </p:extLst>
          </p:nvPr>
        </p:nvGraphicFramePr>
        <p:xfrm>
          <a:off x="685800" y="1905000"/>
          <a:ext cx="8033658" cy="4203190"/>
        </p:xfrm>
        <a:graphic>
          <a:graphicData uri="http://schemas.openxmlformats.org/drawingml/2006/table">
            <a:tbl>
              <a:tblPr>
                <a:tableStyleId>{5940675A-B579-460E-94D1-54222C63F5DA}</a:tableStyleId>
              </a:tblPr>
              <a:tblGrid>
                <a:gridCol w="1214759">
                  <a:extLst>
                    <a:ext uri="{9D8B030D-6E8A-4147-A177-3AD203B41FA5}">
                      <a16:colId xmlns:a16="http://schemas.microsoft.com/office/drawing/2014/main" val="20000"/>
                    </a:ext>
                  </a:extLst>
                </a:gridCol>
                <a:gridCol w="1214759">
                  <a:extLst>
                    <a:ext uri="{9D8B030D-6E8A-4147-A177-3AD203B41FA5}">
                      <a16:colId xmlns:a16="http://schemas.microsoft.com/office/drawing/2014/main" val="20001"/>
                    </a:ext>
                  </a:extLst>
                </a:gridCol>
                <a:gridCol w="560414">
                  <a:extLst>
                    <a:ext uri="{9D8B030D-6E8A-4147-A177-3AD203B41FA5}">
                      <a16:colId xmlns:a16="http://schemas.microsoft.com/office/drawing/2014/main" val="20002"/>
                    </a:ext>
                  </a:extLst>
                </a:gridCol>
                <a:gridCol w="560414">
                  <a:extLst>
                    <a:ext uri="{9D8B030D-6E8A-4147-A177-3AD203B41FA5}">
                      <a16:colId xmlns:a16="http://schemas.microsoft.com/office/drawing/2014/main" val="20003"/>
                    </a:ext>
                  </a:extLst>
                </a:gridCol>
                <a:gridCol w="560414">
                  <a:extLst>
                    <a:ext uri="{9D8B030D-6E8A-4147-A177-3AD203B41FA5}">
                      <a16:colId xmlns:a16="http://schemas.microsoft.com/office/drawing/2014/main" val="20004"/>
                    </a:ext>
                  </a:extLst>
                </a:gridCol>
                <a:gridCol w="560414">
                  <a:extLst>
                    <a:ext uri="{9D8B030D-6E8A-4147-A177-3AD203B41FA5}">
                      <a16:colId xmlns:a16="http://schemas.microsoft.com/office/drawing/2014/main" val="20005"/>
                    </a:ext>
                  </a:extLst>
                </a:gridCol>
                <a:gridCol w="560414">
                  <a:extLst>
                    <a:ext uri="{9D8B030D-6E8A-4147-A177-3AD203B41FA5}">
                      <a16:colId xmlns:a16="http://schemas.microsoft.com/office/drawing/2014/main" val="20006"/>
                    </a:ext>
                  </a:extLst>
                </a:gridCol>
                <a:gridCol w="560414">
                  <a:extLst>
                    <a:ext uri="{9D8B030D-6E8A-4147-A177-3AD203B41FA5}">
                      <a16:colId xmlns:a16="http://schemas.microsoft.com/office/drawing/2014/main" val="20007"/>
                    </a:ext>
                  </a:extLst>
                </a:gridCol>
                <a:gridCol w="560414">
                  <a:extLst>
                    <a:ext uri="{9D8B030D-6E8A-4147-A177-3AD203B41FA5}">
                      <a16:colId xmlns:a16="http://schemas.microsoft.com/office/drawing/2014/main" val="20008"/>
                    </a:ext>
                  </a:extLst>
                </a:gridCol>
                <a:gridCol w="560414">
                  <a:extLst>
                    <a:ext uri="{9D8B030D-6E8A-4147-A177-3AD203B41FA5}">
                      <a16:colId xmlns:a16="http://schemas.microsoft.com/office/drawing/2014/main" val="20009"/>
                    </a:ext>
                  </a:extLst>
                </a:gridCol>
                <a:gridCol w="560414">
                  <a:extLst>
                    <a:ext uri="{9D8B030D-6E8A-4147-A177-3AD203B41FA5}">
                      <a16:colId xmlns:a16="http://schemas.microsoft.com/office/drawing/2014/main" val="20010"/>
                    </a:ext>
                  </a:extLst>
                </a:gridCol>
                <a:gridCol w="560414">
                  <a:extLst>
                    <a:ext uri="{9D8B030D-6E8A-4147-A177-3AD203B41FA5}">
                      <a16:colId xmlns:a16="http://schemas.microsoft.com/office/drawing/2014/main" val="20011"/>
                    </a:ext>
                  </a:extLst>
                </a:gridCol>
              </a:tblGrid>
              <a:tr h="934043">
                <a:tc rowSpan="2">
                  <a:txBody>
                    <a:bodyPr/>
                    <a:lstStyle/>
                    <a:p>
                      <a:pPr marL="0" marR="0" algn="ctr">
                        <a:lnSpc>
                          <a:spcPct val="110000"/>
                        </a:lnSpc>
                        <a:spcBef>
                          <a:spcPts val="600"/>
                        </a:spcBef>
                        <a:spcAft>
                          <a:spcPts val="0"/>
                        </a:spcAft>
                      </a:pPr>
                      <a:r>
                        <a:rPr lang="en-US" sz="1600" dirty="0" err="1">
                          <a:solidFill>
                            <a:schemeClr val="tx1">
                              <a:lumMod val="50000"/>
                            </a:schemeClr>
                          </a:solidFill>
                          <a:effectLst/>
                          <a:latin typeface="+mn-lt"/>
                          <a:ea typeface="+mn-ea"/>
                        </a:rPr>
                        <a:t>Trục</a:t>
                      </a:r>
                      <a:r>
                        <a:rPr lang="en-US" sz="1600" baseline="0" dirty="0">
                          <a:solidFill>
                            <a:schemeClr val="tx1">
                              <a:lumMod val="50000"/>
                            </a:schemeClr>
                          </a:solidFill>
                          <a:effectLst/>
                          <a:latin typeface="+mn-lt"/>
                          <a:ea typeface="+mn-ea"/>
                        </a:rPr>
                        <a:t> </a:t>
                      </a:r>
                      <a:r>
                        <a:rPr lang="en-US" sz="1600" baseline="0" dirty="0" err="1">
                          <a:solidFill>
                            <a:schemeClr val="tx1">
                              <a:lumMod val="50000"/>
                            </a:schemeClr>
                          </a:solidFill>
                          <a:effectLst/>
                          <a:latin typeface="+mn-lt"/>
                          <a:ea typeface="+mn-ea"/>
                        </a:rPr>
                        <a:t>đơn</a:t>
                      </a:r>
                      <a:r>
                        <a:rPr lang="en-US" sz="1600" baseline="0" dirty="0">
                          <a:solidFill>
                            <a:schemeClr val="tx1">
                              <a:lumMod val="50000"/>
                            </a:schemeClr>
                          </a:solidFill>
                          <a:effectLst/>
                          <a:latin typeface="+mn-lt"/>
                          <a:ea typeface="+mn-ea"/>
                        </a:rPr>
                        <a:t> </a:t>
                      </a:r>
                      <a:r>
                        <a:rPr lang="en-US" sz="1600" baseline="0" dirty="0" err="1">
                          <a:solidFill>
                            <a:schemeClr val="tx1">
                              <a:lumMod val="50000"/>
                            </a:schemeClr>
                          </a:solidFill>
                          <a:effectLst/>
                          <a:latin typeface="+mn-lt"/>
                          <a:ea typeface="+mn-ea"/>
                        </a:rPr>
                        <a:t>tiêu</a:t>
                      </a:r>
                      <a:r>
                        <a:rPr lang="en-US" sz="1600" baseline="0" dirty="0">
                          <a:solidFill>
                            <a:schemeClr val="tx1">
                              <a:lumMod val="50000"/>
                            </a:schemeClr>
                          </a:solidFill>
                          <a:effectLst/>
                          <a:latin typeface="+mn-lt"/>
                          <a:ea typeface="+mn-ea"/>
                        </a:rPr>
                        <a:t> </a:t>
                      </a:r>
                      <a:r>
                        <a:rPr lang="en-US" sz="1600" baseline="0" dirty="0" err="1">
                          <a:solidFill>
                            <a:schemeClr val="tx1">
                              <a:lumMod val="50000"/>
                            </a:schemeClr>
                          </a:solidFill>
                          <a:effectLst/>
                          <a:latin typeface="+mn-lt"/>
                          <a:ea typeface="+mn-ea"/>
                        </a:rPr>
                        <a:t>chuẩn</a:t>
                      </a:r>
                      <a:r>
                        <a:rPr lang="en-US" sz="1600" baseline="0" dirty="0">
                          <a:solidFill>
                            <a:schemeClr val="tx1">
                              <a:lumMod val="50000"/>
                            </a:schemeClr>
                          </a:solidFill>
                          <a:effectLst/>
                          <a:latin typeface="+mn-lt"/>
                          <a:ea typeface="+mn-ea"/>
                        </a:rPr>
                        <a:t> (KN)</a:t>
                      </a:r>
                      <a:endParaRPr lang="en-US" sz="1600" dirty="0">
                        <a:solidFill>
                          <a:schemeClr val="tx1">
                            <a:lumMod val="50000"/>
                          </a:schemeClr>
                        </a:solidFill>
                        <a:effectLst/>
                        <a:latin typeface="Times New Roman"/>
                        <a:ea typeface="MS Mincho"/>
                      </a:endParaRPr>
                    </a:p>
                  </a:txBody>
                  <a:tcPr marL="68580" marR="68580" marT="0" marB="0" anchor="ctr"/>
                </a:tc>
                <a:tc rowSpan="2">
                  <a:txBody>
                    <a:bodyPr/>
                    <a:lstStyle/>
                    <a:p>
                      <a:pPr marL="0" marR="0" algn="ctr">
                        <a:lnSpc>
                          <a:spcPct val="110000"/>
                        </a:lnSpc>
                        <a:spcBef>
                          <a:spcPts val="600"/>
                        </a:spcBef>
                        <a:spcAft>
                          <a:spcPts val="0"/>
                        </a:spcAft>
                      </a:pPr>
                      <a:r>
                        <a:rPr lang="en-US" sz="1600" dirty="0" err="1">
                          <a:solidFill>
                            <a:schemeClr val="tx1">
                              <a:lumMod val="50000"/>
                            </a:schemeClr>
                          </a:solidFill>
                          <a:effectLst/>
                        </a:rPr>
                        <a:t>Loại</a:t>
                      </a:r>
                      <a:r>
                        <a:rPr lang="en-US" sz="1600" baseline="0" dirty="0">
                          <a:solidFill>
                            <a:schemeClr val="tx1">
                              <a:lumMod val="50000"/>
                            </a:schemeClr>
                          </a:solidFill>
                          <a:effectLst/>
                        </a:rPr>
                        <a:t> </a:t>
                      </a:r>
                      <a:r>
                        <a:rPr lang="en-US" sz="1600" baseline="0" dirty="0" err="1">
                          <a:solidFill>
                            <a:schemeClr val="tx1">
                              <a:lumMod val="50000"/>
                            </a:schemeClr>
                          </a:solidFill>
                          <a:effectLst/>
                        </a:rPr>
                        <a:t>mặt</a:t>
                      </a:r>
                      <a:r>
                        <a:rPr lang="en-US" sz="1600" baseline="0" dirty="0">
                          <a:solidFill>
                            <a:schemeClr val="tx1">
                              <a:lumMod val="50000"/>
                            </a:schemeClr>
                          </a:solidFill>
                          <a:effectLst/>
                        </a:rPr>
                        <a:t> </a:t>
                      </a:r>
                      <a:r>
                        <a:rPr lang="en-US" sz="1600" baseline="0" dirty="0" err="1">
                          <a:solidFill>
                            <a:schemeClr val="tx1">
                              <a:lumMod val="50000"/>
                            </a:schemeClr>
                          </a:solidFill>
                          <a:effectLst/>
                        </a:rPr>
                        <a:t>đường</a:t>
                      </a:r>
                      <a:endParaRPr lang="en-US" sz="1600" dirty="0">
                        <a:solidFill>
                          <a:schemeClr val="tx1">
                            <a:lumMod val="50000"/>
                          </a:schemeClr>
                        </a:solidFill>
                        <a:effectLst/>
                        <a:latin typeface="Times New Roman"/>
                        <a:ea typeface="MS Mincho"/>
                      </a:endParaRPr>
                    </a:p>
                  </a:txBody>
                  <a:tcPr marL="68580" marR="68580" marT="0" marB="0" anchor="ctr"/>
                </a:tc>
                <a:tc gridSpan="10">
                  <a:txBody>
                    <a:bodyPr/>
                    <a:lstStyle/>
                    <a:p>
                      <a:pPr marL="0" marR="0" algn="ctr">
                        <a:lnSpc>
                          <a:spcPct val="110000"/>
                        </a:lnSpc>
                        <a:spcBef>
                          <a:spcPts val="600"/>
                        </a:spcBef>
                        <a:spcAft>
                          <a:spcPts val="0"/>
                        </a:spcAft>
                      </a:pPr>
                      <a:r>
                        <a:rPr lang="en-US" sz="1600" dirty="0" err="1">
                          <a:solidFill>
                            <a:schemeClr val="tx1">
                              <a:lumMod val="50000"/>
                            </a:schemeClr>
                          </a:solidFill>
                          <a:effectLst/>
                        </a:rPr>
                        <a:t>Mô</a:t>
                      </a:r>
                      <a:r>
                        <a:rPr lang="en-US" sz="1600" baseline="0" dirty="0">
                          <a:solidFill>
                            <a:schemeClr val="tx1">
                              <a:lumMod val="50000"/>
                            </a:schemeClr>
                          </a:solidFill>
                          <a:effectLst/>
                        </a:rPr>
                        <a:t> </a:t>
                      </a:r>
                      <a:r>
                        <a:rPr lang="en-US" sz="1600" baseline="0" dirty="0" err="1">
                          <a:solidFill>
                            <a:schemeClr val="tx1">
                              <a:lumMod val="50000"/>
                            </a:schemeClr>
                          </a:solidFill>
                          <a:effectLst/>
                        </a:rPr>
                        <a:t>đun</a:t>
                      </a:r>
                      <a:r>
                        <a:rPr lang="en-US" sz="1600" baseline="0" dirty="0">
                          <a:solidFill>
                            <a:schemeClr val="tx1">
                              <a:lumMod val="50000"/>
                            </a:schemeClr>
                          </a:solidFill>
                          <a:effectLst/>
                        </a:rPr>
                        <a:t> </a:t>
                      </a:r>
                      <a:r>
                        <a:rPr lang="en-US" sz="1600" baseline="0" dirty="0" err="1">
                          <a:solidFill>
                            <a:schemeClr val="tx1">
                              <a:lumMod val="50000"/>
                            </a:schemeClr>
                          </a:solidFill>
                          <a:effectLst/>
                        </a:rPr>
                        <a:t>đàn</a:t>
                      </a:r>
                      <a:r>
                        <a:rPr lang="en-US" sz="1600" baseline="0" dirty="0">
                          <a:solidFill>
                            <a:schemeClr val="tx1">
                              <a:lumMod val="50000"/>
                            </a:schemeClr>
                          </a:solidFill>
                          <a:effectLst/>
                        </a:rPr>
                        <a:t> </a:t>
                      </a:r>
                      <a:r>
                        <a:rPr lang="en-US" sz="1600" baseline="0" dirty="0" err="1">
                          <a:solidFill>
                            <a:schemeClr val="tx1">
                              <a:lumMod val="50000"/>
                            </a:schemeClr>
                          </a:solidFill>
                          <a:effectLst/>
                        </a:rPr>
                        <a:t>hồi</a:t>
                      </a:r>
                      <a:r>
                        <a:rPr lang="en-US" sz="1600" baseline="0" dirty="0">
                          <a:solidFill>
                            <a:schemeClr val="tx1">
                              <a:lumMod val="50000"/>
                            </a:schemeClr>
                          </a:solidFill>
                          <a:effectLst/>
                        </a:rPr>
                        <a:t> </a:t>
                      </a:r>
                      <a:r>
                        <a:rPr lang="en-US" sz="1600" baseline="0" dirty="0" err="1">
                          <a:solidFill>
                            <a:schemeClr val="tx1">
                              <a:lumMod val="50000"/>
                            </a:schemeClr>
                          </a:solidFill>
                          <a:effectLst/>
                        </a:rPr>
                        <a:t>yêu</a:t>
                      </a:r>
                      <a:r>
                        <a:rPr lang="en-US" sz="1600" baseline="0" dirty="0">
                          <a:solidFill>
                            <a:schemeClr val="tx1">
                              <a:lumMod val="50000"/>
                            </a:schemeClr>
                          </a:solidFill>
                          <a:effectLst/>
                        </a:rPr>
                        <a:t> </a:t>
                      </a:r>
                      <a:r>
                        <a:rPr lang="en-US" sz="1600" baseline="0" dirty="0" err="1">
                          <a:solidFill>
                            <a:schemeClr val="tx1">
                              <a:lumMod val="50000"/>
                            </a:schemeClr>
                          </a:solidFill>
                          <a:effectLst/>
                        </a:rPr>
                        <a:t>cầu</a:t>
                      </a:r>
                      <a:r>
                        <a:rPr lang="en-US" sz="1600" baseline="0" dirty="0">
                          <a:solidFill>
                            <a:schemeClr val="tx1">
                              <a:lumMod val="50000"/>
                            </a:schemeClr>
                          </a:solidFill>
                          <a:effectLst/>
                        </a:rPr>
                        <a:t> </a:t>
                      </a:r>
                      <a:r>
                        <a:rPr lang="en-US" sz="1600" dirty="0" err="1">
                          <a:solidFill>
                            <a:schemeClr val="tx1">
                              <a:lumMod val="50000"/>
                            </a:schemeClr>
                          </a:solidFill>
                          <a:effectLst/>
                        </a:rPr>
                        <a:t>Eyc</a:t>
                      </a:r>
                      <a:r>
                        <a:rPr lang="en-US" sz="1600" dirty="0">
                          <a:solidFill>
                            <a:schemeClr val="tx1">
                              <a:lumMod val="50000"/>
                            </a:schemeClr>
                          </a:solidFill>
                          <a:effectLst/>
                        </a:rPr>
                        <a:t> (</a:t>
                      </a:r>
                      <a:r>
                        <a:rPr lang="en-US" sz="1600" dirty="0" err="1">
                          <a:solidFill>
                            <a:schemeClr val="tx1">
                              <a:lumMod val="50000"/>
                            </a:schemeClr>
                          </a:solidFill>
                          <a:effectLst/>
                        </a:rPr>
                        <a:t>MPa</a:t>
                      </a:r>
                      <a:r>
                        <a:rPr lang="en-US" sz="1600" dirty="0">
                          <a:solidFill>
                            <a:schemeClr val="tx1">
                              <a:lumMod val="50000"/>
                            </a:schemeClr>
                          </a:solidFill>
                          <a:effectLst/>
                        </a:rPr>
                        <a:t>), </a:t>
                      </a:r>
                      <a:r>
                        <a:rPr lang="en-US" sz="1600" dirty="0" err="1">
                          <a:solidFill>
                            <a:schemeClr val="tx1">
                              <a:lumMod val="50000"/>
                            </a:schemeClr>
                          </a:solidFill>
                          <a:effectLst/>
                        </a:rPr>
                        <a:t>theo</a:t>
                      </a:r>
                      <a:r>
                        <a:rPr lang="en-US" sz="1600" baseline="0" dirty="0">
                          <a:solidFill>
                            <a:schemeClr val="tx1">
                              <a:lumMod val="50000"/>
                            </a:schemeClr>
                          </a:solidFill>
                          <a:effectLst/>
                        </a:rPr>
                        <a:t> </a:t>
                      </a:r>
                      <a:r>
                        <a:rPr lang="en-US" sz="1600" baseline="0" dirty="0" err="1">
                          <a:solidFill>
                            <a:schemeClr val="tx1">
                              <a:lumMod val="50000"/>
                            </a:schemeClr>
                          </a:solidFill>
                          <a:effectLst/>
                        </a:rPr>
                        <a:t>lưu</a:t>
                      </a:r>
                      <a:r>
                        <a:rPr lang="en-US" sz="1600" baseline="0" dirty="0">
                          <a:solidFill>
                            <a:schemeClr val="tx1">
                              <a:lumMod val="50000"/>
                            </a:schemeClr>
                          </a:solidFill>
                          <a:effectLst/>
                        </a:rPr>
                        <a:t> </a:t>
                      </a:r>
                      <a:r>
                        <a:rPr lang="en-US" sz="1600" baseline="0" dirty="0" err="1">
                          <a:solidFill>
                            <a:schemeClr val="tx1">
                              <a:lumMod val="50000"/>
                            </a:schemeClr>
                          </a:solidFill>
                          <a:effectLst/>
                        </a:rPr>
                        <a:t>lượng</a:t>
                      </a:r>
                      <a:r>
                        <a:rPr lang="en-US" sz="1600" baseline="0" dirty="0">
                          <a:solidFill>
                            <a:schemeClr val="tx1">
                              <a:lumMod val="50000"/>
                            </a:schemeClr>
                          </a:solidFill>
                          <a:effectLst/>
                        </a:rPr>
                        <a:t> </a:t>
                      </a:r>
                      <a:r>
                        <a:rPr lang="en-US" sz="1600" baseline="0" dirty="0" err="1">
                          <a:solidFill>
                            <a:schemeClr val="tx1">
                              <a:lumMod val="50000"/>
                            </a:schemeClr>
                          </a:solidFill>
                          <a:effectLst/>
                        </a:rPr>
                        <a:t>trục</a:t>
                      </a:r>
                      <a:r>
                        <a:rPr lang="en-US" sz="1600" baseline="0" dirty="0">
                          <a:solidFill>
                            <a:schemeClr val="tx1">
                              <a:lumMod val="50000"/>
                            </a:schemeClr>
                          </a:solidFill>
                          <a:effectLst/>
                        </a:rPr>
                        <a:t> </a:t>
                      </a:r>
                      <a:r>
                        <a:rPr lang="en-US" sz="1600" baseline="0" dirty="0" err="1">
                          <a:solidFill>
                            <a:schemeClr val="tx1">
                              <a:lumMod val="50000"/>
                            </a:schemeClr>
                          </a:solidFill>
                          <a:effectLst/>
                        </a:rPr>
                        <a:t>tiêu</a:t>
                      </a:r>
                      <a:r>
                        <a:rPr lang="en-US" sz="1600" baseline="0" dirty="0">
                          <a:solidFill>
                            <a:schemeClr val="tx1">
                              <a:lumMod val="50000"/>
                            </a:schemeClr>
                          </a:solidFill>
                          <a:effectLst/>
                        </a:rPr>
                        <a:t> </a:t>
                      </a:r>
                      <a:r>
                        <a:rPr lang="en-US" sz="1600" baseline="0" dirty="0" err="1">
                          <a:solidFill>
                            <a:schemeClr val="tx1">
                              <a:lumMod val="50000"/>
                            </a:schemeClr>
                          </a:solidFill>
                          <a:effectLst/>
                        </a:rPr>
                        <a:t>chuẩn</a:t>
                      </a:r>
                      <a:r>
                        <a:rPr lang="en-US" sz="1600" baseline="0" dirty="0">
                          <a:solidFill>
                            <a:schemeClr val="tx1">
                              <a:lumMod val="50000"/>
                            </a:schemeClr>
                          </a:solidFill>
                          <a:effectLst/>
                        </a:rPr>
                        <a:t> </a:t>
                      </a:r>
                      <a:r>
                        <a:rPr lang="en-US" sz="1600" baseline="0" dirty="0" err="1">
                          <a:solidFill>
                            <a:schemeClr val="tx1">
                              <a:lumMod val="50000"/>
                            </a:schemeClr>
                          </a:solidFill>
                          <a:effectLst/>
                        </a:rPr>
                        <a:t>trong</a:t>
                      </a:r>
                      <a:r>
                        <a:rPr lang="en-US" sz="1600" baseline="0" dirty="0">
                          <a:solidFill>
                            <a:schemeClr val="tx1">
                              <a:lumMod val="50000"/>
                            </a:schemeClr>
                          </a:solidFill>
                          <a:effectLst/>
                        </a:rPr>
                        <a:t> </a:t>
                      </a:r>
                      <a:r>
                        <a:rPr lang="en-US" sz="1600" baseline="0" dirty="0" err="1">
                          <a:solidFill>
                            <a:schemeClr val="tx1">
                              <a:lumMod val="50000"/>
                            </a:schemeClr>
                          </a:solidFill>
                          <a:effectLst/>
                        </a:rPr>
                        <a:t>thời</a:t>
                      </a:r>
                      <a:r>
                        <a:rPr lang="en-US" sz="1600" baseline="0" dirty="0">
                          <a:solidFill>
                            <a:schemeClr val="tx1">
                              <a:lumMod val="50000"/>
                            </a:schemeClr>
                          </a:solidFill>
                          <a:effectLst/>
                        </a:rPr>
                        <a:t> </a:t>
                      </a:r>
                      <a:r>
                        <a:rPr lang="en-US" sz="1600" baseline="0" dirty="0" err="1">
                          <a:solidFill>
                            <a:schemeClr val="tx1">
                              <a:lumMod val="50000"/>
                            </a:schemeClr>
                          </a:solidFill>
                          <a:effectLst/>
                        </a:rPr>
                        <a:t>gian</a:t>
                      </a:r>
                      <a:r>
                        <a:rPr lang="en-US" sz="1600" baseline="0" dirty="0">
                          <a:solidFill>
                            <a:schemeClr val="tx1">
                              <a:lumMod val="50000"/>
                            </a:schemeClr>
                          </a:solidFill>
                          <a:effectLst/>
                        </a:rPr>
                        <a:t> </a:t>
                      </a:r>
                      <a:r>
                        <a:rPr lang="en-US" sz="1600" baseline="0" dirty="0" err="1">
                          <a:solidFill>
                            <a:schemeClr val="tx1">
                              <a:lumMod val="50000"/>
                            </a:schemeClr>
                          </a:solidFill>
                          <a:effectLst/>
                        </a:rPr>
                        <a:t>thiết</a:t>
                      </a:r>
                      <a:r>
                        <a:rPr lang="en-US" sz="1600" baseline="0" dirty="0">
                          <a:solidFill>
                            <a:schemeClr val="tx1">
                              <a:lumMod val="50000"/>
                            </a:schemeClr>
                          </a:solidFill>
                          <a:effectLst/>
                        </a:rPr>
                        <a:t> </a:t>
                      </a:r>
                      <a:r>
                        <a:rPr lang="en-US" sz="1600" baseline="0" dirty="0" err="1">
                          <a:solidFill>
                            <a:schemeClr val="tx1">
                              <a:lumMod val="50000"/>
                            </a:schemeClr>
                          </a:solidFill>
                          <a:effectLst/>
                        </a:rPr>
                        <a:t>kế</a:t>
                      </a:r>
                      <a:r>
                        <a:rPr lang="en-US" sz="1600" baseline="0" dirty="0">
                          <a:solidFill>
                            <a:schemeClr val="tx1">
                              <a:lumMod val="50000"/>
                            </a:schemeClr>
                          </a:solidFill>
                          <a:effectLst/>
                        </a:rPr>
                        <a:t> </a:t>
                      </a:r>
                      <a:r>
                        <a:rPr lang="en-US" sz="1600" dirty="0">
                          <a:solidFill>
                            <a:schemeClr val="tx1">
                              <a:lumMod val="50000"/>
                            </a:schemeClr>
                          </a:solidFill>
                          <a:effectLst/>
                        </a:rPr>
                        <a:t>(</a:t>
                      </a:r>
                      <a:r>
                        <a:rPr lang="en-US" sz="1600" dirty="0" err="1">
                          <a:solidFill>
                            <a:schemeClr val="tx1">
                              <a:lumMod val="50000"/>
                            </a:schemeClr>
                          </a:solidFill>
                          <a:effectLst/>
                        </a:rPr>
                        <a:t>trục</a:t>
                      </a:r>
                      <a:r>
                        <a:rPr lang="en-US" sz="1600" dirty="0">
                          <a:solidFill>
                            <a:schemeClr val="tx1">
                              <a:lumMod val="50000"/>
                            </a:schemeClr>
                          </a:solidFill>
                          <a:effectLst/>
                        </a:rPr>
                        <a:t>/</a:t>
                      </a:r>
                      <a:r>
                        <a:rPr lang="en-US" sz="1600" dirty="0" err="1">
                          <a:solidFill>
                            <a:schemeClr val="tx1">
                              <a:lumMod val="50000"/>
                            </a:schemeClr>
                          </a:solidFill>
                          <a:effectLst/>
                        </a:rPr>
                        <a:t>ngày</a:t>
                      </a:r>
                      <a:r>
                        <a:rPr lang="en-US" sz="1600" dirty="0">
                          <a:solidFill>
                            <a:schemeClr val="tx1">
                              <a:lumMod val="50000"/>
                            </a:schemeClr>
                          </a:solidFill>
                          <a:effectLst/>
                        </a:rPr>
                        <a:t>/</a:t>
                      </a:r>
                      <a:r>
                        <a:rPr lang="en-US" sz="1600" dirty="0" err="1">
                          <a:solidFill>
                            <a:schemeClr val="tx1">
                              <a:lumMod val="50000"/>
                            </a:schemeClr>
                          </a:solidFill>
                          <a:effectLst/>
                        </a:rPr>
                        <a:t>làn</a:t>
                      </a:r>
                      <a:r>
                        <a:rPr lang="en-US" sz="1600" dirty="0">
                          <a:solidFill>
                            <a:schemeClr val="tx1">
                              <a:lumMod val="50000"/>
                            </a:schemeClr>
                          </a:solidFill>
                          <a:effectLst/>
                        </a:rPr>
                        <a:t>)</a:t>
                      </a:r>
                      <a:endParaRPr lang="en-US" sz="1600" dirty="0">
                        <a:solidFill>
                          <a:schemeClr val="tx1">
                            <a:lumMod val="50000"/>
                          </a:schemeClr>
                        </a:solidFill>
                        <a:effectLst/>
                        <a:latin typeface="Times New Roman"/>
                        <a:ea typeface="MS Mincho"/>
                      </a:endParaRPr>
                    </a:p>
                  </a:txBody>
                  <a:tcPr marL="68580" marR="6858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67021">
                <a:tc vMerge="1">
                  <a:txBody>
                    <a:bodyPr/>
                    <a:lstStyle/>
                    <a:p>
                      <a:endParaRPr lang="en-US"/>
                    </a:p>
                  </a:txBody>
                  <a:tcPr/>
                </a:tc>
                <a:tc vMerge="1">
                  <a:txBody>
                    <a:bodyPr/>
                    <a:lstStyle/>
                    <a:p>
                      <a:endParaRPr lang="en-US"/>
                    </a:p>
                  </a:txBody>
                  <a:tcPr/>
                </a:tc>
                <a:tc>
                  <a:txBody>
                    <a:bodyPr/>
                    <a:lstStyle/>
                    <a:p>
                      <a:pPr marL="0" marR="0" algn="ctr">
                        <a:lnSpc>
                          <a:spcPct val="110000"/>
                        </a:lnSpc>
                        <a:spcBef>
                          <a:spcPts val="600"/>
                        </a:spcBef>
                        <a:spcAft>
                          <a:spcPts val="0"/>
                        </a:spcAft>
                      </a:pPr>
                      <a:r>
                        <a:rPr lang="en-US" sz="1400" dirty="0">
                          <a:solidFill>
                            <a:schemeClr val="tx1">
                              <a:lumMod val="50000"/>
                            </a:schemeClr>
                          </a:solidFill>
                          <a:effectLst/>
                        </a:rPr>
                        <a:t>10</a:t>
                      </a:r>
                      <a:endParaRPr lang="en-US" sz="1400" dirty="0">
                        <a:solidFill>
                          <a:schemeClr val="tx1">
                            <a:lumMod val="50000"/>
                          </a:schemeClr>
                        </a:solidFill>
                        <a:effectLst/>
                        <a:latin typeface="Times New Roman"/>
                        <a:ea typeface="MS Mincho"/>
                      </a:endParaRPr>
                    </a:p>
                  </a:txBody>
                  <a:tcPr marL="68580" marR="68580" marT="0" marB="0" anchor="ctr"/>
                </a:tc>
                <a:tc>
                  <a:txBody>
                    <a:bodyPr/>
                    <a:lstStyle/>
                    <a:p>
                      <a:pPr marL="0" marR="0" algn="ctr">
                        <a:lnSpc>
                          <a:spcPct val="110000"/>
                        </a:lnSpc>
                        <a:spcBef>
                          <a:spcPts val="600"/>
                        </a:spcBef>
                        <a:spcAft>
                          <a:spcPts val="0"/>
                        </a:spcAft>
                      </a:pPr>
                      <a:r>
                        <a:rPr lang="en-US" sz="1400" dirty="0">
                          <a:solidFill>
                            <a:schemeClr val="tx1">
                              <a:lumMod val="50000"/>
                            </a:schemeClr>
                          </a:solidFill>
                          <a:effectLst/>
                        </a:rPr>
                        <a:t>20</a:t>
                      </a:r>
                      <a:endParaRPr lang="en-US" sz="1400" dirty="0">
                        <a:solidFill>
                          <a:schemeClr val="tx1">
                            <a:lumMod val="50000"/>
                          </a:schemeClr>
                        </a:solidFill>
                        <a:effectLst/>
                        <a:latin typeface="Times New Roman"/>
                        <a:ea typeface="MS Mincho"/>
                      </a:endParaRPr>
                    </a:p>
                  </a:txBody>
                  <a:tcPr marL="68580" marR="68580" marT="0" marB="0" anchor="ctr"/>
                </a:tc>
                <a:tc>
                  <a:txBody>
                    <a:bodyPr/>
                    <a:lstStyle/>
                    <a:p>
                      <a:pPr marL="0" marR="0" algn="ctr">
                        <a:lnSpc>
                          <a:spcPct val="110000"/>
                        </a:lnSpc>
                        <a:spcBef>
                          <a:spcPts val="600"/>
                        </a:spcBef>
                        <a:spcAft>
                          <a:spcPts val="0"/>
                        </a:spcAft>
                      </a:pPr>
                      <a:r>
                        <a:rPr lang="en-US" sz="1400" dirty="0">
                          <a:solidFill>
                            <a:schemeClr val="tx1">
                              <a:lumMod val="50000"/>
                            </a:schemeClr>
                          </a:solidFill>
                          <a:effectLst/>
                        </a:rPr>
                        <a:t>50</a:t>
                      </a:r>
                      <a:endParaRPr lang="en-US" sz="1400" dirty="0">
                        <a:solidFill>
                          <a:schemeClr val="tx1">
                            <a:lumMod val="50000"/>
                          </a:schemeClr>
                        </a:solidFill>
                        <a:effectLst/>
                        <a:latin typeface="Times New Roman"/>
                        <a:ea typeface="MS Mincho"/>
                      </a:endParaRPr>
                    </a:p>
                  </a:txBody>
                  <a:tcPr marL="68580" marR="68580" marT="0" marB="0" anchor="ctr"/>
                </a:tc>
                <a:tc>
                  <a:txBody>
                    <a:bodyPr/>
                    <a:lstStyle/>
                    <a:p>
                      <a:pPr marL="0" marR="0" algn="ctr">
                        <a:lnSpc>
                          <a:spcPct val="110000"/>
                        </a:lnSpc>
                        <a:spcBef>
                          <a:spcPts val="600"/>
                        </a:spcBef>
                        <a:spcAft>
                          <a:spcPts val="0"/>
                        </a:spcAft>
                      </a:pPr>
                      <a:r>
                        <a:rPr lang="en-US" sz="1400" dirty="0">
                          <a:solidFill>
                            <a:schemeClr val="tx1">
                              <a:lumMod val="50000"/>
                            </a:schemeClr>
                          </a:solidFill>
                          <a:effectLst/>
                        </a:rPr>
                        <a:t>100</a:t>
                      </a:r>
                      <a:endParaRPr lang="en-US" sz="1400" dirty="0">
                        <a:solidFill>
                          <a:schemeClr val="tx1">
                            <a:lumMod val="50000"/>
                          </a:schemeClr>
                        </a:solidFill>
                        <a:effectLst/>
                        <a:latin typeface="Times New Roman"/>
                        <a:ea typeface="MS Mincho"/>
                      </a:endParaRPr>
                    </a:p>
                  </a:txBody>
                  <a:tcPr marL="68580" marR="68580" marT="0" marB="0" anchor="ctr"/>
                </a:tc>
                <a:tc>
                  <a:txBody>
                    <a:bodyPr/>
                    <a:lstStyle/>
                    <a:p>
                      <a:pPr marL="0" marR="0" algn="ctr">
                        <a:lnSpc>
                          <a:spcPct val="110000"/>
                        </a:lnSpc>
                        <a:spcBef>
                          <a:spcPts val="600"/>
                        </a:spcBef>
                        <a:spcAft>
                          <a:spcPts val="0"/>
                        </a:spcAft>
                      </a:pPr>
                      <a:r>
                        <a:rPr lang="en-US" sz="1400" dirty="0">
                          <a:solidFill>
                            <a:schemeClr val="tx1">
                              <a:lumMod val="50000"/>
                            </a:schemeClr>
                          </a:solidFill>
                          <a:effectLst/>
                        </a:rPr>
                        <a:t>200</a:t>
                      </a:r>
                      <a:endParaRPr lang="en-US" sz="1400" dirty="0">
                        <a:solidFill>
                          <a:schemeClr val="tx1">
                            <a:lumMod val="50000"/>
                          </a:schemeClr>
                        </a:solidFill>
                        <a:effectLst/>
                        <a:latin typeface="Times New Roman"/>
                        <a:ea typeface="MS Mincho"/>
                      </a:endParaRPr>
                    </a:p>
                  </a:txBody>
                  <a:tcPr marL="68580" marR="68580" marT="0" marB="0" anchor="ctr"/>
                </a:tc>
                <a:tc>
                  <a:txBody>
                    <a:bodyPr/>
                    <a:lstStyle/>
                    <a:p>
                      <a:pPr marL="0" marR="0" algn="ctr">
                        <a:lnSpc>
                          <a:spcPct val="110000"/>
                        </a:lnSpc>
                        <a:spcBef>
                          <a:spcPts val="600"/>
                        </a:spcBef>
                        <a:spcAft>
                          <a:spcPts val="0"/>
                        </a:spcAft>
                      </a:pPr>
                      <a:r>
                        <a:rPr lang="en-US" sz="1400" dirty="0">
                          <a:solidFill>
                            <a:schemeClr val="tx1">
                              <a:lumMod val="50000"/>
                            </a:schemeClr>
                          </a:solidFill>
                          <a:effectLst/>
                        </a:rPr>
                        <a:t>500</a:t>
                      </a:r>
                      <a:endParaRPr lang="en-US" sz="1400" dirty="0">
                        <a:solidFill>
                          <a:schemeClr val="tx1">
                            <a:lumMod val="50000"/>
                          </a:schemeClr>
                        </a:solidFill>
                        <a:effectLst/>
                        <a:latin typeface="Times New Roman"/>
                        <a:ea typeface="MS Mincho"/>
                      </a:endParaRPr>
                    </a:p>
                  </a:txBody>
                  <a:tcPr marL="68580" marR="68580" marT="0" marB="0" anchor="ctr"/>
                </a:tc>
                <a:tc>
                  <a:txBody>
                    <a:bodyPr/>
                    <a:lstStyle/>
                    <a:p>
                      <a:pPr marL="0" marR="0" algn="ctr">
                        <a:lnSpc>
                          <a:spcPct val="110000"/>
                        </a:lnSpc>
                        <a:spcBef>
                          <a:spcPts val="600"/>
                        </a:spcBef>
                        <a:spcAft>
                          <a:spcPts val="0"/>
                        </a:spcAft>
                      </a:pPr>
                      <a:r>
                        <a:rPr lang="en-US" sz="1400" dirty="0">
                          <a:solidFill>
                            <a:schemeClr val="tx1">
                              <a:lumMod val="50000"/>
                            </a:schemeClr>
                          </a:solidFill>
                          <a:effectLst/>
                        </a:rPr>
                        <a:t>1000</a:t>
                      </a:r>
                      <a:endParaRPr lang="en-US" sz="1400" dirty="0">
                        <a:solidFill>
                          <a:schemeClr val="tx1">
                            <a:lumMod val="50000"/>
                          </a:schemeClr>
                        </a:solidFill>
                        <a:effectLst/>
                        <a:latin typeface="Times New Roman"/>
                        <a:ea typeface="MS Mincho"/>
                      </a:endParaRPr>
                    </a:p>
                  </a:txBody>
                  <a:tcPr marL="68580" marR="68580" marT="0" marB="0" anchor="ctr"/>
                </a:tc>
                <a:tc>
                  <a:txBody>
                    <a:bodyPr/>
                    <a:lstStyle/>
                    <a:p>
                      <a:pPr marL="0" marR="0" algn="ctr">
                        <a:lnSpc>
                          <a:spcPct val="110000"/>
                        </a:lnSpc>
                        <a:spcBef>
                          <a:spcPts val="600"/>
                        </a:spcBef>
                        <a:spcAft>
                          <a:spcPts val="0"/>
                        </a:spcAft>
                      </a:pPr>
                      <a:r>
                        <a:rPr lang="en-US" sz="1400" dirty="0">
                          <a:solidFill>
                            <a:schemeClr val="tx1">
                              <a:lumMod val="50000"/>
                            </a:schemeClr>
                          </a:solidFill>
                          <a:effectLst/>
                        </a:rPr>
                        <a:t>2000</a:t>
                      </a:r>
                      <a:endParaRPr lang="en-US" sz="1400" dirty="0">
                        <a:solidFill>
                          <a:schemeClr val="tx1">
                            <a:lumMod val="50000"/>
                          </a:schemeClr>
                        </a:solidFill>
                        <a:effectLst/>
                        <a:latin typeface="Times New Roman"/>
                        <a:ea typeface="MS Mincho"/>
                      </a:endParaRPr>
                    </a:p>
                  </a:txBody>
                  <a:tcPr marL="68580" marR="68580" marT="0" marB="0" anchor="ctr"/>
                </a:tc>
                <a:tc>
                  <a:txBody>
                    <a:bodyPr/>
                    <a:lstStyle/>
                    <a:p>
                      <a:pPr marL="0" marR="0" algn="ctr">
                        <a:lnSpc>
                          <a:spcPct val="110000"/>
                        </a:lnSpc>
                        <a:spcBef>
                          <a:spcPts val="600"/>
                        </a:spcBef>
                        <a:spcAft>
                          <a:spcPts val="0"/>
                        </a:spcAft>
                      </a:pPr>
                      <a:r>
                        <a:rPr lang="en-US" sz="1400" dirty="0">
                          <a:solidFill>
                            <a:schemeClr val="tx1">
                              <a:lumMod val="50000"/>
                            </a:schemeClr>
                          </a:solidFill>
                          <a:effectLst/>
                        </a:rPr>
                        <a:t>5000</a:t>
                      </a:r>
                      <a:endParaRPr lang="en-US" sz="1400" dirty="0">
                        <a:solidFill>
                          <a:schemeClr val="tx1">
                            <a:lumMod val="50000"/>
                          </a:schemeClr>
                        </a:solidFill>
                        <a:effectLst/>
                        <a:latin typeface="Times New Roman"/>
                        <a:ea typeface="MS Mincho"/>
                      </a:endParaRPr>
                    </a:p>
                  </a:txBody>
                  <a:tcPr marL="68580" marR="68580" marT="0" marB="0" anchor="ctr"/>
                </a:tc>
                <a:tc>
                  <a:txBody>
                    <a:bodyPr/>
                    <a:lstStyle/>
                    <a:p>
                      <a:pPr marL="0" marR="0" algn="ctr">
                        <a:lnSpc>
                          <a:spcPct val="110000"/>
                        </a:lnSpc>
                        <a:spcBef>
                          <a:spcPts val="600"/>
                        </a:spcBef>
                        <a:spcAft>
                          <a:spcPts val="0"/>
                        </a:spcAft>
                      </a:pPr>
                      <a:r>
                        <a:rPr lang="en-US" sz="1400" dirty="0">
                          <a:solidFill>
                            <a:schemeClr val="tx1">
                              <a:lumMod val="50000"/>
                            </a:schemeClr>
                          </a:solidFill>
                          <a:effectLst/>
                        </a:rPr>
                        <a:t>7000</a:t>
                      </a:r>
                      <a:endParaRPr lang="en-US" sz="1400" dirty="0">
                        <a:solidFill>
                          <a:schemeClr val="tx1">
                            <a:lumMod val="50000"/>
                          </a:schemeClr>
                        </a:solidFill>
                        <a:effectLst/>
                        <a:latin typeface="Times New Roman"/>
                        <a:ea typeface="MS Mincho"/>
                      </a:endParaRPr>
                    </a:p>
                  </a:txBody>
                  <a:tcPr marL="68580" marR="68580" marT="0" marB="0" anchor="ctr"/>
                </a:tc>
                <a:extLst>
                  <a:ext uri="{0D108BD9-81ED-4DB2-BD59-A6C34878D82A}">
                    <a16:rowId xmlns:a16="http://schemas.microsoft.com/office/drawing/2014/main" val="10001"/>
                  </a:ext>
                </a:extLst>
              </a:tr>
              <a:tr h="467021">
                <a:tc rowSpan="3">
                  <a:txBody>
                    <a:bodyPr/>
                    <a:lstStyle/>
                    <a:p>
                      <a:pPr marL="0" marR="0" algn="ctr">
                        <a:lnSpc>
                          <a:spcPct val="110000"/>
                        </a:lnSpc>
                        <a:spcBef>
                          <a:spcPts val="600"/>
                        </a:spcBef>
                        <a:spcAft>
                          <a:spcPts val="0"/>
                        </a:spcAft>
                      </a:pPr>
                      <a:r>
                        <a:rPr lang="en-US" sz="1600" dirty="0">
                          <a:solidFill>
                            <a:schemeClr val="tx1">
                              <a:lumMod val="50000"/>
                            </a:schemeClr>
                          </a:solidFill>
                          <a:effectLst/>
                        </a:rPr>
                        <a:t>100</a:t>
                      </a:r>
                      <a:endParaRPr lang="en-US" sz="1600" dirty="0">
                        <a:solidFill>
                          <a:schemeClr val="tx1">
                            <a:lumMod val="50000"/>
                          </a:schemeClr>
                        </a:solidFill>
                        <a:effectLst/>
                        <a:latin typeface="Times New Roman"/>
                        <a:ea typeface="MS Mincho"/>
                      </a:endParaRPr>
                    </a:p>
                  </a:txBody>
                  <a:tcPr marL="68580" marR="68580" marT="0" marB="0" anchor="ctr"/>
                </a:tc>
                <a:tc>
                  <a:txBody>
                    <a:bodyPr/>
                    <a:lstStyle/>
                    <a:p>
                      <a:pPr marL="0" marR="0">
                        <a:lnSpc>
                          <a:spcPct val="110000"/>
                        </a:lnSpc>
                        <a:spcBef>
                          <a:spcPts val="600"/>
                        </a:spcBef>
                        <a:spcAft>
                          <a:spcPts val="0"/>
                        </a:spcAft>
                      </a:pPr>
                      <a:r>
                        <a:rPr lang="en-US" sz="1600" dirty="0" err="1">
                          <a:solidFill>
                            <a:schemeClr val="tx1">
                              <a:lumMod val="50000"/>
                            </a:schemeClr>
                          </a:solidFill>
                          <a:effectLst/>
                        </a:rPr>
                        <a:t>Cấp</a:t>
                      </a:r>
                      <a:r>
                        <a:rPr lang="en-US" sz="1600" dirty="0">
                          <a:solidFill>
                            <a:schemeClr val="tx1">
                              <a:lumMod val="50000"/>
                            </a:schemeClr>
                          </a:solidFill>
                          <a:effectLst/>
                        </a:rPr>
                        <a:t> A1</a:t>
                      </a:r>
                      <a:endParaRPr lang="en-US" sz="1600" dirty="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133</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147</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160</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178</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192</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207</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224</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235</a:t>
                      </a:r>
                      <a:endParaRPr lang="en-US" sz="1600">
                        <a:solidFill>
                          <a:schemeClr val="tx1">
                            <a:lumMod val="50000"/>
                          </a:schemeClr>
                        </a:solidFill>
                        <a:effectLst/>
                        <a:latin typeface="Times New Roman"/>
                        <a:ea typeface="MS Mincho"/>
                      </a:endParaRPr>
                    </a:p>
                  </a:txBody>
                  <a:tcPr marL="68580" marR="68580" marT="0" marB="0"/>
                </a:tc>
                <a:extLst>
                  <a:ext uri="{0D108BD9-81ED-4DB2-BD59-A6C34878D82A}">
                    <a16:rowId xmlns:a16="http://schemas.microsoft.com/office/drawing/2014/main" val="10002"/>
                  </a:ext>
                </a:extLst>
              </a:tr>
              <a:tr h="467021">
                <a:tc vMerge="1">
                  <a:txBody>
                    <a:bodyPr/>
                    <a:lstStyle/>
                    <a:p>
                      <a:endParaRPr lang="en-US"/>
                    </a:p>
                  </a:txBody>
                  <a:tcPr/>
                </a:tc>
                <a:tc>
                  <a:txBody>
                    <a:bodyPr/>
                    <a:lstStyle/>
                    <a:p>
                      <a:pPr marL="0" marR="0">
                        <a:lnSpc>
                          <a:spcPct val="110000"/>
                        </a:lnSpc>
                        <a:spcBef>
                          <a:spcPts val="600"/>
                        </a:spcBef>
                        <a:spcAft>
                          <a:spcPts val="0"/>
                        </a:spcAft>
                      </a:pPr>
                      <a:r>
                        <a:rPr lang="en-US" sz="1600" dirty="0" err="1">
                          <a:solidFill>
                            <a:schemeClr val="tx1">
                              <a:lumMod val="50000"/>
                            </a:schemeClr>
                          </a:solidFill>
                          <a:effectLst/>
                        </a:rPr>
                        <a:t>Cấp</a:t>
                      </a:r>
                      <a:r>
                        <a:rPr lang="en-US" sz="1600" dirty="0">
                          <a:solidFill>
                            <a:schemeClr val="tx1">
                              <a:lumMod val="50000"/>
                            </a:schemeClr>
                          </a:solidFill>
                          <a:effectLst/>
                        </a:rPr>
                        <a:t> A2</a:t>
                      </a:r>
                      <a:endParaRPr lang="en-US" sz="1600" dirty="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91</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110</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122</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135</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153</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dirty="0">
                          <a:solidFill>
                            <a:schemeClr val="tx1">
                              <a:lumMod val="50000"/>
                            </a:schemeClr>
                          </a:solidFill>
                          <a:effectLst/>
                        </a:rPr>
                        <a:t> </a:t>
                      </a:r>
                      <a:endParaRPr lang="en-US" sz="1600" dirty="0">
                        <a:solidFill>
                          <a:schemeClr val="tx1">
                            <a:lumMod val="50000"/>
                          </a:schemeClr>
                        </a:solidFill>
                        <a:effectLst/>
                        <a:latin typeface="Times New Roman"/>
                        <a:ea typeface="MS Mincho"/>
                      </a:endParaRPr>
                    </a:p>
                  </a:txBody>
                  <a:tcPr marL="68580" marR="68580" marT="0" marB="0"/>
                </a:tc>
                <a:extLst>
                  <a:ext uri="{0D108BD9-81ED-4DB2-BD59-A6C34878D82A}">
                    <a16:rowId xmlns:a16="http://schemas.microsoft.com/office/drawing/2014/main" val="10003"/>
                  </a:ext>
                </a:extLst>
              </a:tr>
              <a:tr h="467021">
                <a:tc vMerge="1">
                  <a:txBody>
                    <a:bodyPr/>
                    <a:lstStyle/>
                    <a:p>
                      <a:endParaRPr lang="en-US"/>
                    </a:p>
                  </a:txBody>
                  <a:tcPr/>
                </a:tc>
                <a:tc>
                  <a:txBody>
                    <a:bodyPr/>
                    <a:lstStyle/>
                    <a:p>
                      <a:pPr marL="0" marR="0">
                        <a:lnSpc>
                          <a:spcPct val="110000"/>
                        </a:lnSpc>
                        <a:spcBef>
                          <a:spcPts val="600"/>
                        </a:spcBef>
                        <a:spcAft>
                          <a:spcPts val="0"/>
                        </a:spcAft>
                      </a:pPr>
                      <a:r>
                        <a:rPr lang="en-US" sz="1600" dirty="0" err="1">
                          <a:solidFill>
                            <a:schemeClr val="tx1">
                              <a:lumMod val="50000"/>
                            </a:schemeClr>
                          </a:solidFill>
                          <a:effectLst/>
                        </a:rPr>
                        <a:t>Cấp</a:t>
                      </a:r>
                      <a:r>
                        <a:rPr lang="en-US" sz="1600" dirty="0">
                          <a:solidFill>
                            <a:schemeClr val="tx1">
                              <a:lumMod val="50000"/>
                            </a:schemeClr>
                          </a:solidFill>
                          <a:effectLst/>
                        </a:rPr>
                        <a:t> B1</a:t>
                      </a:r>
                      <a:endParaRPr lang="en-US" sz="1600" dirty="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64</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82</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94</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Times New Roman"/>
                        <a:ea typeface="MS Mincho"/>
                      </a:endParaRPr>
                    </a:p>
                  </a:txBody>
                  <a:tcPr marL="68580" marR="68580" marT="0" marB="0"/>
                </a:tc>
                <a:extLst>
                  <a:ext uri="{0D108BD9-81ED-4DB2-BD59-A6C34878D82A}">
                    <a16:rowId xmlns:a16="http://schemas.microsoft.com/office/drawing/2014/main" val="10004"/>
                  </a:ext>
                </a:extLst>
              </a:tr>
              <a:tr h="467021">
                <a:tc rowSpan="3">
                  <a:txBody>
                    <a:bodyPr/>
                    <a:lstStyle/>
                    <a:p>
                      <a:pPr marL="0" marR="0" algn="ctr">
                        <a:lnSpc>
                          <a:spcPct val="110000"/>
                        </a:lnSpc>
                        <a:spcBef>
                          <a:spcPts val="600"/>
                        </a:spcBef>
                        <a:spcAft>
                          <a:spcPts val="0"/>
                        </a:spcAft>
                      </a:pPr>
                      <a:r>
                        <a:rPr lang="en-US" sz="1600" dirty="0">
                          <a:solidFill>
                            <a:schemeClr val="tx1">
                              <a:lumMod val="50000"/>
                            </a:schemeClr>
                          </a:solidFill>
                          <a:effectLst/>
                        </a:rPr>
                        <a:t>120</a:t>
                      </a:r>
                      <a:endParaRPr lang="en-US" sz="1600" dirty="0">
                        <a:solidFill>
                          <a:schemeClr val="tx1">
                            <a:lumMod val="50000"/>
                          </a:schemeClr>
                        </a:solidFill>
                        <a:effectLst/>
                        <a:latin typeface="Times New Roman"/>
                        <a:ea typeface="MS Mincho"/>
                      </a:endParaRPr>
                    </a:p>
                  </a:txBody>
                  <a:tcPr marL="68580" marR="68580" marT="0" marB="0" anchor="ctr"/>
                </a:tc>
                <a:tc>
                  <a:txBody>
                    <a:bodyPr/>
                    <a:lstStyle/>
                    <a:p>
                      <a:pPr marL="0" marR="0">
                        <a:lnSpc>
                          <a:spcPct val="110000"/>
                        </a:lnSpc>
                        <a:spcBef>
                          <a:spcPts val="600"/>
                        </a:spcBef>
                        <a:spcAft>
                          <a:spcPts val="0"/>
                        </a:spcAft>
                      </a:pPr>
                      <a:r>
                        <a:rPr lang="en-US" sz="1600" dirty="0" err="1">
                          <a:solidFill>
                            <a:schemeClr val="tx1">
                              <a:lumMod val="50000"/>
                            </a:schemeClr>
                          </a:solidFill>
                          <a:effectLst/>
                        </a:rPr>
                        <a:t>Cấp</a:t>
                      </a:r>
                      <a:r>
                        <a:rPr lang="en-US" sz="1600" dirty="0">
                          <a:solidFill>
                            <a:schemeClr val="tx1">
                              <a:lumMod val="50000"/>
                            </a:schemeClr>
                          </a:solidFill>
                          <a:effectLst/>
                        </a:rPr>
                        <a:t> A1</a:t>
                      </a:r>
                      <a:endParaRPr lang="en-US" sz="1600" dirty="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127</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146</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161</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173</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190</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204</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218</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235</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253</a:t>
                      </a:r>
                      <a:endParaRPr lang="en-US" sz="1600">
                        <a:solidFill>
                          <a:schemeClr val="tx1">
                            <a:lumMod val="50000"/>
                          </a:schemeClr>
                        </a:solidFill>
                        <a:effectLst/>
                        <a:latin typeface="Times New Roman"/>
                        <a:ea typeface="MS Mincho"/>
                      </a:endParaRPr>
                    </a:p>
                  </a:txBody>
                  <a:tcPr marL="68580" marR="68580" marT="0" marB="0"/>
                </a:tc>
                <a:extLst>
                  <a:ext uri="{0D108BD9-81ED-4DB2-BD59-A6C34878D82A}">
                    <a16:rowId xmlns:a16="http://schemas.microsoft.com/office/drawing/2014/main" val="10005"/>
                  </a:ext>
                </a:extLst>
              </a:tr>
              <a:tr h="467021">
                <a:tc vMerge="1">
                  <a:txBody>
                    <a:bodyPr/>
                    <a:lstStyle/>
                    <a:p>
                      <a:endParaRPr lang="en-US"/>
                    </a:p>
                  </a:txBody>
                  <a:tcPr/>
                </a:tc>
                <a:tc>
                  <a:txBody>
                    <a:bodyPr/>
                    <a:lstStyle/>
                    <a:p>
                      <a:pPr marL="0" marR="0">
                        <a:lnSpc>
                          <a:spcPct val="110000"/>
                        </a:lnSpc>
                        <a:spcBef>
                          <a:spcPts val="600"/>
                        </a:spcBef>
                        <a:spcAft>
                          <a:spcPts val="0"/>
                        </a:spcAft>
                      </a:pPr>
                      <a:r>
                        <a:rPr lang="en-US" sz="1600" dirty="0" err="1">
                          <a:solidFill>
                            <a:schemeClr val="tx1">
                              <a:lumMod val="50000"/>
                            </a:schemeClr>
                          </a:solidFill>
                          <a:effectLst/>
                        </a:rPr>
                        <a:t>Cấp</a:t>
                      </a:r>
                      <a:r>
                        <a:rPr lang="en-US" sz="1600" dirty="0">
                          <a:solidFill>
                            <a:schemeClr val="tx1">
                              <a:lumMod val="50000"/>
                            </a:schemeClr>
                          </a:solidFill>
                          <a:effectLst/>
                        </a:rPr>
                        <a:t> A2</a:t>
                      </a:r>
                      <a:endParaRPr lang="en-US" sz="1600" dirty="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90</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103</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120</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133</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146</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163</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Times New Roman"/>
                        <a:ea typeface="MS Mincho"/>
                      </a:endParaRPr>
                    </a:p>
                  </a:txBody>
                  <a:tcPr marL="68580" marR="68580" marT="0" marB="0"/>
                </a:tc>
                <a:extLst>
                  <a:ext uri="{0D108BD9-81ED-4DB2-BD59-A6C34878D82A}">
                    <a16:rowId xmlns:a16="http://schemas.microsoft.com/office/drawing/2014/main" val="10006"/>
                  </a:ext>
                </a:extLst>
              </a:tr>
              <a:tr h="467021">
                <a:tc vMerge="1">
                  <a:txBody>
                    <a:bodyPr/>
                    <a:lstStyle/>
                    <a:p>
                      <a:endParaRPr lang="en-US"/>
                    </a:p>
                  </a:txBody>
                  <a:tcPr/>
                </a:tc>
                <a:tc>
                  <a:txBody>
                    <a:bodyPr/>
                    <a:lstStyle/>
                    <a:p>
                      <a:pPr marL="0" marR="0">
                        <a:lnSpc>
                          <a:spcPct val="110000"/>
                        </a:lnSpc>
                        <a:spcBef>
                          <a:spcPts val="600"/>
                        </a:spcBef>
                        <a:spcAft>
                          <a:spcPts val="0"/>
                        </a:spcAft>
                      </a:pPr>
                      <a:r>
                        <a:rPr lang="en-US" sz="1600" dirty="0" err="1">
                          <a:solidFill>
                            <a:schemeClr val="tx1">
                              <a:lumMod val="50000"/>
                            </a:schemeClr>
                          </a:solidFill>
                          <a:effectLst/>
                        </a:rPr>
                        <a:t>Cấp</a:t>
                      </a:r>
                      <a:r>
                        <a:rPr lang="en-US" sz="1600" dirty="0">
                          <a:solidFill>
                            <a:schemeClr val="tx1">
                              <a:lumMod val="50000"/>
                            </a:schemeClr>
                          </a:solidFill>
                          <a:effectLst/>
                        </a:rPr>
                        <a:t> B1</a:t>
                      </a:r>
                      <a:endParaRPr lang="en-US" sz="1600" dirty="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79</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98</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111</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a:solidFill>
                            <a:schemeClr val="tx1">
                              <a:lumMod val="50000"/>
                            </a:schemeClr>
                          </a:solidFill>
                          <a:effectLst/>
                        </a:rPr>
                        <a:t> </a:t>
                      </a:r>
                      <a:endParaRPr lang="en-US" sz="1600">
                        <a:solidFill>
                          <a:schemeClr val="tx1">
                            <a:lumMod val="50000"/>
                          </a:schemeClr>
                        </a:solidFill>
                        <a:effectLst/>
                        <a:latin typeface="Times New Roman"/>
                        <a:ea typeface="MS Mincho"/>
                      </a:endParaRPr>
                    </a:p>
                  </a:txBody>
                  <a:tcPr marL="68580" marR="68580" marT="0" marB="0"/>
                </a:tc>
                <a:tc>
                  <a:txBody>
                    <a:bodyPr/>
                    <a:lstStyle/>
                    <a:p>
                      <a:pPr marL="0" marR="0" algn="ctr">
                        <a:lnSpc>
                          <a:spcPct val="110000"/>
                        </a:lnSpc>
                        <a:spcBef>
                          <a:spcPts val="600"/>
                        </a:spcBef>
                        <a:spcAft>
                          <a:spcPts val="0"/>
                        </a:spcAft>
                      </a:pPr>
                      <a:r>
                        <a:rPr lang="en-US" sz="1600" dirty="0">
                          <a:solidFill>
                            <a:schemeClr val="tx1">
                              <a:lumMod val="50000"/>
                            </a:schemeClr>
                          </a:solidFill>
                          <a:effectLst/>
                        </a:rPr>
                        <a:t> </a:t>
                      </a:r>
                      <a:endParaRPr lang="en-US" sz="1600" dirty="0">
                        <a:solidFill>
                          <a:schemeClr val="tx1">
                            <a:lumMod val="50000"/>
                          </a:schemeClr>
                        </a:solidFill>
                        <a:effectLst/>
                        <a:latin typeface="Times New Roman"/>
                        <a:ea typeface="MS Mincho"/>
                      </a:endParaRPr>
                    </a:p>
                  </a:txBody>
                  <a:tcPr marL="68580" marR="68580" marT="0" marB="0"/>
                </a:tc>
                <a:extLst>
                  <a:ext uri="{0D108BD9-81ED-4DB2-BD59-A6C34878D82A}">
                    <a16:rowId xmlns:a16="http://schemas.microsoft.com/office/drawing/2014/main" val="10007"/>
                  </a:ext>
                </a:extLst>
              </a:tr>
            </a:tbl>
          </a:graphicData>
        </a:graphic>
      </p:graphicFrame>
      <p:sp>
        <p:nvSpPr>
          <p:cNvPr id="6" name="Rectangle 5"/>
          <p:cNvSpPr>
            <a:spLocks noChangeArrowheads="1"/>
          </p:cNvSpPr>
          <p:nvPr/>
        </p:nvSpPr>
        <p:spPr bwMode="auto">
          <a:xfrm>
            <a:off x="533400" y="332006"/>
            <a:ext cx="612795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spcBef>
                <a:spcPct val="50000"/>
              </a:spcBef>
            </a:pPr>
            <a:r>
              <a:rPr lang="en-US" sz="2000" b="1" dirty="0" err="1">
                <a:solidFill>
                  <a:srgbClr val="FF0000"/>
                </a:solidFill>
              </a:rPr>
              <a:t>Sự</a:t>
            </a:r>
            <a:r>
              <a:rPr lang="en-US" sz="2000" b="1" dirty="0">
                <a:solidFill>
                  <a:srgbClr val="FF0000"/>
                </a:solidFill>
              </a:rPr>
              <a:t> </a:t>
            </a:r>
            <a:r>
              <a:rPr lang="en-US" sz="2000" b="1" dirty="0" err="1">
                <a:solidFill>
                  <a:srgbClr val="FF0000"/>
                </a:solidFill>
              </a:rPr>
              <a:t>xuống</a:t>
            </a:r>
            <a:r>
              <a:rPr lang="en-US" sz="2000" b="1" dirty="0">
                <a:solidFill>
                  <a:srgbClr val="FF0000"/>
                </a:solidFill>
              </a:rPr>
              <a:t> </a:t>
            </a:r>
            <a:r>
              <a:rPr lang="en-US" sz="2000" b="1" dirty="0" err="1">
                <a:solidFill>
                  <a:srgbClr val="FF0000"/>
                </a:solidFill>
              </a:rPr>
              <a:t>cấp</a:t>
            </a:r>
            <a:r>
              <a:rPr lang="en-US" sz="2000" b="1" dirty="0">
                <a:solidFill>
                  <a:srgbClr val="FF0000"/>
                </a:solidFill>
              </a:rPr>
              <a:t> </a:t>
            </a:r>
            <a:r>
              <a:rPr lang="en-US" sz="2000" b="1" dirty="0" err="1">
                <a:solidFill>
                  <a:srgbClr val="FF0000"/>
                </a:solidFill>
              </a:rPr>
              <a:t>của</a:t>
            </a:r>
            <a:r>
              <a:rPr lang="en-US" sz="2000" b="1" dirty="0">
                <a:solidFill>
                  <a:srgbClr val="FF0000"/>
                </a:solidFill>
              </a:rPr>
              <a:t> </a:t>
            </a:r>
            <a:r>
              <a:rPr lang="en-US" sz="2000" b="1" dirty="0" err="1">
                <a:solidFill>
                  <a:srgbClr val="FF0000"/>
                </a:solidFill>
              </a:rPr>
              <a:t>mặt</a:t>
            </a:r>
            <a:r>
              <a:rPr lang="en-US" sz="2000" b="1" dirty="0">
                <a:solidFill>
                  <a:srgbClr val="FF0000"/>
                </a:solidFill>
              </a:rPr>
              <a:t> </a:t>
            </a:r>
            <a:r>
              <a:rPr lang="en-US" sz="2000" b="1" dirty="0" err="1">
                <a:solidFill>
                  <a:srgbClr val="FF0000"/>
                </a:solidFill>
              </a:rPr>
              <a:t>đường</a:t>
            </a:r>
            <a:endParaRPr lang="en-US" sz="2000" b="1" dirty="0">
              <a:solidFill>
                <a:srgbClr val="FF0000"/>
              </a:solidFill>
            </a:endParaRPr>
          </a:p>
        </p:txBody>
      </p:sp>
    </p:spTree>
    <p:extLst>
      <p:ext uri="{BB962C8B-B14F-4D97-AF65-F5344CB8AC3E}">
        <p14:creationId xmlns:p14="http://schemas.microsoft.com/office/powerpoint/2010/main" val="24839089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04800" y="1240858"/>
            <a:ext cx="8033657" cy="369332"/>
          </a:xfrm>
          <a:prstGeom prst="rect">
            <a:avLst/>
          </a:prstGeom>
        </p:spPr>
        <p:txBody>
          <a:bodyPr wrap="square">
            <a:spAutoFit/>
          </a:bodyPr>
          <a:lstStyle/>
          <a:p>
            <a:r>
              <a:rPr lang="en-US" b="1" dirty="0" err="1">
                <a:solidFill>
                  <a:srgbClr val="0070C0"/>
                </a:solidFill>
              </a:rPr>
              <a:t>Các</a:t>
            </a:r>
            <a:r>
              <a:rPr lang="en-US" b="1" dirty="0">
                <a:solidFill>
                  <a:srgbClr val="0070C0"/>
                </a:solidFill>
              </a:rPr>
              <a:t> </a:t>
            </a:r>
            <a:r>
              <a:rPr lang="en-US" b="1" dirty="0" err="1">
                <a:solidFill>
                  <a:srgbClr val="0070C0"/>
                </a:solidFill>
              </a:rPr>
              <a:t>phương</a:t>
            </a:r>
            <a:r>
              <a:rPr lang="en-US" b="1" dirty="0">
                <a:solidFill>
                  <a:srgbClr val="0070C0"/>
                </a:solidFill>
              </a:rPr>
              <a:t> </a:t>
            </a:r>
            <a:r>
              <a:rPr lang="en-US" b="1" dirty="0" err="1">
                <a:solidFill>
                  <a:srgbClr val="0070C0"/>
                </a:solidFill>
              </a:rPr>
              <a:t>pháp</a:t>
            </a:r>
            <a:r>
              <a:rPr lang="en-US" b="1" dirty="0">
                <a:solidFill>
                  <a:srgbClr val="0070C0"/>
                </a:solidFill>
              </a:rPr>
              <a:t> </a:t>
            </a:r>
            <a:r>
              <a:rPr lang="en-US" b="1" dirty="0" err="1">
                <a:solidFill>
                  <a:srgbClr val="0070C0"/>
                </a:solidFill>
              </a:rPr>
              <a:t>sử</a:t>
            </a:r>
            <a:r>
              <a:rPr lang="en-US" b="1" dirty="0">
                <a:solidFill>
                  <a:srgbClr val="0070C0"/>
                </a:solidFill>
              </a:rPr>
              <a:t> </a:t>
            </a:r>
            <a:r>
              <a:rPr lang="en-US" b="1" dirty="0" err="1">
                <a:solidFill>
                  <a:srgbClr val="0070C0"/>
                </a:solidFill>
              </a:rPr>
              <a:t>dụng</a:t>
            </a:r>
            <a:r>
              <a:rPr lang="en-US" b="1" dirty="0">
                <a:solidFill>
                  <a:srgbClr val="0070C0"/>
                </a:solidFill>
              </a:rPr>
              <a:t> </a:t>
            </a:r>
            <a:r>
              <a:rPr lang="en-US" b="1" dirty="0" err="1">
                <a:solidFill>
                  <a:srgbClr val="0070C0"/>
                </a:solidFill>
              </a:rPr>
              <a:t>mô</a:t>
            </a:r>
            <a:r>
              <a:rPr lang="en-US" b="1" dirty="0">
                <a:solidFill>
                  <a:srgbClr val="0070C0"/>
                </a:solidFill>
              </a:rPr>
              <a:t> </a:t>
            </a:r>
            <a:r>
              <a:rPr lang="en-US" b="1" dirty="0" err="1">
                <a:solidFill>
                  <a:srgbClr val="0070C0"/>
                </a:solidFill>
              </a:rPr>
              <a:t>hình</a:t>
            </a:r>
            <a:r>
              <a:rPr lang="en-US" b="1" dirty="0">
                <a:solidFill>
                  <a:srgbClr val="0070C0"/>
                </a:solidFill>
              </a:rPr>
              <a:t> </a:t>
            </a:r>
            <a:r>
              <a:rPr lang="en-US" b="1" dirty="0" err="1">
                <a:solidFill>
                  <a:srgbClr val="0070C0"/>
                </a:solidFill>
              </a:rPr>
              <a:t>hồi</a:t>
            </a:r>
            <a:r>
              <a:rPr lang="en-US" b="1" dirty="0">
                <a:solidFill>
                  <a:srgbClr val="0070C0"/>
                </a:solidFill>
              </a:rPr>
              <a:t> qui</a:t>
            </a:r>
            <a:endParaRPr lang="en-US" dirty="0">
              <a:solidFill>
                <a:srgbClr val="0070C0"/>
              </a:solidFill>
            </a:endParaRPr>
          </a:p>
        </p:txBody>
      </p:sp>
      <p:sp>
        <p:nvSpPr>
          <p:cNvPr id="6" name="Rectangle 5"/>
          <p:cNvSpPr/>
          <p:nvPr/>
        </p:nvSpPr>
        <p:spPr>
          <a:xfrm>
            <a:off x="1098988" y="1729563"/>
            <a:ext cx="7420898" cy="1132618"/>
          </a:xfrm>
          <a:prstGeom prst="rect">
            <a:avLst/>
          </a:prstGeom>
        </p:spPr>
        <p:txBody>
          <a:bodyPr wrap="square">
            <a:spAutoFit/>
          </a:bodyPr>
          <a:lstStyle/>
          <a:p>
            <a:pPr>
              <a:lnSpc>
                <a:spcPct val="120000"/>
              </a:lnSpc>
              <a:spcBef>
                <a:spcPts val="600"/>
              </a:spcBef>
            </a:pPr>
            <a:r>
              <a:rPr lang="en-US" sz="1600" b="1" i="1" dirty="0" err="1">
                <a:solidFill>
                  <a:schemeClr val="accent4">
                    <a:lumMod val="50000"/>
                  </a:schemeClr>
                </a:solidFill>
              </a:rPr>
              <a:t>Hồi</a:t>
            </a:r>
            <a:r>
              <a:rPr lang="en-US" sz="1600" b="1" i="1" dirty="0">
                <a:solidFill>
                  <a:schemeClr val="accent4">
                    <a:lumMod val="50000"/>
                  </a:schemeClr>
                </a:solidFill>
              </a:rPr>
              <a:t> qui </a:t>
            </a:r>
            <a:r>
              <a:rPr lang="en-US" sz="1600" b="1" i="1" dirty="0" err="1">
                <a:solidFill>
                  <a:schemeClr val="accent4">
                    <a:lumMod val="50000"/>
                  </a:schemeClr>
                </a:solidFill>
              </a:rPr>
              <a:t>tuyến</a:t>
            </a:r>
            <a:r>
              <a:rPr lang="en-US" sz="1600" b="1" i="1" dirty="0">
                <a:solidFill>
                  <a:schemeClr val="accent4">
                    <a:lumMod val="50000"/>
                  </a:schemeClr>
                </a:solidFill>
              </a:rPr>
              <a:t> </a:t>
            </a:r>
            <a:r>
              <a:rPr lang="en-US" sz="1600" b="1" i="1" dirty="0" err="1">
                <a:solidFill>
                  <a:schemeClr val="accent4">
                    <a:lumMod val="50000"/>
                  </a:schemeClr>
                </a:solidFill>
              </a:rPr>
              <a:t>tính</a:t>
            </a:r>
            <a:r>
              <a:rPr lang="en-US" sz="1600" b="1" i="1" dirty="0">
                <a:solidFill>
                  <a:schemeClr val="accent4">
                    <a:lumMod val="50000"/>
                  </a:schemeClr>
                </a:solidFill>
              </a:rPr>
              <a:t> </a:t>
            </a:r>
            <a:r>
              <a:rPr lang="en-US" sz="1600" b="1" i="1" dirty="0" err="1">
                <a:solidFill>
                  <a:schemeClr val="accent4">
                    <a:lumMod val="50000"/>
                  </a:schemeClr>
                </a:solidFill>
              </a:rPr>
              <a:t>đơn</a:t>
            </a:r>
            <a:r>
              <a:rPr lang="en-US" sz="1600" b="1" i="1" dirty="0">
                <a:solidFill>
                  <a:schemeClr val="accent4">
                    <a:lumMod val="50000"/>
                  </a:schemeClr>
                </a:solidFill>
              </a:rPr>
              <a:t> </a:t>
            </a:r>
            <a:r>
              <a:rPr lang="en-US" sz="1600" b="1" i="1" dirty="0" err="1">
                <a:solidFill>
                  <a:schemeClr val="accent4">
                    <a:lumMod val="50000"/>
                  </a:schemeClr>
                </a:solidFill>
              </a:rPr>
              <a:t>biến</a:t>
            </a:r>
            <a:r>
              <a:rPr lang="en-US" sz="1600" b="1" i="1" dirty="0">
                <a:solidFill>
                  <a:schemeClr val="accent4">
                    <a:lumMod val="50000"/>
                  </a:schemeClr>
                </a:solidFill>
              </a:rPr>
              <a:t>	</a:t>
            </a:r>
            <a:r>
              <a:rPr lang="en-US" sz="1600" dirty="0" err="1">
                <a:solidFill>
                  <a:srgbClr val="030405"/>
                </a:solidFill>
              </a:rPr>
              <a:t>y</a:t>
            </a:r>
            <a:r>
              <a:rPr lang="en-US" sz="1600" baseline="-25000" dirty="0" err="1">
                <a:solidFill>
                  <a:srgbClr val="030405"/>
                </a:solidFill>
              </a:rPr>
              <a:t>i</a:t>
            </a:r>
            <a:r>
              <a:rPr lang="en-US" sz="1600" dirty="0">
                <a:solidFill>
                  <a:srgbClr val="030405"/>
                </a:solidFill>
              </a:rPr>
              <a:t> = </a:t>
            </a:r>
            <a:r>
              <a:rPr lang="en-US" sz="1600" dirty="0">
                <a:solidFill>
                  <a:srgbClr val="030405"/>
                </a:solidFill>
                <a:sym typeface="Symbol"/>
              </a:rPr>
              <a:t></a:t>
            </a:r>
            <a:r>
              <a:rPr lang="en-US" sz="1600" dirty="0">
                <a:solidFill>
                  <a:srgbClr val="030405"/>
                </a:solidFill>
              </a:rPr>
              <a:t> + </a:t>
            </a:r>
            <a:r>
              <a:rPr lang="en-US" sz="1600" dirty="0">
                <a:solidFill>
                  <a:srgbClr val="030405"/>
                </a:solidFill>
                <a:sym typeface="Symbol"/>
              </a:rPr>
              <a:t></a:t>
            </a:r>
            <a:r>
              <a:rPr lang="en-US" sz="1600" dirty="0">
                <a:solidFill>
                  <a:srgbClr val="030405"/>
                </a:solidFill>
              </a:rPr>
              <a:t> x</a:t>
            </a:r>
            <a:r>
              <a:rPr lang="en-US" sz="1600" baseline="-25000" dirty="0">
                <a:solidFill>
                  <a:srgbClr val="030405"/>
                </a:solidFill>
              </a:rPr>
              <a:t>i </a:t>
            </a:r>
            <a:r>
              <a:rPr lang="en-US" sz="1600" dirty="0">
                <a:solidFill>
                  <a:srgbClr val="030405"/>
                </a:solidFill>
              </a:rPr>
              <a:t> + </a:t>
            </a:r>
            <a:r>
              <a:rPr lang="en-US" sz="1600" dirty="0">
                <a:solidFill>
                  <a:srgbClr val="030405"/>
                </a:solidFill>
                <a:sym typeface="Symbol"/>
              </a:rPr>
              <a:t></a:t>
            </a:r>
            <a:r>
              <a:rPr lang="en-US" sz="1600" baseline="-25000" dirty="0"/>
              <a:t>I</a:t>
            </a:r>
          </a:p>
          <a:p>
            <a:pPr>
              <a:lnSpc>
                <a:spcPct val="120000"/>
              </a:lnSpc>
              <a:spcBef>
                <a:spcPts val="600"/>
              </a:spcBef>
            </a:pPr>
            <a:r>
              <a:rPr lang="en-US" sz="1600" b="1" i="1" dirty="0" err="1">
                <a:solidFill>
                  <a:schemeClr val="accent4">
                    <a:lumMod val="50000"/>
                  </a:schemeClr>
                </a:solidFill>
              </a:rPr>
              <a:t>Hồi</a:t>
            </a:r>
            <a:r>
              <a:rPr lang="en-US" sz="1600" b="1" i="1" dirty="0">
                <a:solidFill>
                  <a:schemeClr val="accent4">
                    <a:lumMod val="50000"/>
                  </a:schemeClr>
                </a:solidFill>
              </a:rPr>
              <a:t> qui </a:t>
            </a:r>
            <a:r>
              <a:rPr lang="en-US" sz="1600" b="1" i="1" dirty="0" err="1">
                <a:solidFill>
                  <a:schemeClr val="accent4">
                    <a:lumMod val="50000"/>
                  </a:schemeClr>
                </a:solidFill>
              </a:rPr>
              <a:t>tuyến</a:t>
            </a:r>
            <a:r>
              <a:rPr lang="en-US" sz="1600" b="1" i="1" dirty="0">
                <a:solidFill>
                  <a:schemeClr val="accent4">
                    <a:lumMod val="50000"/>
                  </a:schemeClr>
                </a:solidFill>
              </a:rPr>
              <a:t> </a:t>
            </a:r>
            <a:r>
              <a:rPr lang="en-US" sz="1600" b="1" i="1" dirty="0" err="1">
                <a:solidFill>
                  <a:schemeClr val="accent4">
                    <a:lumMod val="50000"/>
                  </a:schemeClr>
                </a:solidFill>
              </a:rPr>
              <a:t>tính</a:t>
            </a:r>
            <a:r>
              <a:rPr lang="en-US" sz="1600" b="1" i="1" dirty="0">
                <a:solidFill>
                  <a:schemeClr val="accent4">
                    <a:lumMod val="50000"/>
                  </a:schemeClr>
                </a:solidFill>
              </a:rPr>
              <a:t> </a:t>
            </a:r>
            <a:r>
              <a:rPr lang="en-US" sz="1600" b="1" i="1" dirty="0" err="1">
                <a:solidFill>
                  <a:schemeClr val="accent4">
                    <a:lumMod val="50000"/>
                  </a:schemeClr>
                </a:solidFill>
              </a:rPr>
              <a:t>đa</a:t>
            </a:r>
            <a:r>
              <a:rPr lang="en-US" sz="1600" b="1" i="1" dirty="0">
                <a:solidFill>
                  <a:schemeClr val="accent4">
                    <a:lumMod val="50000"/>
                  </a:schemeClr>
                </a:solidFill>
              </a:rPr>
              <a:t> </a:t>
            </a:r>
            <a:r>
              <a:rPr lang="en-US" sz="1600" b="1" i="1" dirty="0" err="1">
                <a:solidFill>
                  <a:schemeClr val="accent4">
                    <a:lumMod val="50000"/>
                  </a:schemeClr>
                </a:solidFill>
              </a:rPr>
              <a:t>biến</a:t>
            </a:r>
            <a:r>
              <a:rPr lang="en-US" sz="1600" b="1" i="1" dirty="0">
                <a:solidFill>
                  <a:schemeClr val="accent4">
                    <a:lumMod val="50000"/>
                  </a:schemeClr>
                </a:solidFill>
              </a:rPr>
              <a:t> 	</a:t>
            </a:r>
            <a:r>
              <a:rPr lang="en-US" sz="1600" dirty="0" err="1">
                <a:solidFill>
                  <a:schemeClr val="tx1">
                    <a:lumMod val="50000"/>
                  </a:schemeClr>
                </a:solidFill>
              </a:rPr>
              <a:t>y</a:t>
            </a:r>
            <a:r>
              <a:rPr lang="en-US" sz="1600" baseline="-25000" dirty="0" err="1">
                <a:solidFill>
                  <a:schemeClr val="tx1">
                    <a:lumMod val="50000"/>
                  </a:schemeClr>
                </a:solidFill>
              </a:rPr>
              <a:t>i</a:t>
            </a:r>
            <a:r>
              <a:rPr lang="en-US" sz="1600" dirty="0">
                <a:solidFill>
                  <a:schemeClr val="tx1">
                    <a:lumMod val="50000"/>
                  </a:schemeClr>
                </a:solidFill>
              </a:rPr>
              <a:t> = </a:t>
            </a:r>
            <a:r>
              <a:rPr lang="en-US" sz="1600" dirty="0">
                <a:solidFill>
                  <a:schemeClr val="tx1">
                    <a:lumMod val="50000"/>
                  </a:schemeClr>
                </a:solidFill>
                <a:sym typeface="Symbol"/>
              </a:rPr>
              <a:t></a:t>
            </a:r>
            <a:r>
              <a:rPr lang="en-US" sz="1600" dirty="0">
                <a:solidFill>
                  <a:schemeClr val="tx1">
                    <a:lumMod val="50000"/>
                  </a:schemeClr>
                </a:solidFill>
              </a:rPr>
              <a:t>* + </a:t>
            </a:r>
            <a:r>
              <a:rPr lang="en-US" sz="1600" dirty="0">
                <a:solidFill>
                  <a:schemeClr val="tx1">
                    <a:lumMod val="50000"/>
                  </a:schemeClr>
                </a:solidFill>
                <a:sym typeface="Symbol"/>
              </a:rPr>
              <a:t></a:t>
            </a:r>
            <a:r>
              <a:rPr lang="en-US" sz="1600" baseline="-25000" dirty="0">
                <a:solidFill>
                  <a:schemeClr val="tx1">
                    <a:lumMod val="50000"/>
                  </a:schemeClr>
                </a:solidFill>
              </a:rPr>
              <a:t>1</a:t>
            </a:r>
            <a:r>
              <a:rPr lang="en-US" sz="1600" dirty="0">
                <a:solidFill>
                  <a:schemeClr val="tx1">
                    <a:lumMod val="50000"/>
                  </a:schemeClr>
                </a:solidFill>
              </a:rPr>
              <a:t>* x</a:t>
            </a:r>
            <a:r>
              <a:rPr lang="en-US" sz="1600" baseline="-25000" dirty="0">
                <a:solidFill>
                  <a:schemeClr val="tx1">
                    <a:lumMod val="50000"/>
                  </a:schemeClr>
                </a:solidFill>
              </a:rPr>
              <a:t>1i </a:t>
            </a:r>
            <a:r>
              <a:rPr lang="en-US" sz="1600" dirty="0">
                <a:solidFill>
                  <a:schemeClr val="tx1">
                    <a:lumMod val="50000"/>
                  </a:schemeClr>
                </a:solidFill>
              </a:rPr>
              <a:t> + </a:t>
            </a:r>
            <a:r>
              <a:rPr lang="en-US" sz="1600" dirty="0">
                <a:solidFill>
                  <a:schemeClr val="tx1">
                    <a:lumMod val="50000"/>
                  </a:schemeClr>
                </a:solidFill>
                <a:sym typeface="Symbol"/>
              </a:rPr>
              <a:t></a:t>
            </a:r>
            <a:r>
              <a:rPr lang="en-US" sz="1600" baseline="-25000" dirty="0">
                <a:solidFill>
                  <a:schemeClr val="tx1">
                    <a:lumMod val="50000"/>
                  </a:schemeClr>
                </a:solidFill>
              </a:rPr>
              <a:t>2</a:t>
            </a:r>
            <a:r>
              <a:rPr lang="en-US" sz="1600" dirty="0">
                <a:solidFill>
                  <a:schemeClr val="tx1">
                    <a:lumMod val="50000"/>
                  </a:schemeClr>
                </a:solidFill>
              </a:rPr>
              <a:t>* x</a:t>
            </a:r>
            <a:r>
              <a:rPr lang="en-US" sz="1600" baseline="-25000" dirty="0">
                <a:solidFill>
                  <a:schemeClr val="tx1">
                    <a:lumMod val="50000"/>
                  </a:schemeClr>
                </a:solidFill>
              </a:rPr>
              <a:t>2i </a:t>
            </a:r>
            <a:r>
              <a:rPr lang="en-US" sz="1600" dirty="0">
                <a:solidFill>
                  <a:schemeClr val="tx1">
                    <a:lumMod val="50000"/>
                  </a:schemeClr>
                </a:solidFill>
              </a:rPr>
              <a:t> + ... + </a:t>
            </a:r>
            <a:r>
              <a:rPr lang="en-US" sz="1600" dirty="0">
                <a:solidFill>
                  <a:schemeClr val="tx1">
                    <a:lumMod val="50000"/>
                  </a:schemeClr>
                </a:solidFill>
                <a:sym typeface="Symbol"/>
              </a:rPr>
              <a:t></a:t>
            </a:r>
            <a:r>
              <a:rPr lang="en-US" sz="1600" baseline="-25000" dirty="0">
                <a:solidFill>
                  <a:schemeClr val="tx1">
                    <a:lumMod val="50000"/>
                  </a:schemeClr>
                </a:solidFill>
              </a:rPr>
              <a:t>k</a:t>
            </a:r>
            <a:r>
              <a:rPr lang="en-US" sz="1600" dirty="0">
                <a:solidFill>
                  <a:schemeClr val="tx1">
                    <a:lumMod val="50000"/>
                  </a:schemeClr>
                </a:solidFill>
              </a:rPr>
              <a:t>* </a:t>
            </a:r>
            <a:r>
              <a:rPr lang="en-US" sz="1600" dirty="0" err="1">
                <a:solidFill>
                  <a:schemeClr val="tx1">
                    <a:lumMod val="50000"/>
                  </a:schemeClr>
                </a:solidFill>
              </a:rPr>
              <a:t>x</a:t>
            </a:r>
            <a:r>
              <a:rPr lang="en-US" sz="1600" baseline="-25000" dirty="0" err="1">
                <a:solidFill>
                  <a:schemeClr val="tx1">
                    <a:lumMod val="50000"/>
                  </a:schemeClr>
                </a:solidFill>
              </a:rPr>
              <a:t>ki</a:t>
            </a:r>
            <a:r>
              <a:rPr lang="en-US" sz="1600" dirty="0">
                <a:solidFill>
                  <a:schemeClr val="tx1">
                    <a:lumMod val="50000"/>
                  </a:schemeClr>
                </a:solidFill>
              </a:rPr>
              <a:t> + </a:t>
            </a:r>
            <a:r>
              <a:rPr lang="en-US" sz="1600" dirty="0">
                <a:solidFill>
                  <a:schemeClr val="tx1">
                    <a:lumMod val="50000"/>
                  </a:schemeClr>
                </a:solidFill>
                <a:sym typeface="Symbol"/>
              </a:rPr>
              <a:t></a:t>
            </a:r>
            <a:r>
              <a:rPr lang="en-US" sz="1600" baseline="-25000" dirty="0">
                <a:solidFill>
                  <a:schemeClr val="tx1">
                    <a:lumMod val="50000"/>
                  </a:schemeClr>
                </a:solidFill>
              </a:rPr>
              <a:t>I</a:t>
            </a:r>
          </a:p>
          <a:p>
            <a:pPr>
              <a:lnSpc>
                <a:spcPct val="120000"/>
              </a:lnSpc>
              <a:spcBef>
                <a:spcPts val="600"/>
              </a:spcBef>
            </a:pPr>
            <a:r>
              <a:rPr lang="en-US" sz="1600" b="1" i="1" dirty="0" err="1">
                <a:solidFill>
                  <a:schemeClr val="accent4">
                    <a:lumMod val="50000"/>
                  </a:schemeClr>
                </a:solidFill>
              </a:rPr>
              <a:t>Hồi</a:t>
            </a:r>
            <a:r>
              <a:rPr lang="en-US" sz="1600" b="1" i="1" dirty="0">
                <a:solidFill>
                  <a:schemeClr val="accent4">
                    <a:lumMod val="50000"/>
                  </a:schemeClr>
                </a:solidFill>
              </a:rPr>
              <a:t> qui phi </a:t>
            </a:r>
            <a:r>
              <a:rPr lang="en-US" sz="1600" b="1" i="1" dirty="0" err="1">
                <a:solidFill>
                  <a:schemeClr val="accent4">
                    <a:lumMod val="50000"/>
                  </a:schemeClr>
                </a:solidFill>
              </a:rPr>
              <a:t>tuyến</a:t>
            </a:r>
            <a:r>
              <a:rPr lang="en-US" sz="1600" b="1" i="1" dirty="0">
                <a:solidFill>
                  <a:schemeClr val="accent4">
                    <a:lumMod val="50000"/>
                  </a:schemeClr>
                </a:solidFill>
              </a:rPr>
              <a:t>		</a:t>
            </a:r>
            <a:r>
              <a:rPr lang="pt-BR" sz="1600" dirty="0">
                <a:solidFill>
                  <a:schemeClr val="tx1">
                    <a:lumMod val="50000"/>
                  </a:schemeClr>
                </a:solidFill>
              </a:rPr>
              <a:t> y</a:t>
            </a:r>
            <a:r>
              <a:rPr lang="pt-BR" sz="1600" baseline="-25000" dirty="0">
                <a:solidFill>
                  <a:schemeClr val="tx1">
                    <a:lumMod val="50000"/>
                  </a:schemeClr>
                </a:solidFill>
              </a:rPr>
              <a:t>i</a:t>
            </a:r>
            <a:r>
              <a:rPr lang="pt-BR" sz="1600" dirty="0">
                <a:solidFill>
                  <a:schemeClr val="tx1">
                    <a:lumMod val="50000"/>
                  </a:schemeClr>
                </a:solidFill>
              </a:rPr>
              <a:t> = </a:t>
            </a:r>
            <a:r>
              <a:rPr lang="en-US" sz="1600" dirty="0">
                <a:solidFill>
                  <a:schemeClr val="tx1">
                    <a:lumMod val="50000"/>
                  </a:schemeClr>
                </a:solidFill>
                <a:sym typeface="Symbol"/>
              </a:rPr>
              <a:t></a:t>
            </a:r>
            <a:r>
              <a:rPr lang="pt-BR" sz="1600" dirty="0">
                <a:solidFill>
                  <a:schemeClr val="tx1">
                    <a:lumMod val="50000"/>
                  </a:schemeClr>
                </a:solidFill>
              </a:rPr>
              <a:t> + </a:t>
            </a:r>
            <a:r>
              <a:rPr lang="en-US" sz="1600" dirty="0">
                <a:solidFill>
                  <a:schemeClr val="tx1">
                    <a:lumMod val="50000"/>
                  </a:schemeClr>
                </a:solidFill>
                <a:sym typeface="Symbol"/>
              </a:rPr>
              <a:t></a:t>
            </a:r>
            <a:r>
              <a:rPr lang="pt-BR" sz="1600" baseline="-25000" dirty="0">
                <a:solidFill>
                  <a:schemeClr val="tx1">
                    <a:lumMod val="50000"/>
                  </a:schemeClr>
                </a:solidFill>
              </a:rPr>
              <a:t>1</a:t>
            </a:r>
            <a:r>
              <a:rPr lang="pt-BR" sz="1600" dirty="0">
                <a:solidFill>
                  <a:schemeClr val="tx1">
                    <a:lumMod val="50000"/>
                  </a:schemeClr>
                </a:solidFill>
              </a:rPr>
              <a:t>x + </a:t>
            </a:r>
            <a:r>
              <a:rPr lang="en-US" sz="1600" dirty="0">
                <a:solidFill>
                  <a:schemeClr val="tx1">
                    <a:lumMod val="50000"/>
                  </a:schemeClr>
                </a:solidFill>
                <a:sym typeface="Symbol"/>
              </a:rPr>
              <a:t></a:t>
            </a:r>
            <a:r>
              <a:rPr lang="pt-BR" sz="1600" baseline="-25000" dirty="0">
                <a:solidFill>
                  <a:schemeClr val="tx1">
                    <a:lumMod val="50000"/>
                  </a:schemeClr>
                </a:solidFill>
              </a:rPr>
              <a:t>2</a:t>
            </a:r>
            <a:r>
              <a:rPr lang="pt-BR" sz="1600" dirty="0">
                <a:solidFill>
                  <a:schemeClr val="tx1">
                    <a:lumMod val="50000"/>
                  </a:schemeClr>
                </a:solidFill>
              </a:rPr>
              <a:t> x</a:t>
            </a:r>
            <a:r>
              <a:rPr lang="pt-BR" sz="1600" baseline="30000" dirty="0">
                <a:solidFill>
                  <a:schemeClr val="tx1">
                    <a:lumMod val="50000"/>
                  </a:schemeClr>
                </a:solidFill>
              </a:rPr>
              <a:t>2</a:t>
            </a:r>
            <a:r>
              <a:rPr lang="pt-BR" sz="1600" dirty="0">
                <a:solidFill>
                  <a:schemeClr val="tx1">
                    <a:lumMod val="50000"/>
                  </a:schemeClr>
                </a:solidFill>
              </a:rPr>
              <a:t> + ... + </a:t>
            </a:r>
            <a:r>
              <a:rPr lang="en-US" sz="1600" dirty="0">
                <a:solidFill>
                  <a:schemeClr val="tx1">
                    <a:lumMod val="50000"/>
                  </a:schemeClr>
                </a:solidFill>
                <a:sym typeface="Symbol"/>
              </a:rPr>
              <a:t></a:t>
            </a:r>
            <a:r>
              <a:rPr lang="pt-BR" sz="1600" baseline="-25000" dirty="0">
                <a:solidFill>
                  <a:schemeClr val="tx1">
                    <a:lumMod val="50000"/>
                  </a:schemeClr>
                </a:solidFill>
              </a:rPr>
              <a:t>k</a:t>
            </a:r>
            <a:r>
              <a:rPr lang="pt-BR" sz="1600" dirty="0">
                <a:solidFill>
                  <a:schemeClr val="tx1">
                    <a:lumMod val="50000"/>
                  </a:schemeClr>
                </a:solidFill>
              </a:rPr>
              <a:t> x</a:t>
            </a:r>
            <a:r>
              <a:rPr lang="pt-BR" sz="1600" baseline="30000" dirty="0">
                <a:solidFill>
                  <a:schemeClr val="tx1">
                    <a:lumMod val="50000"/>
                  </a:schemeClr>
                </a:solidFill>
              </a:rPr>
              <a:t>n</a:t>
            </a:r>
            <a:r>
              <a:rPr lang="pt-BR" sz="1600" dirty="0">
                <a:solidFill>
                  <a:schemeClr val="tx1">
                    <a:lumMod val="50000"/>
                  </a:schemeClr>
                </a:solidFill>
              </a:rPr>
              <a:t>  + </a:t>
            </a:r>
            <a:r>
              <a:rPr lang="en-US" sz="1600" dirty="0">
                <a:solidFill>
                  <a:schemeClr val="tx1">
                    <a:lumMod val="50000"/>
                  </a:schemeClr>
                </a:solidFill>
                <a:sym typeface="Symbol"/>
              </a:rPr>
              <a:t></a:t>
            </a:r>
            <a:r>
              <a:rPr lang="pt-BR" sz="1600" baseline="-25000" dirty="0">
                <a:solidFill>
                  <a:schemeClr val="tx1">
                    <a:lumMod val="50000"/>
                  </a:schemeClr>
                </a:solidFill>
              </a:rPr>
              <a:t>i</a:t>
            </a:r>
            <a:endParaRPr lang="en-US" sz="1600" dirty="0">
              <a:solidFill>
                <a:schemeClr val="tx1">
                  <a:lumMod val="50000"/>
                </a:schemeClr>
              </a:solidFill>
            </a:endParaRPr>
          </a:p>
        </p:txBody>
      </p:sp>
      <p:sp>
        <p:nvSpPr>
          <p:cNvPr id="7" name="Rectangle 6"/>
          <p:cNvSpPr/>
          <p:nvPr/>
        </p:nvSpPr>
        <p:spPr>
          <a:xfrm>
            <a:off x="1031624" y="3124200"/>
            <a:ext cx="7959975" cy="3213187"/>
          </a:xfrm>
          <a:prstGeom prst="rect">
            <a:avLst/>
          </a:prstGeom>
        </p:spPr>
        <p:txBody>
          <a:bodyPr wrap="square">
            <a:spAutoFit/>
          </a:bodyPr>
          <a:lstStyle/>
          <a:p>
            <a:pPr>
              <a:lnSpc>
                <a:spcPct val="120000"/>
              </a:lnSpc>
              <a:spcBef>
                <a:spcPts val="600"/>
              </a:spcBef>
            </a:pPr>
            <a:r>
              <a:rPr lang="en-US" sz="1600" b="1" dirty="0" err="1">
                <a:solidFill>
                  <a:srgbClr val="050607"/>
                </a:solidFill>
              </a:rPr>
              <a:t>Ví</a:t>
            </a:r>
            <a:r>
              <a:rPr lang="en-US" sz="1600" b="1" dirty="0">
                <a:solidFill>
                  <a:srgbClr val="050607"/>
                </a:solidFill>
              </a:rPr>
              <a:t> </a:t>
            </a:r>
            <a:r>
              <a:rPr lang="en-US" sz="1600" b="1" dirty="0" err="1">
                <a:solidFill>
                  <a:srgbClr val="050607"/>
                </a:solidFill>
              </a:rPr>
              <a:t>dụ</a:t>
            </a:r>
            <a:r>
              <a:rPr lang="en-US" sz="1600" b="1" dirty="0">
                <a:solidFill>
                  <a:srgbClr val="050607"/>
                </a:solidFill>
              </a:rPr>
              <a:t> </a:t>
            </a:r>
            <a:r>
              <a:rPr lang="en-US" sz="1600" b="1" dirty="0" err="1">
                <a:solidFill>
                  <a:srgbClr val="050607"/>
                </a:solidFill>
              </a:rPr>
              <a:t>về</a:t>
            </a:r>
            <a:r>
              <a:rPr lang="en-US" sz="1600" b="1" dirty="0">
                <a:solidFill>
                  <a:srgbClr val="050607"/>
                </a:solidFill>
              </a:rPr>
              <a:t> </a:t>
            </a:r>
            <a:r>
              <a:rPr lang="en-US" sz="1600" b="1" dirty="0" err="1">
                <a:solidFill>
                  <a:srgbClr val="050607"/>
                </a:solidFill>
              </a:rPr>
              <a:t>các</a:t>
            </a:r>
            <a:r>
              <a:rPr lang="en-US" sz="1600" b="1" dirty="0">
                <a:solidFill>
                  <a:srgbClr val="050607"/>
                </a:solidFill>
              </a:rPr>
              <a:t> </a:t>
            </a:r>
            <a:r>
              <a:rPr lang="en-US" sz="1600" b="1" dirty="0" err="1">
                <a:solidFill>
                  <a:srgbClr val="050607"/>
                </a:solidFill>
              </a:rPr>
              <a:t>phương</a:t>
            </a:r>
            <a:r>
              <a:rPr lang="en-US" sz="1600" b="1" dirty="0">
                <a:solidFill>
                  <a:srgbClr val="050607"/>
                </a:solidFill>
              </a:rPr>
              <a:t> </a:t>
            </a:r>
            <a:r>
              <a:rPr lang="en-US" sz="1600" b="1" dirty="0" err="1">
                <a:solidFill>
                  <a:srgbClr val="050607"/>
                </a:solidFill>
              </a:rPr>
              <a:t>trình</a:t>
            </a:r>
            <a:r>
              <a:rPr lang="en-US" sz="1600" b="1" dirty="0">
                <a:solidFill>
                  <a:srgbClr val="050607"/>
                </a:solidFill>
              </a:rPr>
              <a:t> </a:t>
            </a:r>
            <a:r>
              <a:rPr lang="en-US" sz="1600" b="1" dirty="0" err="1">
                <a:solidFill>
                  <a:srgbClr val="050607"/>
                </a:solidFill>
              </a:rPr>
              <a:t>dự</a:t>
            </a:r>
            <a:r>
              <a:rPr lang="en-US" sz="1600" b="1" dirty="0">
                <a:solidFill>
                  <a:srgbClr val="050607"/>
                </a:solidFill>
              </a:rPr>
              <a:t> </a:t>
            </a:r>
            <a:r>
              <a:rPr lang="en-US" sz="1600" b="1" dirty="0" err="1">
                <a:solidFill>
                  <a:srgbClr val="050607"/>
                </a:solidFill>
              </a:rPr>
              <a:t>báo</a:t>
            </a:r>
            <a:r>
              <a:rPr lang="en-US" sz="1600" b="1" dirty="0">
                <a:solidFill>
                  <a:srgbClr val="050607"/>
                </a:solidFill>
              </a:rPr>
              <a:t> </a:t>
            </a:r>
            <a:r>
              <a:rPr lang="en-US" sz="1600" b="1" dirty="0" err="1">
                <a:solidFill>
                  <a:srgbClr val="050607"/>
                </a:solidFill>
              </a:rPr>
              <a:t>tình</a:t>
            </a:r>
            <a:r>
              <a:rPr lang="en-US" sz="1600" b="1" dirty="0">
                <a:solidFill>
                  <a:srgbClr val="050607"/>
                </a:solidFill>
              </a:rPr>
              <a:t> </a:t>
            </a:r>
            <a:r>
              <a:rPr lang="en-US" sz="1600" b="1" dirty="0" err="1">
                <a:solidFill>
                  <a:srgbClr val="050607"/>
                </a:solidFill>
              </a:rPr>
              <a:t>trạng</a:t>
            </a:r>
            <a:r>
              <a:rPr lang="en-US" sz="1600" b="1" dirty="0">
                <a:solidFill>
                  <a:srgbClr val="050607"/>
                </a:solidFill>
              </a:rPr>
              <a:t> </a:t>
            </a:r>
            <a:r>
              <a:rPr lang="en-US" sz="1600" b="1" dirty="0" err="1">
                <a:solidFill>
                  <a:srgbClr val="050607"/>
                </a:solidFill>
              </a:rPr>
              <a:t>mặt</a:t>
            </a:r>
            <a:r>
              <a:rPr lang="en-US" sz="1600" b="1" dirty="0">
                <a:solidFill>
                  <a:srgbClr val="050607"/>
                </a:solidFill>
              </a:rPr>
              <a:t> </a:t>
            </a:r>
            <a:r>
              <a:rPr lang="en-US" sz="1600" b="1" dirty="0" err="1">
                <a:solidFill>
                  <a:srgbClr val="050607"/>
                </a:solidFill>
              </a:rPr>
              <a:t>đường</a:t>
            </a:r>
            <a:r>
              <a:rPr lang="en-US" sz="1600" b="1" dirty="0">
                <a:solidFill>
                  <a:srgbClr val="050607"/>
                </a:solidFill>
              </a:rPr>
              <a:t> – </a:t>
            </a:r>
            <a:r>
              <a:rPr lang="en-US" sz="1600" b="1" dirty="0" err="1">
                <a:solidFill>
                  <a:srgbClr val="050607"/>
                </a:solidFill>
              </a:rPr>
              <a:t>Vụ</a:t>
            </a:r>
            <a:r>
              <a:rPr lang="en-US" sz="1600" b="1" dirty="0">
                <a:solidFill>
                  <a:srgbClr val="050607"/>
                </a:solidFill>
              </a:rPr>
              <a:t> </a:t>
            </a:r>
            <a:r>
              <a:rPr lang="en-US" sz="1600" b="1" dirty="0" err="1">
                <a:solidFill>
                  <a:srgbClr val="050607"/>
                </a:solidFill>
              </a:rPr>
              <a:t>Giao</a:t>
            </a:r>
            <a:r>
              <a:rPr lang="en-US" sz="1600" b="1" dirty="0">
                <a:solidFill>
                  <a:srgbClr val="050607"/>
                </a:solidFill>
              </a:rPr>
              <a:t> </a:t>
            </a:r>
            <a:r>
              <a:rPr lang="en-US" sz="1600" b="1" dirty="0" err="1">
                <a:solidFill>
                  <a:srgbClr val="050607"/>
                </a:solidFill>
              </a:rPr>
              <a:t>thông</a:t>
            </a:r>
            <a:r>
              <a:rPr lang="en-US" sz="1600" b="1" dirty="0">
                <a:solidFill>
                  <a:srgbClr val="050607"/>
                </a:solidFill>
              </a:rPr>
              <a:t> bang Washington (WSDOT):</a:t>
            </a:r>
          </a:p>
          <a:p>
            <a:pPr algn="ctr">
              <a:lnSpc>
                <a:spcPct val="120000"/>
              </a:lnSpc>
              <a:spcBef>
                <a:spcPts val="600"/>
              </a:spcBef>
            </a:pPr>
            <a:r>
              <a:rPr lang="en-US" sz="1600" dirty="0">
                <a:solidFill>
                  <a:schemeClr val="tx1">
                    <a:lumMod val="50000"/>
                  </a:schemeClr>
                </a:solidFill>
              </a:rPr>
              <a:t>	</a:t>
            </a:r>
            <a:r>
              <a:rPr lang="en-US" sz="1600" b="1" dirty="0">
                <a:solidFill>
                  <a:schemeClr val="tx1">
                    <a:lumMod val="50000"/>
                  </a:schemeClr>
                </a:solidFill>
              </a:rPr>
              <a:t>PSC = C – m *</a:t>
            </a:r>
            <a:r>
              <a:rPr lang="en-US" sz="1600" b="1" dirty="0" err="1">
                <a:solidFill>
                  <a:schemeClr val="tx1">
                    <a:lumMod val="50000"/>
                  </a:schemeClr>
                </a:solidFill>
              </a:rPr>
              <a:t>A</a:t>
            </a:r>
            <a:r>
              <a:rPr lang="en-US" sz="1600" b="1" baseline="30000" dirty="0" err="1">
                <a:solidFill>
                  <a:schemeClr val="tx1">
                    <a:lumMod val="50000"/>
                  </a:schemeClr>
                </a:solidFill>
              </a:rPr>
              <a:t>p</a:t>
            </a:r>
            <a:endParaRPr lang="en-US" sz="1600" b="1" baseline="30000" dirty="0">
              <a:solidFill>
                <a:schemeClr val="tx1">
                  <a:lumMod val="50000"/>
                </a:schemeClr>
              </a:solidFill>
            </a:endParaRPr>
          </a:p>
          <a:p>
            <a:pPr>
              <a:lnSpc>
                <a:spcPct val="120000"/>
              </a:lnSpc>
              <a:spcBef>
                <a:spcPts val="600"/>
              </a:spcBef>
            </a:pPr>
            <a:r>
              <a:rPr lang="en-US" sz="1600" dirty="0">
                <a:solidFill>
                  <a:schemeClr val="tx1">
                    <a:lumMod val="50000"/>
                  </a:schemeClr>
                </a:solidFill>
              </a:rPr>
              <a:t>PSC – </a:t>
            </a:r>
            <a:r>
              <a:rPr lang="en-US" sz="1600" dirty="0" err="1">
                <a:solidFill>
                  <a:schemeClr val="tx1">
                    <a:lumMod val="50000"/>
                  </a:schemeClr>
                </a:solidFill>
              </a:rPr>
              <a:t>tình</a:t>
            </a:r>
            <a:r>
              <a:rPr lang="en-US" sz="1600" dirty="0">
                <a:solidFill>
                  <a:schemeClr val="tx1">
                    <a:lumMod val="50000"/>
                  </a:schemeClr>
                </a:solidFill>
              </a:rPr>
              <a:t> </a:t>
            </a:r>
            <a:r>
              <a:rPr lang="en-US" sz="1600" dirty="0" err="1">
                <a:solidFill>
                  <a:schemeClr val="tx1">
                    <a:lumMod val="50000"/>
                  </a:schemeClr>
                </a:solidFill>
              </a:rPr>
              <a:t>trạng</a:t>
            </a:r>
            <a:r>
              <a:rPr lang="en-US" sz="1600" dirty="0">
                <a:solidFill>
                  <a:schemeClr val="tx1">
                    <a:lumMod val="50000"/>
                  </a:schemeClr>
                </a:solidFill>
              </a:rPr>
              <a:t> </a:t>
            </a:r>
            <a:r>
              <a:rPr lang="en-US" sz="1600" dirty="0" err="1">
                <a:solidFill>
                  <a:schemeClr val="tx1">
                    <a:lumMod val="50000"/>
                  </a:schemeClr>
                </a:solidFill>
              </a:rPr>
              <a:t>kết</a:t>
            </a:r>
            <a:r>
              <a:rPr lang="en-US" sz="1600" dirty="0">
                <a:solidFill>
                  <a:schemeClr val="tx1">
                    <a:lumMod val="50000"/>
                  </a:schemeClr>
                </a:solidFill>
              </a:rPr>
              <a:t> </a:t>
            </a:r>
            <a:r>
              <a:rPr lang="en-US" sz="1600" dirty="0" err="1">
                <a:solidFill>
                  <a:schemeClr val="tx1">
                    <a:lumMod val="50000"/>
                  </a:schemeClr>
                </a:solidFill>
              </a:rPr>
              <a:t>cấu</a:t>
            </a:r>
            <a:r>
              <a:rPr lang="en-US" sz="1600" dirty="0">
                <a:solidFill>
                  <a:schemeClr val="tx1">
                    <a:lumMod val="50000"/>
                  </a:schemeClr>
                </a:solidFill>
              </a:rPr>
              <a:t> </a:t>
            </a:r>
            <a:r>
              <a:rPr lang="en-US" sz="1600" dirty="0" err="1">
                <a:solidFill>
                  <a:schemeClr val="tx1">
                    <a:lumMod val="50000"/>
                  </a:schemeClr>
                </a:solidFill>
              </a:rPr>
              <a:t>mặt</a:t>
            </a:r>
            <a:r>
              <a:rPr lang="en-US" sz="1600" dirty="0">
                <a:solidFill>
                  <a:schemeClr val="tx1">
                    <a:lumMod val="50000"/>
                  </a:schemeClr>
                </a:solidFill>
              </a:rPr>
              <a:t> </a:t>
            </a:r>
            <a:r>
              <a:rPr lang="en-US" sz="1600" dirty="0" err="1">
                <a:solidFill>
                  <a:schemeClr val="tx1">
                    <a:lumMod val="50000"/>
                  </a:schemeClr>
                </a:solidFill>
              </a:rPr>
              <a:t>đường</a:t>
            </a:r>
            <a:endParaRPr lang="en-US" sz="1600" dirty="0">
              <a:solidFill>
                <a:schemeClr val="tx1">
                  <a:lumMod val="50000"/>
                </a:schemeClr>
              </a:solidFill>
            </a:endParaRPr>
          </a:p>
          <a:p>
            <a:pPr>
              <a:lnSpc>
                <a:spcPct val="120000"/>
              </a:lnSpc>
              <a:spcBef>
                <a:spcPts val="600"/>
              </a:spcBef>
            </a:pPr>
            <a:r>
              <a:rPr lang="en-US" sz="1600" dirty="0">
                <a:solidFill>
                  <a:schemeClr val="tx1">
                    <a:lumMod val="50000"/>
                  </a:schemeClr>
                </a:solidFill>
              </a:rPr>
              <a:t>A – </a:t>
            </a:r>
            <a:r>
              <a:rPr lang="en-US" sz="1600" dirty="0" err="1">
                <a:solidFill>
                  <a:schemeClr val="tx1">
                    <a:lumMod val="50000"/>
                  </a:schemeClr>
                </a:solidFill>
              </a:rPr>
              <a:t>tuổi</a:t>
            </a:r>
            <a:r>
              <a:rPr lang="en-US" sz="1600" dirty="0">
                <a:solidFill>
                  <a:schemeClr val="tx1">
                    <a:lumMod val="50000"/>
                  </a:schemeClr>
                </a:solidFill>
              </a:rPr>
              <a:t> </a:t>
            </a:r>
            <a:r>
              <a:rPr lang="en-US" sz="1600" dirty="0" err="1">
                <a:solidFill>
                  <a:schemeClr val="tx1">
                    <a:lumMod val="50000"/>
                  </a:schemeClr>
                </a:solidFill>
              </a:rPr>
              <a:t>thọ</a:t>
            </a:r>
            <a:r>
              <a:rPr lang="en-US" sz="1600" dirty="0">
                <a:solidFill>
                  <a:schemeClr val="tx1">
                    <a:lumMod val="50000"/>
                  </a:schemeClr>
                </a:solidFill>
              </a:rPr>
              <a:t> </a:t>
            </a:r>
            <a:r>
              <a:rPr lang="en-US" sz="1600" dirty="0" err="1">
                <a:solidFill>
                  <a:schemeClr val="tx1">
                    <a:lumMod val="50000"/>
                  </a:schemeClr>
                </a:solidFill>
              </a:rPr>
              <a:t>của</a:t>
            </a:r>
            <a:r>
              <a:rPr lang="en-US" sz="1600" dirty="0">
                <a:solidFill>
                  <a:schemeClr val="tx1">
                    <a:lumMod val="50000"/>
                  </a:schemeClr>
                </a:solidFill>
              </a:rPr>
              <a:t> </a:t>
            </a:r>
            <a:r>
              <a:rPr lang="en-US" sz="1600" dirty="0" err="1">
                <a:solidFill>
                  <a:schemeClr val="tx1">
                    <a:lumMod val="50000"/>
                  </a:schemeClr>
                </a:solidFill>
              </a:rPr>
              <a:t>mặt</a:t>
            </a:r>
            <a:r>
              <a:rPr lang="en-US" sz="1600" dirty="0">
                <a:solidFill>
                  <a:schemeClr val="tx1">
                    <a:lumMod val="50000"/>
                  </a:schemeClr>
                </a:solidFill>
              </a:rPr>
              <a:t> </a:t>
            </a:r>
            <a:r>
              <a:rPr lang="en-US" sz="1600" dirty="0" err="1">
                <a:solidFill>
                  <a:schemeClr val="tx1">
                    <a:lumMod val="50000"/>
                  </a:schemeClr>
                </a:solidFill>
              </a:rPr>
              <a:t>đường</a:t>
            </a:r>
            <a:r>
              <a:rPr lang="en-US" sz="1600" dirty="0">
                <a:solidFill>
                  <a:schemeClr val="tx1">
                    <a:lumMod val="50000"/>
                  </a:schemeClr>
                </a:solidFill>
              </a:rPr>
              <a:t> </a:t>
            </a:r>
            <a:r>
              <a:rPr lang="en-US" sz="1600" dirty="0" err="1">
                <a:solidFill>
                  <a:schemeClr val="tx1">
                    <a:lumMod val="50000"/>
                  </a:schemeClr>
                </a:solidFill>
              </a:rPr>
              <a:t>tính</a:t>
            </a:r>
            <a:r>
              <a:rPr lang="en-US" sz="1600" dirty="0">
                <a:solidFill>
                  <a:schemeClr val="tx1">
                    <a:lumMod val="50000"/>
                  </a:schemeClr>
                </a:solidFill>
              </a:rPr>
              <a:t> </a:t>
            </a:r>
            <a:r>
              <a:rPr lang="en-US" sz="1600" dirty="0" err="1">
                <a:solidFill>
                  <a:schemeClr val="tx1">
                    <a:lumMod val="50000"/>
                  </a:schemeClr>
                </a:solidFill>
              </a:rPr>
              <a:t>từ</a:t>
            </a:r>
            <a:r>
              <a:rPr lang="en-US" sz="1600" dirty="0">
                <a:solidFill>
                  <a:schemeClr val="tx1">
                    <a:lumMod val="50000"/>
                  </a:schemeClr>
                </a:solidFill>
              </a:rPr>
              <a:t> </a:t>
            </a:r>
            <a:r>
              <a:rPr lang="en-US" sz="1600" dirty="0" err="1">
                <a:solidFill>
                  <a:schemeClr val="tx1">
                    <a:lumMod val="50000"/>
                  </a:schemeClr>
                </a:solidFill>
              </a:rPr>
              <a:t>thời</a:t>
            </a:r>
            <a:r>
              <a:rPr lang="en-US" sz="1600" dirty="0">
                <a:solidFill>
                  <a:schemeClr val="tx1">
                    <a:lumMod val="50000"/>
                  </a:schemeClr>
                </a:solidFill>
              </a:rPr>
              <a:t> </a:t>
            </a:r>
            <a:r>
              <a:rPr lang="en-US" sz="1600" dirty="0" err="1">
                <a:solidFill>
                  <a:schemeClr val="tx1">
                    <a:lumMod val="50000"/>
                  </a:schemeClr>
                </a:solidFill>
              </a:rPr>
              <a:t>điểm</a:t>
            </a:r>
            <a:r>
              <a:rPr lang="en-US" sz="1600" dirty="0">
                <a:solidFill>
                  <a:schemeClr val="tx1">
                    <a:lumMod val="50000"/>
                  </a:schemeClr>
                </a:solidFill>
              </a:rPr>
              <a:t> </a:t>
            </a:r>
            <a:r>
              <a:rPr lang="en-US" sz="1600" dirty="0" err="1">
                <a:solidFill>
                  <a:schemeClr val="tx1">
                    <a:lumMod val="50000"/>
                  </a:schemeClr>
                </a:solidFill>
              </a:rPr>
              <a:t>đưa</a:t>
            </a:r>
            <a:r>
              <a:rPr lang="en-US" sz="1600" dirty="0">
                <a:solidFill>
                  <a:schemeClr val="tx1">
                    <a:lumMod val="50000"/>
                  </a:schemeClr>
                </a:solidFill>
              </a:rPr>
              <a:t> </a:t>
            </a:r>
            <a:r>
              <a:rPr lang="en-US" sz="1600" dirty="0" err="1">
                <a:solidFill>
                  <a:schemeClr val="tx1">
                    <a:lumMod val="50000"/>
                  </a:schemeClr>
                </a:solidFill>
              </a:rPr>
              <a:t>đường</a:t>
            </a:r>
            <a:r>
              <a:rPr lang="en-US" sz="1600" dirty="0">
                <a:solidFill>
                  <a:schemeClr val="tx1">
                    <a:lumMod val="50000"/>
                  </a:schemeClr>
                </a:solidFill>
              </a:rPr>
              <a:t> </a:t>
            </a:r>
            <a:r>
              <a:rPr lang="en-US" sz="1600" dirty="0" err="1">
                <a:solidFill>
                  <a:schemeClr val="tx1">
                    <a:lumMod val="50000"/>
                  </a:schemeClr>
                </a:solidFill>
              </a:rPr>
              <a:t>vào</a:t>
            </a:r>
            <a:r>
              <a:rPr lang="en-US" sz="1600" dirty="0">
                <a:solidFill>
                  <a:schemeClr val="tx1">
                    <a:lumMod val="50000"/>
                  </a:schemeClr>
                </a:solidFill>
              </a:rPr>
              <a:t> </a:t>
            </a:r>
            <a:r>
              <a:rPr lang="en-US" sz="1600" dirty="0" err="1">
                <a:solidFill>
                  <a:schemeClr val="tx1">
                    <a:lumMod val="50000"/>
                  </a:schemeClr>
                </a:solidFill>
              </a:rPr>
              <a:t>khai</a:t>
            </a:r>
            <a:r>
              <a:rPr lang="en-US" sz="1600" dirty="0">
                <a:solidFill>
                  <a:schemeClr val="tx1">
                    <a:lumMod val="50000"/>
                  </a:schemeClr>
                </a:solidFill>
              </a:rPr>
              <a:t> </a:t>
            </a:r>
            <a:r>
              <a:rPr lang="en-US" sz="1600" dirty="0" err="1">
                <a:solidFill>
                  <a:schemeClr val="tx1">
                    <a:lumMod val="50000"/>
                  </a:schemeClr>
                </a:solidFill>
              </a:rPr>
              <a:t>thác</a:t>
            </a:r>
            <a:r>
              <a:rPr lang="en-US" sz="1600" dirty="0">
                <a:solidFill>
                  <a:schemeClr val="tx1">
                    <a:lumMod val="50000"/>
                  </a:schemeClr>
                </a:solidFill>
              </a:rPr>
              <a:t> hay </a:t>
            </a:r>
            <a:r>
              <a:rPr lang="en-US" sz="1600" dirty="0" err="1">
                <a:solidFill>
                  <a:schemeClr val="tx1">
                    <a:lumMod val="50000"/>
                  </a:schemeClr>
                </a:solidFill>
              </a:rPr>
              <a:t>từ</a:t>
            </a:r>
            <a:r>
              <a:rPr lang="en-US" sz="1600" dirty="0">
                <a:solidFill>
                  <a:schemeClr val="tx1">
                    <a:lumMod val="50000"/>
                  </a:schemeClr>
                </a:solidFill>
              </a:rPr>
              <a:t> </a:t>
            </a:r>
            <a:r>
              <a:rPr lang="en-US" sz="1600" dirty="0" err="1">
                <a:solidFill>
                  <a:schemeClr val="tx1">
                    <a:lumMod val="50000"/>
                  </a:schemeClr>
                </a:solidFill>
              </a:rPr>
              <a:t>thời</a:t>
            </a:r>
            <a:r>
              <a:rPr lang="en-US" sz="1600" dirty="0">
                <a:solidFill>
                  <a:schemeClr val="tx1">
                    <a:lumMod val="50000"/>
                  </a:schemeClr>
                </a:solidFill>
              </a:rPr>
              <a:t> </a:t>
            </a:r>
            <a:r>
              <a:rPr lang="en-US" sz="1600" dirty="0" err="1">
                <a:solidFill>
                  <a:schemeClr val="tx1">
                    <a:lumMod val="50000"/>
                  </a:schemeClr>
                </a:solidFill>
              </a:rPr>
              <a:t>điểm</a:t>
            </a:r>
            <a:r>
              <a:rPr lang="en-US" sz="1600" dirty="0">
                <a:solidFill>
                  <a:schemeClr val="tx1">
                    <a:lumMod val="50000"/>
                  </a:schemeClr>
                </a:solidFill>
              </a:rPr>
              <a:t> </a:t>
            </a:r>
            <a:r>
              <a:rPr lang="en-US" sz="1600" dirty="0" err="1">
                <a:solidFill>
                  <a:schemeClr val="tx1">
                    <a:lumMod val="50000"/>
                  </a:schemeClr>
                </a:solidFill>
              </a:rPr>
              <a:t>rải</a:t>
            </a:r>
            <a:r>
              <a:rPr lang="en-US" sz="1600" dirty="0">
                <a:solidFill>
                  <a:schemeClr val="tx1">
                    <a:lumMod val="50000"/>
                  </a:schemeClr>
                </a:solidFill>
              </a:rPr>
              <a:t> </a:t>
            </a:r>
            <a:r>
              <a:rPr lang="en-US" sz="1600" dirty="0" err="1">
                <a:solidFill>
                  <a:schemeClr val="tx1">
                    <a:lumMod val="50000"/>
                  </a:schemeClr>
                </a:solidFill>
              </a:rPr>
              <a:t>lại</a:t>
            </a:r>
            <a:r>
              <a:rPr lang="en-US" sz="1600" dirty="0">
                <a:solidFill>
                  <a:schemeClr val="tx1">
                    <a:lumMod val="50000"/>
                  </a:schemeClr>
                </a:solidFill>
              </a:rPr>
              <a:t> </a:t>
            </a:r>
            <a:r>
              <a:rPr lang="en-US" sz="1600" dirty="0" err="1">
                <a:solidFill>
                  <a:schemeClr val="tx1">
                    <a:lumMod val="50000"/>
                  </a:schemeClr>
                </a:solidFill>
              </a:rPr>
              <a:t>mặt</a:t>
            </a:r>
            <a:r>
              <a:rPr lang="en-US" sz="1600" dirty="0">
                <a:solidFill>
                  <a:schemeClr val="tx1">
                    <a:lumMod val="50000"/>
                  </a:schemeClr>
                </a:solidFill>
              </a:rPr>
              <a:t> </a:t>
            </a:r>
            <a:r>
              <a:rPr lang="en-US" sz="1600" dirty="0" err="1">
                <a:solidFill>
                  <a:schemeClr val="tx1">
                    <a:lumMod val="50000"/>
                  </a:schemeClr>
                </a:solidFill>
              </a:rPr>
              <a:t>đường</a:t>
            </a:r>
            <a:r>
              <a:rPr lang="en-US" sz="1600" dirty="0">
                <a:solidFill>
                  <a:schemeClr val="tx1">
                    <a:lumMod val="50000"/>
                  </a:schemeClr>
                </a:solidFill>
              </a:rPr>
              <a:t> </a:t>
            </a:r>
            <a:r>
              <a:rPr lang="en-US" sz="1600" dirty="0" err="1">
                <a:solidFill>
                  <a:schemeClr val="tx1">
                    <a:lumMod val="50000"/>
                  </a:schemeClr>
                </a:solidFill>
              </a:rPr>
              <a:t>gần</a:t>
            </a:r>
            <a:r>
              <a:rPr lang="en-US" sz="1600" dirty="0">
                <a:solidFill>
                  <a:schemeClr val="tx1">
                    <a:lumMod val="50000"/>
                  </a:schemeClr>
                </a:solidFill>
              </a:rPr>
              <a:t> </a:t>
            </a:r>
            <a:r>
              <a:rPr lang="en-US" sz="1600" dirty="0" err="1">
                <a:solidFill>
                  <a:schemeClr val="tx1">
                    <a:lumMod val="50000"/>
                  </a:schemeClr>
                </a:solidFill>
              </a:rPr>
              <a:t>nhất</a:t>
            </a:r>
            <a:endParaRPr lang="en-US" sz="1600" dirty="0">
              <a:solidFill>
                <a:schemeClr val="tx1">
                  <a:lumMod val="50000"/>
                </a:schemeClr>
              </a:solidFill>
            </a:endParaRPr>
          </a:p>
          <a:p>
            <a:pPr>
              <a:lnSpc>
                <a:spcPct val="120000"/>
              </a:lnSpc>
              <a:spcBef>
                <a:spcPts val="600"/>
              </a:spcBef>
            </a:pPr>
            <a:r>
              <a:rPr lang="en-US" sz="1600" dirty="0">
                <a:solidFill>
                  <a:schemeClr val="tx1">
                    <a:lumMod val="50000"/>
                  </a:schemeClr>
                </a:solidFill>
              </a:rPr>
              <a:t>C – </a:t>
            </a:r>
            <a:r>
              <a:rPr lang="en-US" sz="1600" dirty="0" err="1">
                <a:solidFill>
                  <a:schemeClr val="tx1">
                    <a:lumMod val="50000"/>
                  </a:schemeClr>
                </a:solidFill>
              </a:rPr>
              <a:t>hằng</a:t>
            </a:r>
            <a:r>
              <a:rPr lang="en-US" sz="1600" dirty="0">
                <a:solidFill>
                  <a:schemeClr val="tx1">
                    <a:lumMod val="50000"/>
                  </a:schemeClr>
                </a:solidFill>
              </a:rPr>
              <a:t> </a:t>
            </a:r>
            <a:r>
              <a:rPr lang="en-US" sz="1600" dirty="0" err="1">
                <a:solidFill>
                  <a:schemeClr val="tx1">
                    <a:lumMod val="50000"/>
                  </a:schemeClr>
                </a:solidFill>
              </a:rPr>
              <a:t>số</a:t>
            </a:r>
            <a:r>
              <a:rPr lang="en-US" sz="1600" dirty="0">
                <a:solidFill>
                  <a:schemeClr val="tx1">
                    <a:lumMod val="50000"/>
                  </a:schemeClr>
                </a:solidFill>
              </a:rPr>
              <a:t> </a:t>
            </a:r>
            <a:r>
              <a:rPr lang="en-US" sz="1600" dirty="0" err="1">
                <a:solidFill>
                  <a:schemeClr val="tx1">
                    <a:lumMod val="50000"/>
                  </a:schemeClr>
                </a:solidFill>
              </a:rPr>
              <a:t>của</a:t>
            </a:r>
            <a:r>
              <a:rPr lang="en-US" sz="1600" dirty="0">
                <a:solidFill>
                  <a:schemeClr val="tx1">
                    <a:lumMod val="50000"/>
                  </a:schemeClr>
                </a:solidFill>
              </a:rPr>
              <a:t> </a:t>
            </a:r>
            <a:r>
              <a:rPr lang="en-US" sz="1600" dirty="0" err="1">
                <a:solidFill>
                  <a:schemeClr val="tx1">
                    <a:lumMod val="50000"/>
                  </a:schemeClr>
                </a:solidFill>
              </a:rPr>
              <a:t>mô</a:t>
            </a:r>
            <a:r>
              <a:rPr lang="en-US" sz="1600" dirty="0">
                <a:solidFill>
                  <a:schemeClr val="tx1">
                    <a:lumMod val="50000"/>
                  </a:schemeClr>
                </a:solidFill>
              </a:rPr>
              <a:t> </a:t>
            </a:r>
            <a:r>
              <a:rPr lang="en-US" sz="1600" dirty="0" err="1">
                <a:solidFill>
                  <a:schemeClr val="tx1">
                    <a:lumMod val="50000"/>
                  </a:schemeClr>
                </a:solidFill>
              </a:rPr>
              <a:t>hình</a:t>
            </a:r>
            <a:r>
              <a:rPr lang="en-US" sz="1600" dirty="0">
                <a:solidFill>
                  <a:schemeClr val="tx1">
                    <a:lumMod val="50000"/>
                  </a:schemeClr>
                </a:solidFill>
              </a:rPr>
              <a:t> </a:t>
            </a:r>
            <a:r>
              <a:rPr lang="en-US" sz="1600" dirty="0" err="1">
                <a:solidFill>
                  <a:schemeClr val="tx1">
                    <a:lumMod val="50000"/>
                  </a:schemeClr>
                </a:solidFill>
              </a:rPr>
              <a:t>ứng</a:t>
            </a:r>
            <a:r>
              <a:rPr lang="en-US" sz="1600" dirty="0">
                <a:solidFill>
                  <a:schemeClr val="tx1">
                    <a:lumMod val="50000"/>
                  </a:schemeClr>
                </a:solidFill>
              </a:rPr>
              <a:t> </a:t>
            </a:r>
            <a:r>
              <a:rPr lang="en-US" sz="1600" dirty="0" err="1">
                <a:solidFill>
                  <a:schemeClr val="tx1">
                    <a:lumMod val="50000"/>
                  </a:schemeClr>
                </a:solidFill>
              </a:rPr>
              <a:t>với</a:t>
            </a:r>
            <a:r>
              <a:rPr lang="en-US" sz="1600" dirty="0">
                <a:solidFill>
                  <a:schemeClr val="tx1">
                    <a:lumMod val="50000"/>
                  </a:schemeClr>
                </a:solidFill>
              </a:rPr>
              <a:t> </a:t>
            </a:r>
            <a:r>
              <a:rPr lang="en-US" sz="1600" dirty="0" err="1">
                <a:solidFill>
                  <a:schemeClr val="tx1">
                    <a:lumMod val="50000"/>
                  </a:schemeClr>
                </a:solidFill>
              </a:rPr>
              <a:t>mức</a:t>
            </a:r>
            <a:r>
              <a:rPr lang="en-US" sz="1600" dirty="0">
                <a:solidFill>
                  <a:schemeClr val="tx1">
                    <a:lumMod val="50000"/>
                  </a:schemeClr>
                </a:solidFill>
              </a:rPr>
              <a:t> </a:t>
            </a:r>
            <a:r>
              <a:rPr lang="en-US" sz="1600" dirty="0" err="1">
                <a:solidFill>
                  <a:schemeClr val="tx1">
                    <a:lumMod val="50000"/>
                  </a:schemeClr>
                </a:solidFill>
              </a:rPr>
              <a:t>đánh</a:t>
            </a:r>
            <a:r>
              <a:rPr lang="en-US" sz="1600" dirty="0">
                <a:solidFill>
                  <a:schemeClr val="tx1">
                    <a:lumMod val="50000"/>
                  </a:schemeClr>
                </a:solidFill>
              </a:rPr>
              <a:t> </a:t>
            </a:r>
            <a:r>
              <a:rPr lang="en-US" sz="1600" dirty="0" err="1">
                <a:solidFill>
                  <a:schemeClr val="tx1">
                    <a:lumMod val="50000"/>
                  </a:schemeClr>
                </a:solidFill>
              </a:rPr>
              <a:t>giá</a:t>
            </a:r>
            <a:r>
              <a:rPr lang="en-US" sz="1600" dirty="0">
                <a:solidFill>
                  <a:schemeClr val="tx1">
                    <a:lumMod val="50000"/>
                  </a:schemeClr>
                </a:solidFill>
              </a:rPr>
              <a:t> </a:t>
            </a:r>
            <a:r>
              <a:rPr lang="en-US" sz="1600" dirty="0" err="1">
                <a:solidFill>
                  <a:schemeClr val="tx1">
                    <a:lumMod val="50000"/>
                  </a:schemeClr>
                </a:solidFill>
              </a:rPr>
              <a:t>cao</a:t>
            </a:r>
            <a:r>
              <a:rPr lang="en-US" sz="1600" dirty="0">
                <a:solidFill>
                  <a:schemeClr val="tx1">
                    <a:lumMod val="50000"/>
                  </a:schemeClr>
                </a:solidFill>
              </a:rPr>
              <a:t> </a:t>
            </a:r>
            <a:r>
              <a:rPr lang="en-US" sz="1600" dirty="0" err="1">
                <a:solidFill>
                  <a:schemeClr val="tx1">
                    <a:lumMod val="50000"/>
                  </a:schemeClr>
                </a:solidFill>
              </a:rPr>
              <a:t>nhất</a:t>
            </a:r>
            <a:r>
              <a:rPr lang="en-US" sz="1600" dirty="0">
                <a:solidFill>
                  <a:schemeClr val="tx1">
                    <a:lumMod val="50000"/>
                  </a:schemeClr>
                </a:solidFill>
              </a:rPr>
              <a:t> (100)</a:t>
            </a:r>
          </a:p>
          <a:p>
            <a:pPr>
              <a:lnSpc>
                <a:spcPct val="120000"/>
              </a:lnSpc>
              <a:spcBef>
                <a:spcPts val="600"/>
              </a:spcBef>
            </a:pPr>
            <a:r>
              <a:rPr lang="en-US" sz="1600" dirty="0">
                <a:solidFill>
                  <a:schemeClr val="tx1">
                    <a:lumMod val="50000"/>
                  </a:schemeClr>
                </a:solidFill>
              </a:rPr>
              <a:t>m – </a:t>
            </a:r>
            <a:r>
              <a:rPr lang="en-US" sz="1600" dirty="0" err="1">
                <a:solidFill>
                  <a:schemeClr val="tx1">
                    <a:lumMod val="50000"/>
                  </a:schemeClr>
                </a:solidFill>
              </a:rPr>
              <a:t>hệ</a:t>
            </a:r>
            <a:r>
              <a:rPr lang="en-US" sz="1600" dirty="0">
                <a:solidFill>
                  <a:schemeClr val="tx1">
                    <a:lumMod val="50000"/>
                  </a:schemeClr>
                </a:solidFill>
              </a:rPr>
              <a:t> </a:t>
            </a:r>
            <a:r>
              <a:rPr lang="en-US" sz="1600" dirty="0" err="1">
                <a:solidFill>
                  <a:schemeClr val="tx1">
                    <a:lumMod val="50000"/>
                  </a:schemeClr>
                </a:solidFill>
              </a:rPr>
              <a:t>số</a:t>
            </a:r>
            <a:r>
              <a:rPr lang="en-US" sz="1600" dirty="0">
                <a:solidFill>
                  <a:schemeClr val="tx1">
                    <a:lumMod val="50000"/>
                  </a:schemeClr>
                </a:solidFill>
              </a:rPr>
              <a:t> </a:t>
            </a:r>
            <a:r>
              <a:rPr lang="en-US" sz="1600" dirty="0" err="1">
                <a:solidFill>
                  <a:schemeClr val="tx1">
                    <a:lumMod val="50000"/>
                  </a:schemeClr>
                </a:solidFill>
              </a:rPr>
              <a:t>độ</a:t>
            </a:r>
            <a:r>
              <a:rPr lang="en-US" sz="1600" dirty="0">
                <a:solidFill>
                  <a:schemeClr val="tx1">
                    <a:lumMod val="50000"/>
                  </a:schemeClr>
                </a:solidFill>
              </a:rPr>
              <a:t> </a:t>
            </a:r>
            <a:r>
              <a:rPr lang="en-US" sz="1600" dirty="0" err="1">
                <a:solidFill>
                  <a:schemeClr val="tx1">
                    <a:lumMod val="50000"/>
                  </a:schemeClr>
                </a:solidFill>
              </a:rPr>
              <a:t>dốc</a:t>
            </a:r>
            <a:endParaRPr lang="en-US" sz="1600" dirty="0">
              <a:solidFill>
                <a:schemeClr val="tx1">
                  <a:lumMod val="50000"/>
                </a:schemeClr>
              </a:solidFill>
            </a:endParaRPr>
          </a:p>
          <a:p>
            <a:pPr>
              <a:lnSpc>
                <a:spcPct val="120000"/>
              </a:lnSpc>
              <a:spcBef>
                <a:spcPts val="600"/>
              </a:spcBef>
            </a:pPr>
            <a:r>
              <a:rPr lang="en-US" sz="1600" dirty="0">
                <a:solidFill>
                  <a:schemeClr val="tx1">
                    <a:lumMod val="50000"/>
                  </a:schemeClr>
                </a:solidFill>
              </a:rPr>
              <a:t>p – </a:t>
            </a:r>
            <a:r>
              <a:rPr lang="en-US" sz="1600" dirty="0" err="1">
                <a:solidFill>
                  <a:schemeClr val="tx1">
                    <a:lumMod val="50000"/>
                  </a:schemeClr>
                </a:solidFill>
              </a:rPr>
              <a:t>hằng</a:t>
            </a:r>
            <a:r>
              <a:rPr lang="en-US" sz="1600" dirty="0">
                <a:solidFill>
                  <a:schemeClr val="tx1">
                    <a:lumMod val="50000"/>
                  </a:schemeClr>
                </a:solidFill>
              </a:rPr>
              <a:t> </a:t>
            </a:r>
            <a:r>
              <a:rPr lang="en-US" sz="1600" dirty="0" err="1">
                <a:solidFill>
                  <a:schemeClr val="tx1">
                    <a:lumMod val="50000"/>
                  </a:schemeClr>
                </a:solidFill>
              </a:rPr>
              <a:t>số</a:t>
            </a:r>
            <a:r>
              <a:rPr lang="en-US" sz="1600" dirty="0">
                <a:solidFill>
                  <a:schemeClr val="tx1">
                    <a:lumMod val="50000"/>
                  </a:schemeClr>
                </a:solidFill>
              </a:rPr>
              <a:t> </a:t>
            </a:r>
            <a:r>
              <a:rPr lang="en-US" sz="1600" dirty="0" err="1">
                <a:solidFill>
                  <a:schemeClr val="tx1">
                    <a:lumMod val="50000"/>
                  </a:schemeClr>
                </a:solidFill>
              </a:rPr>
              <a:t>lựa</a:t>
            </a:r>
            <a:r>
              <a:rPr lang="en-US" sz="1600" dirty="0">
                <a:solidFill>
                  <a:schemeClr val="tx1">
                    <a:lumMod val="50000"/>
                  </a:schemeClr>
                </a:solidFill>
              </a:rPr>
              <a:t> </a:t>
            </a:r>
            <a:r>
              <a:rPr lang="en-US" sz="1600" dirty="0" err="1">
                <a:solidFill>
                  <a:schemeClr val="tx1">
                    <a:lumMod val="50000"/>
                  </a:schemeClr>
                </a:solidFill>
              </a:rPr>
              <a:t>chọn</a:t>
            </a:r>
            <a:r>
              <a:rPr lang="en-US" sz="1600" dirty="0">
                <a:solidFill>
                  <a:schemeClr val="tx1">
                    <a:lumMod val="50000"/>
                  </a:schemeClr>
                </a:solidFill>
              </a:rPr>
              <a:t>, </a:t>
            </a:r>
            <a:r>
              <a:rPr lang="en-US" sz="1600" dirty="0" err="1">
                <a:solidFill>
                  <a:schemeClr val="tx1">
                    <a:lumMod val="50000"/>
                  </a:schemeClr>
                </a:solidFill>
              </a:rPr>
              <a:t>quyết</a:t>
            </a:r>
            <a:r>
              <a:rPr lang="en-US" sz="1600" dirty="0">
                <a:solidFill>
                  <a:schemeClr val="tx1">
                    <a:lumMod val="50000"/>
                  </a:schemeClr>
                </a:solidFill>
              </a:rPr>
              <a:t> </a:t>
            </a:r>
            <a:r>
              <a:rPr lang="en-US" sz="1600" dirty="0" err="1">
                <a:solidFill>
                  <a:schemeClr val="tx1">
                    <a:lumMod val="50000"/>
                  </a:schemeClr>
                </a:solidFill>
              </a:rPr>
              <a:t>định</a:t>
            </a:r>
            <a:r>
              <a:rPr lang="en-US" sz="1600" dirty="0">
                <a:solidFill>
                  <a:schemeClr val="tx1">
                    <a:lumMod val="50000"/>
                  </a:schemeClr>
                </a:solidFill>
              </a:rPr>
              <a:t> </a:t>
            </a:r>
            <a:r>
              <a:rPr lang="en-US" sz="1600" dirty="0" err="1">
                <a:solidFill>
                  <a:schemeClr val="tx1">
                    <a:lumMod val="50000"/>
                  </a:schemeClr>
                </a:solidFill>
              </a:rPr>
              <a:t>độ</a:t>
            </a:r>
            <a:r>
              <a:rPr lang="en-US" sz="1600" dirty="0">
                <a:solidFill>
                  <a:schemeClr val="tx1">
                    <a:lumMod val="50000"/>
                  </a:schemeClr>
                </a:solidFill>
              </a:rPr>
              <a:t> </a:t>
            </a:r>
            <a:r>
              <a:rPr lang="en-US" sz="1600" dirty="0" err="1">
                <a:solidFill>
                  <a:schemeClr val="tx1">
                    <a:lumMod val="50000"/>
                  </a:schemeClr>
                </a:solidFill>
              </a:rPr>
              <a:t>cong</a:t>
            </a:r>
            <a:r>
              <a:rPr lang="en-US" sz="1600" dirty="0">
                <a:solidFill>
                  <a:schemeClr val="tx1">
                    <a:lumMod val="50000"/>
                  </a:schemeClr>
                </a:solidFill>
              </a:rPr>
              <a:t> </a:t>
            </a:r>
            <a:r>
              <a:rPr lang="en-US" sz="1600" dirty="0" err="1">
                <a:solidFill>
                  <a:schemeClr val="tx1">
                    <a:lumMod val="50000"/>
                  </a:schemeClr>
                </a:solidFill>
              </a:rPr>
              <a:t>của</a:t>
            </a:r>
            <a:r>
              <a:rPr lang="en-US" sz="1600" dirty="0">
                <a:solidFill>
                  <a:schemeClr val="tx1">
                    <a:lumMod val="50000"/>
                  </a:schemeClr>
                </a:solidFill>
              </a:rPr>
              <a:t> </a:t>
            </a:r>
            <a:r>
              <a:rPr lang="en-US" sz="1600" dirty="0" err="1">
                <a:solidFill>
                  <a:schemeClr val="tx1">
                    <a:lumMod val="50000"/>
                  </a:schemeClr>
                </a:solidFill>
              </a:rPr>
              <a:t>đường</a:t>
            </a:r>
            <a:r>
              <a:rPr lang="en-US" sz="1600" dirty="0">
                <a:solidFill>
                  <a:schemeClr val="tx1">
                    <a:lumMod val="50000"/>
                  </a:schemeClr>
                </a:solidFill>
              </a:rPr>
              <a:t> </a:t>
            </a:r>
            <a:r>
              <a:rPr lang="en-US" sz="1600" dirty="0" err="1">
                <a:solidFill>
                  <a:schemeClr val="tx1">
                    <a:lumMod val="50000"/>
                  </a:schemeClr>
                </a:solidFill>
              </a:rPr>
              <a:t>cong</a:t>
            </a:r>
            <a:r>
              <a:rPr lang="en-US" sz="1600" dirty="0">
                <a:solidFill>
                  <a:schemeClr val="tx1">
                    <a:lumMod val="50000"/>
                  </a:schemeClr>
                </a:solidFill>
              </a:rPr>
              <a:t> </a:t>
            </a:r>
            <a:r>
              <a:rPr lang="en-US" sz="1600" dirty="0" err="1">
                <a:solidFill>
                  <a:schemeClr val="tx1">
                    <a:lumMod val="50000"/>
                  </a:schemeClr>
                </a:solidFill>
              </a:rPr>
              <a:t>quan</a:t>
            </a:r>
            <a:r>
              <a:rPr lang="en-US" sz="1600" dirty="0">
                <a:solidFill>
                  <a:schemeClr val="tx1">
                    <a:lumMod val="50000"/>
                  </a:schemeClr>
                </a:solidFill>
              </a:rPr>
              <a:t> </a:t>
            </a:r>
            <a:r>
              <a:rPr lang="en-US" sz="1600" dirty="0" err="1">
                <a:solidFill>
                  <a:schemeClr val="tx1">
                    <a:lumMod val="50000"/>
                  </a:schemeClr>
                </a:solidFill>
              </a:rPr>
              <a:t>hệ</a:t>
            </a:r>
            <a:endParaRPr lang="en-US" sz="1600" dirty="0">
              <a:solidFill>
                <a:schemeClr val="tx1">
                  <a:lumMod val="50000"/>
                </a:schemeClr>
              </a:solidFill>
            </a:endParaRPr>
          </a:p>
        </p:txBody>
      </p:sp>
      <p:sp>
        <p:nvSpPr>
          <p:cNvPr id="8" name="Rectangle 7"/>
          <p:cNvSpPr>
            <a:spLocks noChangeArrowheads="1"/>
          </p:cNvSpPr>
          <p:nvPr/>
        </p:nvSpPr>
        <p:spPr bwMode="auto">
          <a:xfrm>
            <a:off x="533400" y="332006"/>
            <a:ext cx="612795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spcBef>
                <a:spcPct val="50000"/>
              </a:spcBef>
            </a:pPr>
            <a:r>
              <a:rPr lang="en-US" sz="2000" b="1" dirty="0" err="1">
                <a:solidFill>
                  <a:srgbClr val="FF0000"/>
                </a:solidFill>
              </a:rPr>
              <a:t>Sự</a:t>
            </a:r>
            <a:r>
              <a:rPr lang="en-US" sz="2000" b="1" dirty="0">
                <a:solidFill>
                  <a:srgbClr val="FF0000"/>
                </a:solidFill>
              </a:rPr>
              <a:t> </a:t>
            </a:r>
            <a:r>
              <a:rPr lang="en-US" sz="2000" b="1" dirty="0" err="1">
                <a:solidFill>
                  <a:srgbClr val="FF0000"/>
                </a:solidFill>
              </a:rPr>
              <a:t>xuống</a:t>
            </a:r>
            <a:r>
              <a:rPr lang="en-US" sz="2000" b="1" dirty="0">
                <a:solidFill>
                  <a:srgbClr val="FF0000"/>
                </a:solidFill>
              </a:rPr>
              <a:t> </a:t>
            </a:r>
            <a:r>
              <a:rPr lang="en-US" sz="2000" b="1" dirty="0" err="1">
                <a:solidFill>
                  <a:srgbClr val="FF0000"/>
                </a:solidFill>
              </a:rPr>
              <a:t>cấp</a:t>
            </a:r>
            <a:r>
              <a:rPr lang="en-US" sz="2000" b="1" dirty="0">
                <a:solidFill>
                  <a:srgbClr val="FF0000"/>
                </a:solidFill>
              </a:rPr>
              <a:t> </a:t>
            </a:r>
            <a:r>
              <a:rPr lang="en-US" sz="2000" b="1" dirty="0" err="1">
                <a:solidFill>
                  <a:srgbClr val="FF0000"/>
                </a:solidFill>
              </a:rPr>
              <a:t>của</a:t>
            </a:r>
            <a:r>
              <a:rPr lang="en-US" sz="2000" b="1" dirty="0">
                <a:solidFill>
                  <a:srgbClr val="FF0000"/>
                </a:solidFill>
              </a:rPr>
              <a:t> </a:t>
            </a:r>
            <a:r>
              <a:rPr lang="en-US" sz="2000" b="1" dirty="0" err="1">
                <a:solidFill>
                  <a:srgbClr val="FF0000"/>
                </a:solidFill>
              </a:rPr>
              <a:t>mặt</a:t>
            </a:r>
            <a:r>
              <a:rPr lang="en-US" sz="2000" b="1" dirty="0">
                <a:solidFill>
                  <a:srgbClr val="FF0000"/>
                </a:solidFill>
              </a:rPr>
              <a:t> </a:t>
            </a:r>
            <a:r>
              <a:rPr lang="en-US" sz="2000" b="1" dirty="0" err="1">
                <a:solidFill>
                  <a:srgbClr val="FF0000"/>
                </a:solidFill>
              </a:rPr>
              <a:t>đường</a:t>
            </a:r>
            <a:endParaRPr lang="en-US" sz="2000" b="1" dirty="0">
              <a:solidFill>
                <a:srgbClr val="FF0000"/>
              </a:solidFill>
            </a:endParaRPr>
          </a:p>
        </p:txBody>
      </p:sp>
    </p:spTree>
    <p:extLst>
      <p:ext uri="{BB962C8B-B14F-4D97-AF65-F5344CB8AC3E}">
        <p14:creationId xmlns:p14="http://schemas.microsoft.com/office/powerpoint/2010/main" val="42492881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Rectangle 6"/>
              <p:cNvSpPr/>
              <p:nvPr/>
            </p:nvSpPr>
            <p:spPr>
              <a:xfrm>
                <a:off x="419100" y="1905000"/>
                <a:ext cx="8573757" cy="4089646"/>
              </a:xfrm>
              <a:prstGeom prst="rect">
                <a:avLst/>
              </a:prstGeom>
            </p:spPr>
            <p:txBody>
              <a:bodyPr wrap="square">
                <a:spAutoFit/>
              </a:bodyPr>
              <a:lstStyle/>
              <a:p>
                <a:pPr>
                  <a:lnSpc>
                    <a:spcPct val="120000"/>
                  </a:lnSpc>
                  <a:spcBef>
                    <a:spcPts val="600"/>
                  </a:spcBef>
                </a:pPr>
                <a:r>
                  <a:rPr lang="en-US" sz="1500" b="1" dirty="0" err="1">
                    <a:solidFill>
                      <a:srgbClr val="050607"/>
                    </a:solidFill>
                  </a:rPr>
                  <a:t>Ví</a:t>
                </a:r>
                <a:r>
                  <a:rPr lang="en-US" sz="1500" b="1" dirty="0">
                    <a:solidFill>
                      <a:srgbClr val="050607"/>
                    </a:solidFill>
                  </a:rPr>
                  <a:t> </a:t>
                </a:r>
                <a:r>
                  <a:rPr lang="en-US" sz="1500" b="1" dirty="0" err="1">
                    <a:solidFill>
                      <a:srgbClr val="050607"/>
                    </a:solidFill>
                  </a:rPr>
                  <a:t>dụ</a:t>
                </a:r>
                <a:r>
                  <a:rPr lang="en-US" sz="1500" b="1" dirty="0">
                    <a:solidFill>
                      <a:srgbClr val="050607"/>
                    </a:solidFill>
                  </a:rPr>
                  <a:t> </a:t>
                </a:r>
                <a:r>
                  <a:rPr lang="en-US" sz="1500" b="1" dirty="0" err="1">
                    <a:solidFill>
                      <a:srgbClr val="050607"/>
                    </a:solidFill>
                  </a:rPr>
                  <a:t>về</a:t>
                </a:r>
                <a:r>
                  <a:rPr lang="en-US" sz="1500" b="1" dirty="0">
                    <a:solidFill>
                      <a:srgbClr val="050607"/>
                    </a:solidFill>
                  </a:rPr>
                  <a:t> </a:t>
                </a:r>
                <a:r>
                  <a:rPr lang="en-US" sz="1500" b="1" dirty="0" err="1">
                    <a:solidFill>
                      <a:srgbClr val="050607"/>
                    </a:solidFill>
                  </a:rPr>
                  <a:t>mô</a:t>
                </a:r>
                <a:r>
                  <a:rPr lang="en-US" sz="1500" b="1" dirty="0">
                    <a:solidFill>
                      <a:srgbClr val="050607"/>
                    </a:solidFill>
                  </a:rPr>
                  <a:t> </a:t>
                </a:r>
                <a:r>
                  <a:rPr lang="en-US" sz="1500" b="1" dirty="0" err="1">
                    <a:solidFill>
                      <a:srgbClr val="050607"/>
                    </a:solidFill>
                  </a:rPr>
                  <a:t>hình</a:t>
                </a:r>
                <a:r>
                  <a:rPr lang="en-US" sz="1500" b="1" dirty="0">
                    <a:solidFill>
                      <a:srgbClr val="050607"/>
                    </a:solidFill>
                  </a:rPr>
                  <a:t> </a:t>
                </a:r>
                <a:r>
                  <a:rPr lang="en-US" sz="1500" b="1" dirty="0" err="1">
                    <a:solidFill>
                      <a:srgbClr val="050607"/>
                    </a:solidFill>
                  </a:rPr>
                  <a:t>xuống</a:t>
                </a:r>
                <a:r>
                  <a:rPr lang="en-US" sz="1500" b="1" dirty="0">
                    <a:solidFill>
                      <a:srgbClr val="050607"/>
                    </a:solidFill>
                  </a:rPr>
                  <a:t> </a:t>
                </a:r>
                <a:r>
                  <a:rPr lang="en-US" sz="1500" b="1" dirty="0" err="1">
                    <a:solidFill>
                      <a:srgbClr val="050607"/>
                    </a:solidFill>
                  </a:rPr>
                  <a:t>cấp</a:t>
                </a:r>
                <a:r>
                  <a:rPr lang="en-US" sz="1500" b="1" dirty="0">
                    <a:solidFill>
                      <a:srgbClr val="050607"/>
                    </a:solidFill>
                  </a:rPr>
                  <a:t> </a:t>
                </a:r>
                <a:r>
                  <a:rPr lang="en-US" sz="1500" b="1" dirty="0" err="1">
                    <a:solidFill>
                      <a:srgbClr val="050607"/>
                    </a:solidFill>
                  </a:rPr>
                  <a:t>của</a:t>
                </a:r>
                <a:r>
                  <a:rPr lang="en-US" sz="1500" b="1" dirty="0">
                    <a:solidFill>
                      <a:srgbClr val="050607"/>
                    </a:solidFill>
                  </a:rPr>
                  <a:t> </a:t>
                </a:r>
                <a:r>
                  <a:rPr lang="en-US" sz="1500" b="1" dirty="0" err="1">
                    <a:solidFill>
                      <a:srgbClr val="050607"/>
                    </a:solidFill>
                  </a:rPr>
                  <a:t>mặt</a:t>
                </a:r>
                <a:r>
                  <a:rPr lang="en-US" sz="1500" b="1" dirty="0">
                    <a:solidFill>
                      <a:srgbClr val="050607"/>
                    </a:solidFill>
                  </a:rPr>
                  <a:t> </a:t>
                </a:r>
                <a:r>
                  <a:rPr lang="en-US" sz="1500" b="1" dirty="0" err="1">
                    <a:solidFill>
                      <a:srgbClr val="050607"/>
                    </a:solidFill>
                  </a:rPr>
                  <a:t>đường</a:t>
                </a:r>
                <a:r>
                  <a:rPr lang="en-US" sz="1500" b="1" dirty="0">
                    <a:solidFill>
                      <a:srgbClr val="050607"/>
                    </a:solidFill>
                  </a:rPr>
                  <a:t> </a:t>
                </a:r>
                <a:r>
                  <a:rPr lang="en-US" sz="1500" b="1" dirty="0" err="1">
                    <a:solidFill>
                      <a:srgbClr val="050607"/>
                    </a:solidFill>
                  </a:rPr>
                  <a:t>cho</a:t>
                </a:r>
                <a:r>
                  <a:rPr lang="en-US" sz="1500" b="1" dirty="0">
                    <a:solidFill>
                      <a:srgbClr val="050607"/>
                    </a:solidFill>
                  </a:rPr>
                  <a:t> </a:t>
                </a:r>
                <a:r>
                  <a:rPr lang="en-US" sz="1500" b="1" dirty="0" err="1">
                    <a:solidFill>
                      <a:srgbClr val="050607"/>
                    </a:solidFill>
                  </a:rPr>
                  <a:t>hệ</a:t>
                </a:r>
                <a:r>
                  <a:rPr lang="en-US" sz="1500" b="1" dirty="0">
                    <a:solidFill>
                      <a:srgbClr val="050607"/>
                    </a:solidFill>
                  </a:rPr>
                  <a:t> </a:t>
                </a:r>
                <a:r>
                  <a:rPr lang="en-US" sz="1500" b="1" dirty="0" err="1">
                    <a:solidFill>
                      <a:srgbClr val="050607"/>
                    </a:solidFill>
                  </a:rPr>
                  <a:t>thống</a:t>
                </a:r>
                <a:r>
                  <a:rPr lang="en-US" sz="1500" b="1" dirty="0">
                    <a:solidFill>
                      <a:srgbClr val="050607"/>
                    </a:solidFill>
                  </a:rPr>
                  <a:t> </a:t>
                </a:r>
                <a:r>
                  <a:rPr lang="en-US" sz="1500" b="1" dirty="0" err="1">
                    <a:solidFill>
                      <a:srgbClr val="050607"/>
                    </a:solidFill>
                  </a:rPr>
                  <a:t>đường</a:t>
                </a:r>
                <a:r>
                  <a:rPr lang="en-US" sz="1500" b="1" dirty="0">
                    <a:solidFill>
                      <a:srgbClr val="050607"/>
                    </a:solidFill>
                  </a:rPr>
                  <a:t> </a:t>
                </a:r>
                <a:r>
                  <a:rPr lang="en-US" sz="1500" b="1" dirty="0" err="1">
                    <a:solidFill>
                      <a:srgbClr val="050607"/>
                    </a:solidFill>
                  </a:rPr>
                  <a:t>phố</a:t>
                </a:r>
                <a:r>
                  <a:rPr lang="en-US" sz="1500" b="1" dirty="0">
                    <a:solidFill>
                      <a:srgbClr val="050607"/>
                    </a:solidFill>
                  </a:rPr>
                  <a:t> Riyadh (Saudi Arabia)</a:t>
                </a:r>
              </a:p>
              <a:p>
                <a:pPr>
                  <a:lnSpc>
                    <a:spcPct val="120000"/>
                  </a:lnSpc>
                  <a:spcBef>
                    <a:spcPts val="600"/>
                  </a:spcBef>
                </a:pPr>
                <a:r>
                  <a:rPr lang="en-US" sz="1500" dirty="0">
                    <a:solidFill>
                      <a:schemeClr val="tx1">
                        <a:lumMod val="50000"/>
                      </a:schemeClr>
                    </a:solidFill>
                  </a:rPr>
                  <a:t>	</a:t>
                </a:r>
                <a:r>
                  <a:rPr lang="en-US" sz="1500" b="1" dirty="0" err="1">
                    <a:solidFill>
                      <a:srgbClr val="020202"/>
                    </a:solidFill>
                  </a:rPr>
                  <a:t>Chỉ</a:t>
                </a:r>
                <a:r>
                  <a:rPr lang="en-US" sz="1500" b="1" dirty="0">
                    <a:solidFill>
                      <a:srgbClr val="020202"/>
                    </a:solidFill>
                  </a:rPr>
                  <a:t> </a:t>
                </a:r>
                <a:r>
                  <a:rPr lang="en-US" sz="1500" b="1" dirty="0" err="1">
                    <a:solidFill>
                      <a:srgbClr val="020202"/>
                    </a:solidFill>
                  </a:rPr>
                  <a:t>số</a:t>
                </a:r>
                <a:r>
                  <a:rPr lang="en-US" sz="1500" b="1" dirty="0">
                    <a:solidFill>
                      <a:srgbClr val="020202"/>
                    </a:solidFill>
                  </a:rPr>
                  <a:t> </a:t>
                </a:r>
                <a:r>
                  <a:rPr lang="en-US" sz="1500" b="1" dirty="0" err="1">
                    <a:solidFill>
                      <a:srgbClr val="020202"/>
                    </a:solidFill>
                  </a:rPr>
                  <a:t>hư</a:t>
                </a:r>
                <a:r>
                  <a:rPr lang="en-US" sz="1500" b="1" dirty="0">
                    <a:solidFill>
                      <a:srgbClr val="020202"/>
                    </a:solidFill>
                  </a:rPr>
                  <a:t> </a:t>
                </a:r>
                <a:r>
                  <a:rPr lang="en-US" sz="1500" b="1" dirty="0" err="1">
                    <a:solidFill>
                      <a:srgbClr val="020202"/>
                    </a:solidFill>
                  </a:rPr>
                  <a:t>hỏng</a:t>
                </a:r>
                <a:r>
                  <a:rPr lang="en-US" sz="1500" b="1" dirty="0">
                    <a:solidFill>
                      <a:srgbClr val="020202"/>
                    </a:solidFill>
                  </a:rPr>
                  <a:t> </a:t>
                </a:r>
                <a:r>
                  <a:rPr lang="en-US" sz="1500" b="1" dirty="0" err="1">
                    <a:solidFill>
                      <a:srgbClr val="020202"/>
                    </a:solidFill>
                  </a:rPr>
                  <a:t>của</a:t>
                </a:r>
                <a:r>
                  <a:rPr lang="en-US" sz="1500" b="1" dirty="0">
                    <a:solidFill>
                      <a:srgbClr val="020202"/>
                    </a:solidFill>
                  </a:rPr>
                  <a:t> </a:t>
                </a:r>
                <a:r>
                  <a:rPr lang="en-US" sz="1500" b="1" dirty="0" err="1">
                    <a:solidFill>
                      <a:srgbClr val="020202"/>
                    </a:solidFill>
                  </a:rPr>
                  <a:t>đường</a:t>
                </a:r>
                <a:r>
                  <a:rPr lang="en-US" sz="1500" b="1" dirty="0">
                    <a:solidFill>
                      <a:srgbClr val="020202"/>
                    </a:solidFill>
                  </a:rPr>
                  <a:t> </a:t>
                </a:r>
                <a:r>
                  <a:rPr lang="en-US" sz="1500" b="1" dirty="0" err="1">
                    <a:solidFill>
                      <a:srgbClr val="020202"/>
                    </a:solidFill>
                  </a:rPr>
                  <a:t>phố</a:t>
                </a:r>
                <a:r>
                  <a:rPr lang="en-US" sz="1500" b="1" dirty="0">
                    <a:solidFill>
                      <a:srgbClr val="020202"/>
                    </a:solidFill>
                  </a:rPr>
                  <a:t> = a + b * </a:t>
                </a:r>
                <a:r>
                  <a:rPr lang="en-US" sz="1500" b="1" dirty="0" err="1">
                    <a:solidFill>
                      <a:srgbClr val="020202"/>
                    </a:solidFill>
                  </a:rPr>
                  <a:t>AGE</a:t>
                </a:r>
                <a:r>
                  <a:rPr lang="en-US" sz="1500" b="1" baseline="30000" dirty="0" err="1">
                    <a:solidFill>
                      <a:srgbClr val="020202"/>
                    </a:solidFill>
                  </a:rPr>
                  <a:t>n</a:t>
                </a:r>
                <a:r>
                  <a:rPr lang="en-US" sz="1500" b="1" dirty="0">
                    <a:solidFill>
                      <a:srgbClr val="020202"/>
                    </a:solidFill>
                  </a:rPr>
                  <a:t> + c * ADT + d * DR </a:t>
                </a:r>
                <a:endParaRPr lang="en-US" sz="1500" b="1" baseline="30000" dirty="0">
                  <a:solidFill>
                    <a:srgbClr val="020202"/>
                  </a:solidFill>
                </a:endParaRPr>
              </a:p>
              <a:p>
                <a:pPr>
                  <a:lnSpc>
                    <a:spcPct val="120000"/>
                  </a:lnSpc>
                  <a:spcBef>
                    <a:spcPts val="600"/>
                  </a:spcBef>
                </a:pPr>
                <a:r>
                  <a:rPr lang="en-US" sz="1500" dirty="0">
                    <a:solidFill>
                      <a:srgbClr val="020202"/>
                    </a:solidFill>
                  </a:rPr>
                  <a:t>ADT – </a:t>
                </a:r>
                <a:r>
                  <a:rPr lang="en-US" sz="1500" dirty="0" err="1">
                    <a:solidFill>
                      <a:srgbClr val="020202"/>
                    </a:solidFill>
                  </a:rPr>
                  <a:t>lưu</a:t>
                </a:r>
                <a:r>
                  <a:rPr lang="en-US" sz="1500" dirty="0">
                    <a:solidFill>
                      <a:srgbClr val="020202"/>
                    </a:solidFill>
                  </a:rPr>
                  <a:t> </a:t>
                </a:r>
                <a:r>
                  <a:rPr lang="en-US" sz="1500" dirty="0" err="1">
                    <a:solidFill>
                      <a:srgbClr val="020202"/>
                    </a:solidFill>
                  </a:rPr>
                  <a:t>lượng</a:t>
                </a:r>
                <a:r>
                  <a:rPr lang="en-US" sz="1500" dirty="0">
                    <a:solidFill>
                      <a:srgbClr val="020202"/>
                    </a:solidFill>
                  </a:rPr>
                  <a:t> </a:t>
                </a:r>
                <a:r>
                  <a:rPr lang="en-US" sz="1500" dirty="0" err="1">
                    <a:solidFill>
                      <a:srgbClr val="020202"/>
                    </a:solidFill>
                  </a:rPr>
                  <a:t>xe</a:t>
                </a:r>
                <a:r>
                  <a:rPr lang="en-US" sz="1500" dirty="0">
                    <a:solidFill>
                      <a:srgbClr val="020202"/>
                    </a:solidFill>
                  </a:rPr>
                  <a:t> </a:t>
                </a:r>
                <a:r>
                  <a:rPr lang="en-US" sz="1500" dirty="0" err="1">
                    <a:solidFill>
                      <a:srgbClr val="020202"/>
                    </a:solidFill>
                  </a:rPr>
                  <a:t>ngày</a:t>
                </a:r>
                <a:r>
                  <a:rPr lang="en-US" sz="1500" dirty="0">
                    <a:solidFill>
                      <a:srgbClr val="020202"/>
                    </a:solidFill>
                  </a:rPr>
                  <a:t> </a:t>
                </a:r>
                <a:r>
                  <a:rPr lang="en-US" sz="1500" dirty="0" err="1">
                    <a:solidFill>
                      <a:srgbClr val="020202"/>
                    </a:solidFill>
                  </a:rPr>
                  <a:t>trung</a:t>
                </a:r>
                <a:r>
                  <a:rPr lang="en-US" sz="1500" dirty="0">
                    <a:solidFill>
                      <a:srgbClr val="020202"/>
                    </a:solidFill>
                  </a:rPr>
                  <a:t> </a:t>
                </a:r>
                <a:r>
                  <a:rPr lang="en-US" sz="1500" dirty="0" err="1">
                    <a:solidFill>
                      <a:srgbClr val="020202"/>
                    </a:solidFill>
                  </a:rPr>
                  <a:t>bình</a:t>
                </a:r>
                <a:r>
                  <a:rPr lang="en-US" sz="1500" dirty="0">
                    <a:solidFill>
                      <a:srgbClr val="020202"/>
                    </a:solidFill>
                  </a:rPr>
                  <a:t> </a:t>
                </a:r>
                <a:r>
                  <a:rPr lang="en-US" sz="1500" dirty="0" err="1">
                    <a:solidFill>
                      <a:srgbClr val="020202"/>
                    </a:solidFill>
                  </a:rPr>
                  <a:t>năm</a:t>
                </a:r>
                <a:r>
                  <a:rPr lang="en-US" sz="1500" dirty="0">
                    <a:solidFill>
                      <a:srgbClr val="020202"/>
                    </a:solidFill>
                  </a:rPr>
                  <a:t> (0 </a:t>
                </a:r>
                <a:r>
                  <a:rPr lang="en-US" sz="1500" dirty="0" err="1">
                    <a:solidFill>
                      <a:srgbClr val="020202"/>
                    </a:solidFill>
                  </a:rPr>
                  <a:t>đối</a:t>
                </a:r>
                <a:r>
                  <a:rPr lang="en-US" sz="1500" dirty="0">
                    <a:solidFill>
                      <a:srgbClr val="020202"/>
                    </a:solidFill>
                  </a:rPr>
                  <a:t> </a:t>
                </a:r>
                <a:r>
                  <a:rPr lang="en-US" sz="1500" dirty="0" err="1">
                    <a:solidFill>
                      <a:srgbClr val="020202"/>
                    </a:solidFill>
                  </a:rPr>
                  <a:t>với</a:t>
                </a:r>
                <a:r>
                  <a:rPr lang="en-US" sz="1500" dirty="0">
                    <a:solidFill>
                      <a:srgbClr val="020202"/>
                    </a:solidFill>
                  </a:rPr>
                  <a:t> </a:t>
                </a:r>
                <a:r>
                  <a:rPr lang="en-US" sz="1500" dirty="0" err="1">
                    <a:solidFill>
                      <a:srgbClr val="020202"/>
                    </a:solidFill>
                  </a:rPr>
                  <a:t>dòng</a:t>
                </a:r>
                <a:r>
                  <a:rPr lang="en-US" sz="1500" dirty="0">
                    <a:solidFill>
                      <a:srgbClr val="020202"/>
                    </a:solidFill>
                  </a:rPr>
                  <a:t> </a:t>
                </a:r>
                <a:r>
                  <a:rPr lang="en-US" sz="1500" dirty="0" err="1">
                    <a:solidFill>
                      <a:srgbClr val="020202"/>
                    </a:solidFill>
                  </a:rPr>
                  <a:t>ít</a:t>
                </a:r>
                <a:r>
                  <a:rPr lang="en-US" sz="1500" dirty="0">
                    <a:solidFill>
                      <a:srgbClr val="020202"/>
                    </a:solidFill>
                  </a:rPr>
                  <a:t> </a:t>
                </a:r>
                <a:r>
                  <a:rPr lang="en-US" sz="1500" dirty="0" err="1">
                    <a:solidFill>
                      <a:srgbClr val="020202"/>
                    </a:solidFill>
                  </a:rPr>
                  <a:t>xe</a:t>
                </a:r>
                <a:r>
                  <a:rPr lang="en-US" sz="1500" dirty="0">
                    <a:solidFill>
                      <a:srgbClr val="020202"/>
                    </a:solidFill>
                  </a:rPr>
                  <a:t> </a:t>
                </a:r>
                <a:r>
                  <a:rPr lang="en-US" sz="1500" dirty="0" err="1">
                    <a:solidFill>
                      <a:srgbClr val="020202"/>
                    </a:solidFill>
                  </a:rPr>
                  <a:t>và</a:t>
                </a:r>
                <a:r>
                  <a:rPr lang="en-US" sz="1500" dirty="0">
                    <a:solidFill>
                      <a:srgbClr val="020202"/>
                    </a:solidFill>
                  </a:rPr>
                  <a:t> 1 </a:t>
                </a:r>
                <a:r>
                  <a:rPr lang="en-US" sz="1500" dirty="0" err="1">
                    <a:solidFill>
                      <a:srgbClr val="020202"/>
                    </a:solidFill>
                  </a:rPr>
                  <a:t>đối</a:t>
                </a:r>
                <a:r>
                  <a:rPr lang="en-US" sz="1500" dirty="0">
                    <a:solidFill>
                      <a:srgbClr val="020202"/>
                    </a:solidFill>
                  </a:rPr>
                  <a:t> </a:t>
                </a:r>
                <a:r>
                  <a:rPr lang="en-US" sz="1500" dirty="0" err="1">
                    <a:solidFill>
                      <a:srgbClr val="020202"/>
                    </a:solidFill>
                  </a:rPr>
                  <a:t>với</a:t>
                </a:r>
                <a:r>
                  <a:rPr lang="en-US" sz="1500" dirty="0">
                    <a:solidFill>
                      <a:srgbClr val="020202"/>
                    </a:solidFill>
                  </a:rPr>
                  <a:t> </a:t>
                </a:r>
                <a:r>
                  <a:rPr lang="en-US" sz="1500" dirty="0" err="1">
                    <a:solidFill>
                      <a:srgbClr val="020202"/>
                    </a:solidFill>
                  </a:rPr>
                  <a:t>dòng</a:t>
                </a:r>
                <a:r>
                  <a:rPr lang="en-US" sz="1500" dirty="0">
                    <a:solidFill>
                      <a:srgbClr val="020202"/>
                    </a:solidFill>
                  </a:rPr>
                  <a:t> </a:t>
                </a:r>
                <a:r>
                  <a:rPr lang="en-US" sz="1500" dirty="0" err="1">
                    <a:solidFill>
                      <a:srgbClr val="020202"/>
                    </a:solidFill>
                  </a:rPr>
                  <a:t>đông</a:t>
                </a:r>
                <a:r>
                  <a:rPr lang="en-US" sz="1500" dirty="0">
                    <a:solidFill>
                      <a:srgbClr val="020202"/>
                    </a:solidFill>
                  </a:rPr>
                  <a:t> </a:t>
                </a:r>
                <a:r>
                  <a:rPr lang="en-US" sz="1500" dirty="0" err="1">
                    <a:solidFill>
                      <a:srgbClr val="020202"/>
                    </a:solidFill>
                  </a:rPr>
                  <a:t>xe</a:t>
                </a:r>
                <a:r>
                  <a:rPr lang="en-US" sz="1500" dirty="0">
                    <a:solidFill>
                      <a:srgbClr val="020202"/>
                    </a:solidFill>
                  </a:rPr>
                  <a:t>)</a:t>
                </a:r>
              </a:p>
              <a:p>
                <a:pPr>
                  <a:lnSpc>
                    <a:spcPct val="120000"/>
                  </a:lnSpc>
                  <a:spcBef>
                    <a:spcPts val="600"/>
                  </a:spcBef>
                </a:pPr>
                <a:r>
                  <a:rPr lang="en-US" sz="1500" dirty="0">
                    <a:solidFill>
                      <a:srgbClr val="020202"/>
                    </a:solidFill>
                  </a:rPr>
                  <a:t>DR – </a:t>
                </a:r>
                <a:r>
                  <a:rPr lang="en-US" sz="1500" dirty="0" err="1">
                    <a:solidFill>
                      <a:srgbClr val="020202"/>
                    </a:solidFill>
                  </a:rPr>
                  <a:t>thoát</a:t>
                </a:r>
                <a:r>
                  <a:rPr lang="en-US" sz="1500" dirty="0">
                    <a:solidFill>
                      <a:srgbClr val="020202"/>
                    </a:solidFill>
                  </a:rPr>
                  <a:t> </a:t>
                </a:r>
                <a:r>
                  <a:rPr lang="en-US" sz="1500" dirty="0" err="1">
                    <a:solidFill>
                      <a:srgbClr val="020202"/>
                    </a:solidFill>
                  </a:rPr>
                  <a:t>nước</a:t>
                </a:r>
                <a:r>
                  <a:rPr lang="en-US" sz="1500" dirty="0">
                    <a:solidFill>
                      <a:srgbClr val="020202"/>
                    </a:solidFill>
                  </a:rPr>
                  <a:t> ( 0 </a:t>
                </a:r>
                <a:r>
                  <a:rPr lang="en-US" sz="1500" dirty="0" err="1">
                    <a:solidFill>
                      <a:srgbClr val="020202"/>
                    </a:solidFill>
                  </a:rPr>
                  <a:t>nếu</a:t>
                </a:r>
                <a:r>
                  <a:rPr lang="en-US" sz="1500" dirty="0">
                    <a:solidFill>
                      <a:srgbClr val="020202"/>
                    </a:solidFill>
                  </a:rPr>
                  <a:t> </a:t>
                </a:r>
                <a:r>
                  <a:rPr lang="en-US" sz="1500" dirty="0" err="1">
                    <a:solidFill>
                      <a:srgbClr val="020202"/>
                    </a:solidFill>
                  </a:rPr>
                  <a:t>không</a:t>
                </a:r>
                <a:r>
                  <a:rPr lang="en-US" sz="1500" dirty="0">
                    <a:solidFill>
                      <a:srgbClr val="020202"/>
                    </a:solidFill>
                  </a:rPr>
                  <a:t> </a:t>
                </a:r>
                <a:r>
                  <a:rPr lang="en-US" sz="1500" dirty="0" err="1">
                    <a:solidFill>
                      <a:srgbClr val="020202"/>
                    </a:solidFill>
                  </a:rPr>
                  <a:t>có</a:t>
                </a:r>
                <a:r>
                  <a:rPr lang="en-US" sz="1500" dirty="0">
                    <a:solidFill>
                      <a:srgbClr val="020202"/>
                    </a:solidFill>
                  </a:rPr>
                  <a:t> </a:t>
                </a:r>
                <a:r>
                  <a:rPr lang="en-US" sz="1500" dirty="0" err="1">
                    <a:solidFill>
                      <a:srgbClr val="020202"/>
                    </a:solidFill>
                  </a:rPr>
                  <a:t>hệ</a:t>
                </a:r>
                <a:r>
                  <a:rPr lang="en-US" sz="1500" dirty="0">
                    <a:solidFill>
                      <a:srgbClr val="020202"/>
                    </a:solidFill>
                  </a:rPr>
                  <a:t> </a:t>
                </a:r>
                <a:r>
                  <a:rPr lang="en-US" sz="1500" dirty="0" err="1">
                    <a:solidFill>
                      <a:srgbClr val="020202"/>
                    </a:solidFill>
                  </a:rPr>
                  <a:t>thống</a:t>
                </a:r>
                <a:r>
                  <a:rPr lang="en-US" sz="1500" dirty="0">
                    <a:solidFill>
                      <a:srgbClr val="020202"/>
                    </a:solidFill>
                  </a:rPr>
                  <a:t> </a:t>
                </a:r>
                <a:r>
                  <a:rPr lang="en-US" sz="1500" dirty="0" err="1">
                    <a:solidFill>
                      <a:srgbClr val="020202"/>
                    </a:solidFill>
                  </a:rPr>
                  <a:t>thoát</a:t>
                </a:r>
                <a:r>
                  <a:rPr lang="en-US" sz="1500" dirty="0">
                    <a:solidFill>
                      <a:srgbClr val="020202"/>
                    </a:solidFill>
                  </a:rPr>
                  <a:t> </a:t>
                </a:r>
                <a:r>
                  <a:rPr lang="en-US" sz="1500" dirty="0" err="1">
                    <a:solidFill>
                      <a:srgbClr val="020202"/>
                    </a:solidFill>
                  </a:rPr>
                  <a:t>nước</a:t>
                </a:r>
                <a:r>
                  <a:rPr lang="en-US" sz="1500" dirty="0">
                    <a:solidFill>
                      <a:srgbClr val="020202"/>
                    </a:solidFill>
                  </a:rPr>
                  <a:t> </a:t>
                </a:r>
                <a:r>
                  <a:rPr lang="en-US" sz="1500" dirty="0" err="1">
                    <a:solidFill>
                      <a:srgbClr val="020202"/>
                    </a:solidFill>
                  </a:rPr>
                  <a:t>và</a:t>
                </a:r>
                <a:r>
                  <a:rPr lang="en-US" sz="1500" dirty="0">
                    <a:solidFill>
                      <a:srgbClr val="020202"/>
                    </a:solidFill>
                  </a:rPr>
                  <a:t> 1 </a:t>
                </a:r>
                <a:r>
                  <a:rPr lang="en-US" sz="1500" dirty="0" err="1">
                    <a:solidFill>
                      <a:srgbClr val="020202"/>
                    </a:solidFill>
                  </a:rPr>
                  <a:t>nếu</a:t>
                </a:r>
                <a:r>
                  <a:rPr lang="en-US" sz="1500" dirty="0">
                    <a:solidFill>
                      <a:srgbClr val="020202"/>
                    </a:solidFill>
                  </a:rPr>
                  <a:t> </a:t>
                </a:r>
                <a:r>
                  <a:rPr lang="en-US" sz="1500" dirty="0" err="1">
                    <a:solidFill>
                      <a:srgbClr val="020202"/>
                    </a:solidFill>
                  </a:rPr>
                  <a:t>có</a:t>
                </a:r>
                <a:r>
                  <a:rPr lang="en-US" sz="1500" dirty="0">
                    <a:solidFill>
                      <a:srgbClr val="020202"/>
                    </a:solidFill>
                  </a:rPr>
                  <a:t> </a:t>
                </a:r>
                <a:r>
                  <a:rPr lang="en-US" sz="1500" dirty="0" err="1">
                    <a:solidFill>
                      <a:srgbClr val="020202"/>
                    </a:solidFill>
                  </a:rPr>
                  <a:t>hệ</a:t>
                </a:r>
                <a:r>
                  <a:rPr lang="en-US" sz="1500" dirty="0">
                    <a:solidFill>
                      <a:srgbClr val="020202"/>
                    </a:solidFill>
                  </a:rPr>
                  <a:t> </a:t>
                </a:r>
                <a:r>
                  <a:rPr lang="en-US" sz="1500" dirty="0" err="1">
                    <a:solidFill>
                      <a:srgbClr val="020202"/>
                    </a:solidFill>
                  </a:rPr>
                  <a:t>thống</a:t>
                </a:r>
                <a:r>
                  <a:rPr lang="en-US" sz="1500" dirty="0">
                    <a:solidFill>
                      <a:srgbClr val="020202"/>
                    </a:solidFill>
                  </a:rPr>
                  <a:t> </a:t>
                </a:r>
                <a:r>
                  <a:rPr lang="en-US" sz="1500" dirty="0" err="1">
                    <a:solidFill>
                      <a:srgbClr val="020202"/>
                    </a:solidFill>
                  </a:rPr>
                  <a:t>thoát</a:t>
                </a:r>
                <a:r>
                  <a:rPr lang="en-US" sz="1500" dirty="0">
                    <a:solidFill>
                      <a:srgbClr val="020202"/>
                    </a:solidFill>
                  </a:rPr>
                  <a:t> </a:t>
                </a:r>
                <a:r>
                  <a:rPr lang="en-US" sz="1500" dirty="0" err="1">
                    <a:solidFill>
                      <a:srgbClr val="020202"/>
                    </a:solidFill>
                  </a:rPr>
                  <a:t>nước</a:t>
                </a:r>
                <a:r>
                  <a:rPr lang="en-US" sz="1500" dirty="0">
                    <a:solidFill>
                      <a:srgbClr val="020202"/>
                    </a:solidFill>
                  </a:rPr>
                  <a:t>)</a:t>
                </a:r>
              </a:p>
              <a:p>
                <a:pPr>
                  <a:lnSpc>
                    <a:spcPct val="120000"/>
                  </a:lnSpc>
                  <a:spcBef>
                    <a:spcPts val="600"/>
                  </a:spcBef>
                </a:pPr>
                <a:r>
                  <a:rPr lang="en-US" sz="1500" b="1" dirty="0" err="1">
                    <a:solidFill>
                      <a:srgbClr val="050607"/>
                    </a:solidFill>
                  </a:rPr>
                  <a:t>Ví</a:t>
                </a:r>
                <a:r>
                  <a:rPr lang="en-US" sz="1500" b="1" dirty="0">
                    <a:solidFill>
                      <a:srgbClr val="050607"/>
                    </a:solidFill>
                  </a:rPr>
                  <a:t> </a:t>
                </a:r>
                <a:r>
                  <a:rPr lang="en-US" sz="1500" b="1" dirty="0" err="1">
                    <a:solidFill>
                      <a:srgbClr val="050607"/>
                    </a:solidFill>
                  </a:rPr>
                  <a:t>dụ</a:t>
                </a:r>
                <a:r>
                  <a:rPr lang="en-US" sz="1500" b="1" dirty="0">
                    <a:solidFill>
                      <a:srgbClr val="050607"/>
                    </a:solidFill>
                  </a:rPr>
                  <a:t> </a:t>
                </a:r>
                <a:r>
                  <a:rPr lang="en-US" sz="1500" b="1" dirty="0" err="1">
                    <a:solidFill>
                      <a:srgbClr val="050607"/>
                    </a:solidFill>
                  </a:rPr>
                  <a:t>về</a:t>
                </a:r>
                <a:r>
                  <a:rPr lang="en-US" sz="1500" b="1" dirty="0">
                    <a:solidFill>
                      <a:srgbClr val="050607"/>
                    </a:solidFill>
                  </a:rPr>
                  <a:t> </a:t>
                </a:r>
                <a:r>
                  <a:rPr lang="en-US" sz="1500" b="1" dirty="0" err="1">
                    <a:solidFill>
                      <a:srgbClr val="050607"/>
                    </a:solidFill>
                  </a:rPr>
                  <a:t>mô</a:t>
                </a:r>
                <a:r>
                  <a:rPr lang="en-US" sz="1500" b="1" dirty="0">
                    <a:solidFill>
                      <a:srgbClr val="050607"/>
                    </a:solidFill>
                  </a:rPr>
                  <a:t> </a:t>
                </a:r>
                <a:r>
                  <a:rPr lang="en-US" sz="1500" b="1" dirty="0" err="1">
                    <a:solidFill>
                      <a:srgbClr val="050607"/>
                    </a:solidFill>
                  </a:rPr>
                  <a:t>hình</a:t>
                </a:r>
                <a:r>
                  <a:rPr lang="en-US" sz="1500" b="1" dirty="0">
                    <a:solidFill>
                      <a:srgbClr val="050607"/>
                    </a:solidFill>
                  </a:rPr>
                  <a:t> </a:t>
                </a:r>
                <a:r>
                  <a:rPr lang="en-US" sz="1500" b="1" dirty="0" err="1">
                    <a:solidFill>
                      <a:srgbClr val="050607"/>
                    </a:solidFill>
                  </a:rPr>
                  <a:t>dự</a:t>
                </a:r>
                <a:r>
                  <a:rPr lang="en-US" sz="1500" b="1" dirty="0">
                    <a:solidFill>
                      <a:srgbClr val="050607"/>
                    </a:solidFill>
                  </a:rPr>
                  <a:t> </a:t>
                </a:r>
                <a:r>
                  <a:rPr lang="en-US" sz="1500" b="1" dirty="0" err="1">
                    <a:solidFill>
                      <a:srgbClr val="050607"/>
                    </a:solidFill>
                  </a:rPr>
                  <a:t>báo</a:t>
                </a:r>
                <a:r>
                  <a:rPr lang="en-US" sz="1500" b="1" dirty="0">
                    <a:solidFill>
                      <a:srgbClr val="050607"/>
                    </a:solidFill>
                  </a:rPr>
                  <a:t> </a:t>
                </a:r>
                <a:r>
                  <a:rPr lang="en-US" sz="1500" b="1" dirty="0" err="1">
                    <a:solidFill>
                      <a:srgbClr val="050607"/>
                    </a:solidFill>
                  </a:rPr>
                  <a:t>tình</a:t>
                </a:r>
                <a:r>
                  <a:rPr lang="en-US" sz="1500" b="1" dirty="0">
                    <a:solidFill>
                      <a:srgbClr val="050607"/>
                    </a:solidFill>
                  </a:rPr>
                  <a:t> </a:t>
                </a:r>
                <a:r>
                  <a:rPr lang="en-US" sz="1500" b="1" dirty="0" err="1">
                    <a:solidFill>
                      <a:srgbClr val="050607"/>
                    </a:solidFill>
                  </a:rPr>
                  <a:t>trạng</a:t>
                </a:r>
                <a:r>
                  <a:rPr lang="en-US" sz="1500" b="1" dirty="0">
                    <a:solidFill>
                      <a:srgbClr val="050607"/>
                    </a:solidFill>
                  </a:rPr>
                  <a:t> </a:t>
                </a:r>
                <a:r>
                  <a:rPr lang="en-US" sz="1500" b="1" dirty="0" err="1">
                    <a:solidFill>
                      <a:srgbClr val="050607"/>
                    </a:solidFill>
                  </a:rPr>
                  <a:t>mặt</a:t>
                </a:r>
                <a:r>
                  <a:rPr lang="en-US" sz="1500" b="1" dirty="0">
                    <a:solidFill>
                      <a:srgbClr val="050607"/>
                    </a:solidFill>
                  </a:rPr>
                  <a:t> </a:t>
                </a:r>
                <a:r>
                  <a:rPr lang="en-US" sz="1500" b="1" dirty="0" err="1">
                    <a:solidFill>
                      <a:srgbClr val="050607"/>
                    </a:solidFill>
                  </a:rPr>
                  <a:t>đường</a:t>
                </a:r>
                <a:r>
                  <a:rPr lang="en-US" sz="1500" b="1" dirty="0">
                    <a:solidFill>
                      <a:srgbClr val="050607"/>
                    </a:solidFill>
                  </a:rPr>
                  <a:t> – North Carolina</a:t>
                </a:r>
              </a:p>
              <a:p>
                <a:pPr algn="ctr">
                  <a:lnSpc>
                    <a:spcPct val="120000"/>
                  </a:lnSpc>
                  <a:spcBef>
                    <a:spcPts val="600"/>
                  </a:spcBef>
                </a:pPr>
                <a14:m>
                  <m:oMathPara xmlns:m="http://schemas.openxmlformats.org/officeDocument/2006/math">
                    <m:oMathParaPr>
                      <m:jc m:val="centerGroup"/>
                    </m:oMathParaPr>
                    <m:oMath xmlns:m="http://schemas.openxmlformats.org/officeDocument/2006/math">
                      <m:r>
                        <a:rPr lang="en-US" sz="1500" b="1" i="1" smtClean="0">
                          <a:solidFill>
                            <a:srgbClr val="050607"/>
                          </a:solidFill>
                          <a:latin typeface="Cambria Math"/>
                        </a:rPr>
                        <m:t>𝑷𝑪𝑹</m:t>
                      </m:r>
                      <m:r>
                        <a:rPr lang="en-US" sz="1500" b="1" i="1" smtClean="0">
                          <a:solidFill>
                            <a:srgbClr val="050607"/>
                          </a:solidFill>
                          <a:latin typeface="Cambria Math"/>
                        </a:rPr>
                        <m:t>= </m:t>
                      </m:r>
                      <m:sSub>
                        <m:sSubPr>
                          <m:ctrlPr>
                            <a:rPr lang="en-US" sz="1500" b="1" i="1" smtClean="0">
                              <a:solidFill>
                                <a:srgbClr val="050607"/>
                              </a:solidFill>
                              <a:latin typeface="Cambria Math" panose="02040503050406030204" pitchFamily="18" charset="0"/>
                            </a:rPr>
                          </m:ctrlPr>
                        </m:sSubPr>
                        <m:e>
                          <m:r>
                            <a:rPr lang="en-US" sz="1500" b="1" i="1" smtClean="0">
                              <a:solidFill>
                                <a:srgbClr val="050607"/>
                              </a:solidFill>
                              <a:latin typeface="Cambria Math"/>
                            </a:rPr>
                            <m:t>𝑪</m:t>
                          </m:r>
                        </m:e>
                        <m:sub>
                          <m:r>
                            <a:rPr lang="en-US" sz="1500" b="1" i="1" smtClean="0">
                              <a:solidFill>
                                <a:srgbClr val="050607"/>
                              </a:solidFill>
                              <a:latin typeface="Cambria Math"/>
                            </a:rPr>
                            <m:t>𝟎</m:t>
                          </m:r>
                        </m:sub>
                      </m:sSub>
                      <m:r>
                        <a:rPr lang="en-US" sz="1500" b="1" i="1" smtClean="0">
                          <a:solidFill>
                            <a:srgbClr val="050607"/>
                          </a:solidFill>
                          <a:latin typeface="Cambria Math"/>
                        </a:rPr>
                        <m:t>+</m:t>
                      </m:r>
                      <m:sSub>
                        <m:sSubPr>
                          <m:ctrlPr>
                            <a:rPr lang="en-US" sz="1500" b="1" i="1" smtClean="0">
                              <a:solidFill>
                                <a:srgbClr val="050607"/>
                              </a:solidFill>
                              <a:latin typeface="Cambria Math" panose="02040503050406030204" pitchFamily="18" charset="0"/>
                            </a:rPr>
                          </m:ctrlPr>
                        </m:sSubPr>
                        <m:e>
                          <m:r>
                            <a:rPr lang="en-US" sz="1500" b="1" i="1" smtClean="0">
                              <a:solidFill>
                                <a:srgbClr val="050607"/>
                              </a:solidFill>
                              <a:latin typeface="Cambria Math"/>
                            </a:rPr>
                            <m:t>𝑪</m:t>
                          </m:r>
                        </m:e>
                        <m:sub>
                          <m:r>
                            <a:rPr lang="en-US" sz="1500" b="1" i="1" smtClean="0">
                              <a:solidFill>
                                <a:srgbClr val="050607"/>
                              </a:solidFill>
                              <a:latin typeface="Cambria Math"/>
                            </a:rPr>
                            <m:t>𝟏</m:t>
                          </m:r>
                        </m:sub>
                      </m:sSub>
                      <m:r>
                        <a:rPr lang="en-US" sz="1500" b="1" i="1" smtClean="0">
                          <a:solidFill>
                            <a:srgbClr val="050607"/>
                          </a:solidFill>
                          <a:latin typeface="Cambria Math"/>
                        </a:rPr>
                        <m:t>∗</m:t>
                      </m:r>
                      <m:sSup>
                        <m:sSupPr>
                          <m:ctrlPr>
                            <a:rPr lang="en-US" sz="1500" b="1" i="1" smtClean="0">
                              <a:solidFill>
                                <a:srgbClr val="050607"/>
                              </a:solidFill>
                              <a:latin typeface="Cambria Math" panose="02040503050406030204" pitchFamily="18" charset="0"/>
                            </a:rPr>
                          </m:ctrlPr>
                        </m:sSupPr>
                        <m:e>
                          <m:r>
                            <a:rPr lang="en-US" sz="1500" b="1" i="1" smtClean="0">
                              <a:solidFill>
                                <a:srgbClr val="050607"/>
                              </a:solidFill>
                              <a:latin typeface="Cambria Math"/>
                            </a:rPr>
                            <m:t>𝑨𝒈𝒆</m:t>
                          </m:r>
                        </m:e>
                        <m:sup>
                          <m:sSub>
                            <m:sSubPr>
                              <m:ctrlPr>
                                <a:rPr lang="en-US" sz="1500" b="1" i="1" smtClean="0">
                                  <a:solidFill>
                                    <a:srgbClr val="050607"/>
                                  </a:solidFill>
                                  <a:latin typeface="Cambria Math" panose="02040503050406030204" pitchFamily="18" charset="0"/>
                                </a:rPr>
                              </m:ctrlPr>
                            </m:sSubPr>
                            <m:e>
                              <m:r>
                                <a:rPr lang="en-US" sz="1500" b="1" i="1" smtClean="0">
                                  <a:solidFill>
                                    <a:srgbClr val="050607"/>
                                  </a:solidFill>
                                  <a:latin typeface="Cambria Math"/>
                                </a:rPr>
                                <m:t>𝑪</m:t>
                              </m:r>
                            </m:e>
                            <m:sub>
                              <m:r>
                                <a:rPr lang="en-US" sz="1500" b="1" i="1" smtClean="0">
                                  <a:solidFill>
                                    <a:srgbClr val="050607"/>
                                  </a:solidFill>
                                  <a:latin typeface="Cambria Math"/>
                                </a:rPr>
                                <m:t>𝟐</m:t>
                              </m:r>
                            </m:sub>
                          </m:sSub>
                        </m:sup>
                      </m:sSup>
                    </m:oMath>
                  </m:oMathPara>
                </a14:m>
                <a:endParaRPr lang="en-US" sz="1500" b="1" dirty="0">
                  <a:solidFill>
                    <a:srgbClr val="050607"/>
                  </a:solidFill>
                </a:endParaRPr>
              </a:p>
              <a:p>
                <a:pPr>
                  <a:lnSpc>
                    <a:spcPct val="120000"/>
                  </a:lnSpc>
                  <a:spcBef>
                    <a:spcPts val="600"/>
                  </a:spcBef>
                </a:pPr>
                <a:r>
                  <a:rPr lang="en-US" sz="1500" dirty="0">
                    <a:solidFill>
                      <a:srgbClr val="020202"/>
                    </a:solidFill>
                  </a:rPr>
                  <a:t>	PCR – </a:t>
                </a:r>
                <a:r>
                  <a:rPr lang="en-US" sz="1500" dirty="0" err="1">
                    <a:solidFill>
                      <a:srgbClr val="020202"/>
                    </a:solidFill>
                  </a:rPr>
                  <a:t>Điểm</a:t>
                </a:r>
                <a:r>
                  <a:rPr lang="en-US" sz="1500" dirty="0">
                    <a:solidFill>
                      <a:srgbClr val="020202"/>
                    </a:solidFill>
                  </a:rPr>
                  <a:t> </a:t>
                </a:r>
                <a:r>
                  <a:rPr lang="en-US" sz="1500" dirty="0" err="1">
                    <a:solidFill>
                      <a:srgbClr val="020202"/>
                    </a:solidFill>
                  </a:rPr>
                  <a:t>đánh</a:t>
                </a:r>
                <a:r>
                  <a:rPr lang="en-US" sz="1500" dirty="0">
                    <a:solidFill>
                      <a:srgbClr val="020202"/>
                    </a:solidFill>
                  </a:rPr>
                  <a:t> </a:t>
                </a:r>
                <a:r>
                  <a:rPr lang="en-US" sz="1500" dirty="0" err="1">
                    <a:solidFill>
                      <a:srgbClr val="020202"/>
                    </a:solidFill>
                  </a:rPr>
                  <a:t>giá</a:t>
                </a:r>
                <a:r>
                  <a:rPr lang="en-US" sz="1500" dirty="0">
                    <a:solidFill>
                      <a:srgbClr val="020202"/>
                    </a:solidFill>
                  </a:rPr>
                  <a:t> </a:t>
                </a:r>
                <a:r>
                  <a:rPr lang="en-US" sz="1500" dirty="0" err="1">
                    <a:solidFill>
                      <a:srgbClr val="020202"/>
                    </a:solidFill>
                  </a:rPr>
                  <a:t>tình</a:t>
                </a:r>
                <a:r>
                  <a:rPr lang="en-US" sz="1500" dirty="0">
                    <a:solidFill>
                      <a:srgbClr val="020202"/>
                    </a:solidFill>
                  </a:rPr>
                  <a:t> </a:t>
                </a:r>
                <a:r>
                  <a:rPr lang="en-US" sz="1500" dirty="0" err="1">
                    <a:solidFill>
                      <a:srgbClr val="020202"/>
                    </a:solidFill>
                  </a:rPr>
                  <a:t>trạng</a:t>
                </a:r>
                <a:r>
                  <a:rPr lang="en-US" sz="1500" dirty="0">
                    <a:solidFill>
                      <a:srgbClr val="020202"/>
                    </a:solidFill>
                  </a:rPr>
                  <a:t> </a:t>
                </a:r>
                <a:r>
                  <a:rPr lang="en-US" sz="1500" dirty="0" err="1">
                    <a:solidFill>
                      <a:srgbClr val="020202"/>
                    </a:solidFill>
                  </a:rPr>
                  <a:t>mặt</a:t>
                </a:r>
                <a:r>
                  <a:rPr lang="en-US" sz="1500" dirty="0">
                    <a:solidFill>
                      <a:srgbClr val="020202"/>
                    </a:solidFill>
                  </a:rPr>
                  <a:t> </a:t>
                </a:r>
                <a:r>
                  <a:rPr lang="en-US" sz="1500" dirty="0" err="1">
                    <a:solidFill>
                      <a:srgbClr val="020202"/>
                    </a:solidFill>
                  </a:rPr>
                  <a:t>đường</a:t>
                </a:r>
                <a:r>
                  <a:rPr lang="en-US" sz="1500" dirty="0">
                    <a:solidFill>
                      <a:srgbClr val="020202"/>
                    </a:solidFill>
                  </a:rPr>
                  <a:t> </a:t>
                </a:r>
              </a:p>
              <a:p>
                <a:pPr>
                  <a:lnSpc>
                    <a:spcPct val="120000"/>
                  </a:lnSpc>
                  <a:spcBef>
                    <a:spcPts val="600"/>
                  </a:spcBef>
                </a:pPr>
                <a:r>
                  <a:rPr lang="en-US" sz="1500" dirty="0">
                    <a:solidFill>
                      <a:srgbClr val="020202"/>
                    </a:solidFill>
                  </a:rPr>
                  <a:t>	Age – </a:t>
                </a:r>
                <a:r>
                  <a:rPr lang="en-US" sz="1500" dirty="0" err="1">
                    <a:solidFill>
                      <a:srgbClr val="020202"/>
                    </a:solidFill>
                  </a:rPr>
                  <a:t>tuổi</a:t>
                </a:r>
                <a:r>
                  <a:rPr lang="en-US" sz="1500" dirty="0">
                    <a:solidFill>
                      <a:srgbClr val="020202"/>
                    </a:solidFill>
                  </a:rPr>
                  <a:t> </a:t>
                </a:r>
                <a:r>
                  <a:rPr lang="en-US" sz="1500" dirty="0" err="1">
                    <a:solidFill>
                      <a:srgbClr val="020202"/>
                    </a:solidFill>
                  </a:rPr>
                  <a:t>thọ</a:t>
                </a:r>
                <a:r>
                  <a:rPr lang="en-US" sz="1500" dirty="0">
                    <a:solidFill>
                      <a:srgbClr val="020202"/>
                    </a:solidFill>
                  </a:rPr>
                  <a:t> </a:t>
                </a:r>
                <a:r>
                  <a:rPr lang="en-US" sz="1500" dirty="0" err="1">
                    <a:solidFill>
                      <a:srgbClr val="020202"/>
                    </a:solidFill>
                  </a:rPr>
                  <a:t>của</a:t>
                </a:r>
                <a:r>
                  <a:rPr lang="en-US" sz="1500" dirty="0">
                    <a:solidFill>
                      <a:srgbClr val="020202"/>
                    </a:solidFill>
                  </a:rPr>
                  <a:t> </a:t>
                </a:r>
                <a:r>
                  <a:rPr lang="en-US" sz="1500" dirty="0" err="1">
                    <a:solidFill>
                      <a:srgbClr val="020202"/>
                    </a:solidFill>
                  </a:rPr>
                  <a:t>mặt</a:t>
                </a:r>
                <a:r>
                  <a:rPr lang="en-US" sz="1500" dirty="0">
                    <a:solidFill>
                      <a:srgbClr val="020202"/>
                    </a:solidFill>
                  </a:rPr>
                  <a:t> </a:t>
                </a:r>
                <a:r>
                  <a:rPr lang="en-US" sz="1500" dirty="0" err="1">
                    <a:solidFill>
                      <a:srgbClr val="020202"/>
                    </a:solidFill>
                  </a:rPr>
                  <a:t>đường</a:t>
                </a:r>
                <a:endParaRPr lang="en-US" sz="1500" dirty="0">
                  <a:solidFill>
                    <a:srgbClr val="020202"/>
                  </a:solidFill>
                </a:endParaRPr>
              </a:p>
              <a:p>
                <a:pPr>
                  <a:lnSpc>
                    <a:spcPct val="120000"/>
                  </a:lnSpc>
                  <a:spcBef>
                    <a:spcPts val="600"/>
                  </a:spcBef>
                </a:pPr>
                <a:r>
                  <a:rPr lang="en-US" sz="1500" dirty="0" err="1">
                    <a:solidFill>
                      <a:srgbClr val="020202"/>
                    </a:solidFill>
                  </a:rPr>
                  <a:t>Các</a:t>
                </a:r>
                <a:r>
                  <a:rPr lang="en-US" sz="1500" dirty="0">
                    <a:solidFill>
                      <a:srgbClr val="020202"/>
                    </a:solidFill>
                  </a:rPr>
                  <a:t> </a:t>
                </a:r>
                <a:r>
                  <a:rPr lang="en-US" sz="1500" dirty="0" err="1">
                    <a:solidFill>
                      <a:srgbClr val="020202"/>
                    </a:solidFill>
                  </a:rPr>
                  <a:t>đoạn</a:t>
                </a:r>
                <a:r>
                  <a:rPr lang="en-US" sz="1500" dirty="0">
                    <a:solidFill>
                      <a:srgbClr val="020202"/>
                    </a:solidFill>
                  </a:rPr>
                  <a:t> </a:t>
                </a:r>
                <a:r>
                  <a:rPr lang="en-US" sz="1500" dirty="0" err="1">
                    <a:solidFill>
                      <a:srgbClr val="020202"/>
                    </a:solidFill>
                  </a:rPr>
                  <a:t>mặt</a:t>
                </a:r>
                <a:r>
                  <a:rPr lang="en-US" sz="1500" dirty="0">
                    <a:solidFill>
                      <a:srgbClr val="020202"/>
                    </a:solidFill>
                  </a:rPr>
                  <a:t> </a:t>
                </a:r>
                <a:r>
                  <a:rPr lang="en-US" sz="1500" dirty="0" err="1">
                    <a:solidFill>
                      <a:srgbClr val="020202"/>
                    </a:solidFill>
                  </a:rPr>
                  <a:t>đường</a:t>
                </a:r>
                <a:r>
                  <a:rPr lang="en-US" sz="1500" dirty="0">
                    <a:solidFill>
                      <a:srgbClr val="020202"/>
                    </a:solidFill>
                  </a:rPr>
                  <a:t> </a:t>
                </a:r>
                <a:r>
                  <a:rPr lang="en-US" sz="1500" dirty="0" err="1">
                    <a:solidFill>
                      <a:srgbClr val="020202"/>
                    </a:solidFill>
                  </a:rPr>
                  <a:t>được</a:t>
                </a:r>
                <a:r>
                  <a:rPr lang="en-US" sz="1500" dirty="0">
                    <a:solidFill>
                      <a:srgbClr val="020202"/>
                    </a:solidFill>
                  </a:rPr>
                  <a:t> chia </a:t>
                </a:r>
                <a:r>
                  <a:rPr lang="en-US" sz="1500" dirty="0" err="1">
                    <a:solidFill>
                      <a:srgbClr val="020202"/>
                    </a:solidFill>
                  </a:rPr>
                  <a:t>thành</a:t>
                </a:r>
                <a:r>
                  <a:rPr lang="en-US" sz="1500" dirty="0">
                    <a:solidFill>
                      <a:srgbClr val="020202"/>
                    </a:solidFill>
                  </a:rPr>
                  <a:t> </a:t>
                </a:r>
                <a:r>
                  <a:rPr lang="en-US" sz="1500" dirty="0" err="1">
                    <a:solidFill>
                      <a:srgbClr val="020202"/>
                    </a:solidFill>
                  </a:rPr>
                  <a:t>các</a:t>
                </a:r>
                <a:r>
                  <a:rPr lang="en-US" sz="1500" dirty="0">
                    <a:solidFill>
                      <a:srgbClr val="020202"/>
                    </a:solidFill>
                  </a:rPr>
                  <a:t> </a:t>
                </a:r>
                <a:r>
                  <a:rPr lang="en-US" sz="1500" dirty="0" err="1">
                    <a:solidFill>
                      <a:srgbClr val="020202"/>
                    </a:solidFill>
                  </a:rPr>
                  <a:t>đoạn</a:t>
                </a:r>
                <a:r>
                  <a:rPr lang="en-US" sz="1500" dirty="0">
                    <a:solidFill>
                      <a:srgbClr val="020202"/>
                    </a:solidFill>
                  </a:rPr>
                  <a:t> </a:t>
                </a:r>
                <a:r>
                  <a:rPr lang="en-US" sz="1500" dirty="0" err="1">
                    <a:solidFill>
                      <a:srgbClr val="020202"/>
                    </a:solidFill>
                  </a:rPr>
                  <a:t>thông</a:t>
                </a:r>
                <a:r>
                  <a:rPr lang="en-US" sz="1500" dirty="0">
                    <a:solidFill>
                      <a:srgbClr val="020202"/>
                    </a:solidFill>
                  </a:rPr>
                  <a:t> </a:t>
                </a:r>
                <a:r>
                  <a:rPr lang="en-US" sz="1500" dirty="0" err="1">
                    <a:solidFill>
                      <a:srgbClr val="020202"/>
                    </a:solidFill>
                  </a:rPr>
                  <a:t>thường</a:t>
                </a:r>
                <a:r>
                  <a:rPr lang="en-US" sz="1500" dirty="0">
                    <a:solidFill>
                      <a:srgbClr val="020202"/>
                    </a:solidFill>
                  </a:rPr>
                  <a:t> </a:t>
                </a:r>
                <a:r>
                  <a:rPr lang="en-US" sz="1500" dirty="0" err="1">
                    <a:solidFill>
                      <a:srgbClr val="020202"/>
                    </a:solidFill>
                  </a:rPr>
                  <a:t>và</a:t>
                </a:r>
                <a:r>
                  <a:rPr lang="en-US" sz="1500" dirty="0">
                    <a:solidFill>
                      <a:srgbClr val="020202"/>
                    </a:solidFill>
                  </a:rPr>
                  <a:t> </a:t>
                </a:r>
                <a:r>
                  <a:rPr lang="en-US" sz="1500" dirty="0" err="1">
                    <a:solidFill>
                      <a:srgbClr val="020202"/>
                    </a:solidFill>
                  </a:rPr>
                  <a:t>bất</a:t>
                </a:r>
                <a:r>
                  <a:rPr lang="en-US" sz="1500" dirty="0">
                    <a:solidFill>
                      <a:srgbClr val="020202"/>
                    </a:solidFill>
                  </a:rPr>
                  <a:t> </a:t>
                </a:r>
                <a:r>
                  <a:rPr lang="en-US" sz="1500" dirty="0" err="1">
                    <a:solidFill>
                      <a:srgbClr val="020202"/>
                    </a:solidFill>
                  </a:rPr>
                  <a:t>thường</a:t>
                </a:r>
                <a:r>
                  <a:rPr lang="en-US" sz="1500" dirty="0">
                    <a:solidFill>
                      <a:srgbClr val="020202"/>
                    </a:solidFill>
                  </a:rPr>
                  <a:t>. </a:t>
                </a:r>
              </a:p>
              <a:p>
                <a:pPr>
                  <a:lnSpc>
                    <a:spcPct val="120000"/>
                  </a:lnSpc>
                  <a:spcBef>
                    <a:spcPts val="600"/>
                  </a:spcBef>
                </a:pPr>
                <a:r>
                  <a:rPr lang="en-US" sz="1500" dirty="0" err="1">
                    <a:solidFill>
                      <a:srgbClr val="020202"/>
                    </a:solidFill>
                  </a:rPr>
                  <a:t>Đoạn</a:t>
                </a:r>
                <a:r>
                  <a:rPr lang="en-US" sz="1500" dirty="0">
                    <a:solidFill>
                      <a:srgbClr val="020202"/>
                    </a:solidFill>
                  </a:rPr>
                  <a:t> </a:t>
                </a:r>
                <a:r>
                  <a:rPr lang="en-US" sz="1500" dirty="0" err="1">
                    <a:solidFill>
                      <a:srgbClr val="020202"/>
                    </a:solidFill>
                  </a:rPr>
                  <a:t>thông</a:t>
                </a:r>
                <a:r>
                  <a:rPr lang="en-US" sz="1500" dirty="0">
                    <a:solidFill>
                      <a:srgbClr val="020202"/>
                    </a:solidFill>
                  </a:rPr>
                  <a:t> </a:t>
                </a:r>
                <a:r>
                  <a:rPr lang="en-US" sz="1500" dirty="0" err="1">
                    <a:solidFill>
                      <a:srgbClr val="020202"/>
                    </a:solidFill>
                  </a:rPr>
                  <a:t>thường</a:t>
                </a:r>
                <a:r>
                  <a:rPr lang="en-US" sz="1500" dirty="0">
                    <a:solidFill>
                      <a:srgbClr val="020202"/>
                    </a:solidFill>
                  </a:rPr>
                  <a:t> </a:t>
                </a:r>
                <a:r>
                  <a:rPr lang="en-US" sz="1500" dirty="0" err="1">
                    <a:solidFill>
                      <a:srgbClr val="020202"/>
                    </a:solidFill>
                  </a:rPr>
                  <a:t>được</a:t>
                </a:r>
                <a:r>
                  <a:rPr lang="en-US" sz="1500" dirty="0">
                    <a:solidFill>
                      <a:srgbClr val="020202"/>
                    </a:solidFill>
                  </a:rPr>
                  <a:t> </a:t>
                </a:r>
                <a:r>
                  <a:rPr lang="en-US" sz="1500" dirty="0" err="1">
                    <a:solidFill>
                      <a:srgbClr val="020202"/>
                    </a:solidFill>
                  </a:rPr>
                  <a:t>phân</a:t>
                </a:r>
                <a:r>
                  <a:rPr lang="en-US" sz="1500" dirty="0">
                    <a:solidFill>
                      <a:srgbClr val="020202"/>
                    </a:solidFill>
                  </a:rPr>
                  <a:t> chia </a:t>
                </a:r>
                <a:r>
                  <a:rPr lang="en-US" sz="1500" dirty="0" err="1">
                    <a:solidFill>
                      <a:srgbClr val="020202"/>
                    </a:solidFill>
                  </a:rPr>
                  <a:t>thành</a:t>
                </a:r>
                <a:r>
                  <a:rPr lang="en-US" sz="1500" dirty="0">
                    <a:solidFill>
                      <a:srgbClr val="020202"/>
                    </a:solidFill>
                  </a:rPr>
                  <a:t> 5 </a:t>
                </a:r>
                <a:r>
                  <a:rPr lang="en-US" sz="1500" dirty="0" err="1">
                    <a:solidFill>
                      <a:srgbClr val="020202"/>
                    </a:solidFill>
                  </a:rPr>
                  <a:t>nhóm</a:t>
                </a:r>
                <a:r>
                  <a:rPr lang="en-US" sz="1500" dirty="0">
                    <a:solidFill>
                      <a:srgbClr val="020202"/>
                    </a:solidFill>
                  </a:rPr>
                  <a:t>: </a:t>
                </a:r>
                <a:r>
                  <a:rPr lang="en-US" sz="1500" dirty="0" err="1">
                    <a:solidFill>
                      <a:srgbClr val="020202"/>
                    </a:solidFill>
                  </a:rPr>
                  <a:t>tất</a:t>
                </a:r>
                <a:r>
                  <a:rPr lang="en-US" sz="1500" dirty="0">
                    <a:solidFill>
                      <a:srgbClr val="020202"/>
                    </a:solidFill>
                  </a:rPr>
                  <a:t> </a:t>
                </a:r>
                <a:r>
                  <a:rPr lang="en-US" sz="1500" dirty="0" err="1">
                    <a:solidFill>
                      <a:srgbClr val="020202"/>
                    </a:solidFill>
                  </a:rPr>
                  <a:t>cả</a:t>
                </a:r>
                <a:r>
                  <a:rPr lang="en-US" sz="1500" dirty="0">
                    <a:solidFill>
                      <a:srgbClr val="020202"/>
                    </a:solidFill>
                  </a:rPr>
                  <a:t> </a:t>
                </a:r>
                <a:r>
                  <a:rPr lang="en-US" sz="1500" dirty="0" err="1">
                    <a:solidFill>
                      <a:srgbClr val="020202"/>
                    </a:solidFill>
                  </a:rPr>
                  <a:t>các</a:t>
                </a:r>
                <a:r>
                  <a:rPr lang="en-US" sz="1500" dirty="0">
                    <a:solidFill>
                      <a:srgbClr val="020202"/>
                    </a:solidFill>
                  </a:rPr>
                  <a:t> </a:t>
                </a:r>
                <a:r>
                  <a:rPr lang="en-US" sz="1500" dirty="0" err="1">
                    <a:solidFill>
                      <a:srgbClr val="020202"/>
                    </a:solidFill>
                  </a:rPr>
                  <a:t>đoạn</a:t>
                </a:r>
                <a:r>
                  <a:rPr lang="en-US" sz="1500" dirty="0">
                    <a:solidFill>
                      <a:srgbClr val="020202"/>
                    </a:solidFill>
                  </a:rPr>
                  <a:t> </a:t>
                </a:r>
                <a:r>
                  <a:rPr lang="en-US" sz="1500" dirty="0" err="1">
                    <a:solidFill>
                      <a:srgbClr val="020202"/>
                    </a:solidFill>
                  </a:rPr>
                  <a:t>mặt</a:t>
                </a:r>
                <a:r>
                  <a:rPr lang="en-US" sz="1500" dirty="0">
                    <a:solidFill>
                      <a:srgbClr val="020202"/>
                    </a:solidFill>
                  </a:rPr>
                  <a:t> </a:t>
                </a:r>
                <a:r>
                  <a:rPr lang="en-US" sz="1500" dirty="0" err="1">
                    <a:solidFill>
                      <a:srgbClr val="020202"/>
                    </a:solidFill>
                  </a:rPr>
                  <a:t>đường</a:t>
                </a:r>
                <a:r>
                  <a:rPr lang="en-US" sz="1500" dirty="0">
                    <a:solidFill>
                      <a:srgbClr val="020202"/>
                    </a:solidFill>
                  </a:rPr>
                  <a:t> BTN, </a:t>
                </a:r>
                <a:r>
                  <a:rPr lang="en-US" sz="1500" dirty="0" err="1">
                    <a:solidFill>
                      <a:srgbClr val="020202"/>
                    </a:solidFill>
                  </a:rPr>
                  <a:t>đoạn</a:t>
                </a:r>
                <a:r>
                  <a:rPr lang="en-US" sz="1500" dirty="0">
                    <a:solidFill>
                      <a:srgbClr val="020202"/>
                    </a:solidFill>
                  </a:rPr>
                  <a:t> </a:t>
                </a:r>
                <a:r>
                  <a:rPr lang="en-US" sz="1500" dirty="0" err="1">
                    <a:solidFill>
                      <a:srgbClr val="020202"/>
                    </a:solidFill>
                  </a:rPr>
                  <a:t>mặt</a:t>
                </a:r>
                <a:r>
                  <a:rPr lang="en-US" sz="1500" dirty="0">
                    <a:solidFill>
                      <a:srgbClr val="020202"/>
                    </a:solidFill>
                  </a:rPr>
                  <a:t> </a:t>
                </a:r>
                <a:r>
                  <a:rPr lang="en-US" sz="1500" dirty="0" err="1">
                    <a:solidFill>
                      <a:srgbClr val="020202"/>
                    </a:solidFill>
                  </a:rPr>
                  <a:t>đường</a:t>
                </a:r>
                <a:r>
                  <a:rPr lang="en-US" sz="1500" dirty="0">
                    <a:solidFill>
                      <a:srgbClr val="020202"/>
                    </a:solidFill>
                  </a:rPr>
                  <a:t> BTN </a:t>
                </a:r>
                <a:r>
                  <a:rPr lang="en-US" sz="1500" dirty="0" err="1">
                    <a:solidFill>
                      <a:srgbClr val="020202"/>
                    </a:solidFill>
                  </a:rPr>
                  <a:t>với</a:t>
                </a:r>
                <a:r>
                  <a:rPr lang="en-US" sz="1500" dirty="0">
                    <a:solidFill>
                      <a:srgbClr val="020202"/>
                    </a:solidFill>
                  </a:rPr>
                  <a:t> ADT &gt;1000, </a:t>
                </a:r>
                <a:r>
                  <a:rPr lang="en-US" sz="1500" dirty="0" err="1">
                    <a:solidFill>
                      <a:srgbClr val="020202"/>
                    </a:solidFill>
                  </a:rPr>
                  <a:t>đoạn</a:t>
                </a:r>
                <a:r>
                  <a:rPr lang="en-US" sz="1500" dirty="0">
                    <a:solidFill>
                      <a:srgbClr val="020202"/>
                    </a:solidFill>
                  </a:rPr>
                  <a:t> </a:t>
                </a:r>
                <a:r>
                  <a:rPr lang="en-US" sz="1500" dirty="0" err="1">
                    <a:solidFill>
                      <a:srgbClr val="020202"/>
                    </a:solidFill>
                  </a:rPr>
                  <a:t>mặt</a:t>
                </a:r>
                <a:r>
                  <a:rPr lang="en-US" sz="1500" dirty="0">
                    <a:solidFill>
                      <a:srgbClr val="020202"/>
                    </a:solidFill>
                  </a:rPr>
                  <a:t> </a:t>
                </a:r>
                <a:r>
                  <a:rPr lang="en-US" sz="1500" dirty="0" err="1">
                    <a:solidFill>
                      <a:srgbClr val="020202"/>
                    </a:solidFill>
                  </a:rPr>
                  <a:t>đường</a:t>
                </a:r>
                <a:r>
                  <a:rPr lang="en-US" sz="1500" dirty="0">
                    <a:solidFill>
                      <a:srgbClr val="020202"/>
                    </a:solidFill>
                  </a:rPr>
                  <a:t> BTN </a:t>
                </a:r>
                <a:r>
                  <a:rPr lang="en-US" sz="1500" dirty="0" err="1">
                    <a:solidFill>
                      <a:srgbClr val="020202"/>
                    </a:solidFill>
                  </a:rPr>
                  <a:t>với</a:t>
                </a:r>
                <a:r>
                  <a:rPr lang="en-US" sz="1500" dirty="0">
                    <a:solidFill>
                      <a:srgbClr val="020202"/>
                    </a:solidFill>
                  </a:rPr>
                  <a:t>  ADT &lt;1000, </a:t>
                </a:r>
                <a:r>
                  <a:rPr lang="en-US" sz="1500" dirty="0" err="1">
                    <a:solidFill>
                      <a:srgbClr val="020202"/>
                    </a:solidFill>
                  </a:rPr>
                  <a:t>đoạn</a:t>
                </a:r>
                <a:r>
                  <a:rPr lang="en-US" sz="1500" dirty="0">
                    <a:solidFill>
                      <a:srgbClr val="020202"/>
                    </a:solidFill>
                  </a:rPr>
                  <a:t> </a:t>
                </a:r>
                <a:r>
                  <a:rPr lang="en-US" sz="1500" dirty="0" err="1">
                    <a:solidFill>
                      <a:srgbClr val="020202"/>
                    </a:solidFill>
                  </a:rPr>
                  <a:t>mặt</a:t>
                </a:r>
                <a:r>
                  <a:rPr lang="en-US" sz="1500" dirty="0">
                    <a:solidFill>
                      <a:srgbClr val="020202"/>
                    </a:solidFill>
                  </a:rPr>
                  <a:t> </a:t>
                </a:r>
                <a:r>
                  <a:rPr lang="en-US" sz="1500" dirty="0" err="1">
                    <a:solidFill>
                      <a:srgbClr val="020202"/>
                    </a:solidFill>
                  </a:rPr>
                  <a:t>đường</a:t>
                </a:r>
                <a:r>
                  <a:rPr lang="en-US" sz="1500" dirty="0">
                    <a:solidFill>
                      <a:srgbClr val="020202"/>
                    </a:solidFill>
                  </a:rPr>
                  <a:t> </a:t>
                </a:r>
                <a:r>
                  <a:rPr lang="en-US" sz="1500" dirty="0" err="1">
                    <a:solidFill>
                      <a:srgbClr val="020202"/>
                    </a:solidFill>
                  </a:rPr>
                  <a:t>láng</a:t>
                </a:r>
                <a:r>
                  <a:rPr lang="en-US" sz="1500" dirty="0">
                    <a:solidFill>
                      <a:srgbClr val="020202"/>
                    </a:solidFill>
                  </a:rPr>
                  <a:t> </a:t>
                </a:r>
                <a:r>
                  <a:rPr lang="en-US" sz="1500" dirty="0" err="1">
                    <a:solidFill>
                      <a:srgbClr val="020202"/>
                    </a:solidFill>
                  </a:rPr>
                  <a:t>nhựa</a:t>
                </a:r>
                <a:endParaRPr lang="en-US" sz="1500" dirty="0">
                  <a:solidFill>
                    <a:srgbClr val="020202"/>
                  </a:solidFill>
                </a:endParaRPr>
              </a:p>
              <a:p>
                <a:pPr>
                  <a:lnSpc>
                    <a:spcPct val="120000"/>
                  </a:lnSpc>
                  <a:spcBef>
                    <a:spcPts val="600"/>
                  </a:spcBef>
                </a:pPr>
                <a:r>
                  <a:rPr lang="en-US" sz="1500" dirty="0" err="1">
                    <a:solidFill>
                      <a:srgbClr val="020202"/>
                    </a:solidFill>
                  </a:rPr>
                  <a:t>Các</a:t>
                </a:r>
                <a:r>
                  <a:rPr lang="en-US" sz="1500" dirty="0">
                    <a:solidFill>
                      <a:srgbClr val="020202"/>
                    </a:solidFill>
                  </a:rPr>
                  <a:t> </a:t>
                </a:r>
                <a:r>
                  <a:rPr lang="en-US" sz="1500" dirty="0" err="1">
                    <a:solidFill>
                      <a:srgbClr val="020202"/>
                    </a:solidFill>
                  </a:rPr>
                  <a:t>đoạn</a:t>
                </a:r>
                <a:r>
                  <a:rPr lang="en-US" sz="1500" dirty="0">
                    <a:solidFill>
                      <a:srgbClr val="020202"/>
                    </a:solidFill>
                  </a:rPr>
                  <a:t> </a:t>
                </a:r>
                <a:r>
                  <a:rPr lang="en-US" sz="1500" dirty="0" err="1">
                    <a:solidFill>
                      <a:srgbClr val="020202"/>
                    </a:solidFill>
                  </a:rPr>
                  <a:t>đường</a:t>
                </a:r>
                <a:r>
                  <a:rPr lang="en-US" sz="1500" dirty="0">
                    <a:solidFill>
                      <a:srgbClr val="020202"/>
                    </a:solidFill>
                  </a:rPr>
                  <a:t> </a:t>
                </a:r>
                <a:r>
                  <a:rPr lang="en-US" sz="1500" dirty="0" err="1">
                    <a:solidFill>
                      <a:srgbClr val="020202"/>
                    </a:solidFill>
                  </a:rPr>
                  <a:t>bất</a:t>
                </a:r>
                <a:r>
                  <a:rPr lang="en-US" sz="1500" dirty="0">
                    <a:solidFill>
                      <a:srgbClr val="020202"/>
                    </a:solidFill>
                  </a:rPr>
                  <a:t> </a:t>
                </a:r>
                <a:r>
                  <a:rPr lang="en-US" sz="1500" dirty="0" err="1">
                    <a:solidFill>
                      <a:srgbClr val="020202"/>
                    </a:solidFill>
                  </a:rPr>
                  <a:t>thường</a:t>
                </a:r>
                <a:r>
                  <a:rPr lang="en-US" sz="1500" dirty="0">
                    <a:solidFill>
                      <a:srgbClr val="020202"/>
                    </a:solidFill>
                  </a:rPr>
                  <a:t> </a:t>
                </a:r>
                <a:r>
                  <a:rPr lang="en-US" sz="1500" dirty="0" err="1">
                    <a:solidFill>
                      <a:srgbClr val="020202"/>
                    </a:solidFill>
                  </a:rPr>
                  <a:t>có</a:t>
                </a:r>
                <a:r>
                  <a:rPr lang="en-US" sz="1500" dirty="0">
                    <a:solidFill>
                      <a:srgbClr val="020202"/>
                    </a:solidFill>
                  </a:rPr>
                  <a:t> </a:t>
                </a:r>
                <a:r>
                  <a:rPr lang="en-US" sz="1500" dirty="0" err="1">
                    <a:solidFill>
                      <a:srgbClr val="020202"/>
                    </a:solidFill>
                  </a:rPr>
                  <a:t>thay</a:t>
                </a:r>
                <a:r>
                  <a:rPr lang="en-US" sz="1500" dirty="0">
                    <a:solidFill>
                      <a:srgbClr val="020202"/>
                    </a:solidFill>
                  </a:rPr>
                  <a:t> </a:t>
                </a:r>
                <a:r>
                  <a:rPr lang="en-US" sz="1500" dirty="0" err="1">
                    <a:solidFill>
                      <a:srgbClr val="020202"/>
                    </a:solidFill>
                  </a:rPr>
                  <a:t>đổi</a:t>
                </a:r>
                <a:r>
                  <a:rPr lang="en-US" sz="1500" dirty="0">
                    <a:solidFill>
                      <a:srgbClr val="020202"/>
                    </a:solidFill>
                  </a:rPr>
                  <a:t> PCR </a:t>
                </a:r>
                <a:r>
                  <a:rPr lang="en-US" sz="1500" dirty="0" err="1">
                    <a:solidFill>
                      <a:srgbClr val="020202"/>
                    </a:solidFill>
                  </a:rPr>
                  <a:t>nhỏ</a:t>
                </a:r>
                <a:r>
                  <a:rPr lang="en-US" sz="1500" dirty="0">
                    <a:solidFill>
                      <a:srgbClr val="020202"/>
                    </a:solidFill>
                  </a:rPr>
                  <a:t> </a:t>
                </a:r>
                <a:r>
                  <a:rPr lang="en-US" sz="1500" dirty="0" err="1">
                    <a:solidFill>
                      <a:srgbClr val="020202"/>
                    </a:solidFill>
                  </a:rPr>
                  <a:t>trong</a:t>
                </a:r>
                <a:r>
                  <a:rPr lang="en-US" sz="1500" dirty="0">
                    <a:solidFill>
                      <a:srgbClr val="020202"/>
                    </a:solidFill>
                  </a:rPr>
                  <a:t> </a:t>
                </a:r>
                <a:r>
                  <a:rPr lang="en-US" sz="1500" dirty="0" err="1">
                    <a:solidFill>
                      <a:srgbClr val="020202"/>
                    </a:solidFill>
                  </a:rPr>
                  <a:t>một</a:t>
                </a:r>
                <a:r>
                  <a:rPr lang="en-US" sz="1500" dirty="0">
                    <a:solidFill>
                      <a:srgbClr val="020202"/>
                    </a:solidFill>
                  </a:rPr>
                  <a:t> </a:t>
                </a:r>
                <a:r>
                  <a:rPr lang="en-US" sz="1500" dirty="0" err="1">
                    <a:solidFill>
                      <a:srgbClr val="020202"/>
                    </a:solidFill>
                  </a:rPr>
                  <a:t>số</a:t>
                </a:r>
                <a:r>
                  <a:rPr lang="en-US" sz="1500" dirty="0">
                    <a:solidFill>
                      <a:srgbClr val="020202"/>
                    </a:solidFill>
                  </a:rPr>
                  <a:t> </a:t>
                </a:r>
                <a:r>
                  <a:rPr lang="en-US" sz="1500" dirty="0" err="1">
                    <a:solidFill>
                      <a:srgbClr val="020202"/>
                    </a:solidFill>
                  </a:rPr>
                  <a:t>năm</a:t>
                </a:r>
                <a:r>
                  <a:rPr lang="en-US" sz="1500" dirty="0">
                    <a:solidFill>
                      <a:srgbClr val="020202"/>
                    </a:solidFill>
                  </a:rPr>
                  <a:t>; </a:t>
                </a:r>
                <a:endParaRPr lang="en-US" sz="1500" dirty="0">
                  <a:solidFill>
                    <a:schemeClr val="tx1">
                      <a:lumMod val="50000"/>
                    </a:schemeClr>
                  </a:solidFill>
                </a:endParaRPr>
              </a:p>
            </p:txBody>
          </p:sp>
        </mc:Choice>
        <mc:Fallback xmlns="">
          <p:sp>
            <p:nvSpPr>
              <p:cNvPr id="7" name="Rectangle 6"/>
              <p:cNvSpPr>
                <a:spLocks noRot="1" noChangeAspect="1" noMove="1" noResize="1" noEditPoints="1" noAdjustHandles="1" noChangeArrowheads="1" noChangeShapeType="1" noTextEdit="1"/>
              </p:cNvSpPr>
              <p:nvPr/>
            </p:nvSpPr>
            <p:spPr>
              <a:xfrm>
                <a:off x="419100" y="1905000"/>
                <a:ext cx="8573757" cy="4089646"/>
              </a:xfrm>
              <a:prstGeom prst="rect">
                <a:avLst/>
              </a:prstGeom>
              <a:blipFill rotWithShape="1">
                <a:blip r:embed="rId3"/>
                <a:stretch>
                  <a:fillRect l="-284" b="-597"/>
                </a:stretch>
              </a:blipFill>
            </p:spPr>
            <p:txBody>
              <a:bodyPr/>
              <a:lstStyle/>
              <a:p>
                <a:r>
                  <a:rPr lang="en-US">
                    <a:noFill/>
                  </a:rPr>
                  <a:t> </a:t>
                </a:r>
              </a:p>
            </p:txBody>
          </p:sp>
        </mc:Fallback>
      </mc:AlternateContent>
      <p:sp>
        <p:nvSpPr>
          <p:cNvPr id="6" name="Rectangle 5"/>
          <p:cNvSpPr/>
          <p:nvPr/>
        </p:nvSpPr>
        <p:spPr>
          <a:xfrm>
            <a:off x="304800" y="1240858"/>
            <a:ext cx="8033657" cy="369332"/>
          </a:xfrm>
          <a:prstGeom prst="rect">
            <a:avLst/>
          </a:prstGeom>
        </p:spPr>
        <p:txBody>
          <a:bodyPr wrap="square">
            <a:spAutoFit/>
          </a:bodyPr>
          <a:lstStyle/>
          <a:p>
            <a:r>
              <a:rPr lang="en-US" b="1" dirty="0" err="1">
                <a:solidFill>
                  <a:srgbClr val="0070C0"/>
                </a:solidFill>
              </a:rPr>
              <a:t>Các</a:t>
            </a:r>
            <a:r>
              <a:rPr lang="en-US" b="1" dirty="0">
                <a:solidFill>
                  <a:srgbClr val="0070C0"/>
                </a:solidFill>
              </a:rPr>
              <a:t> </a:t>
            </a:r>
            <a:r>
              <a:rPr lang="en-US" b="1" dirty="0" err="1">
                <a:solidFill>
                  <a:srgbClr val="0070C0"/>
                </a:solidFill>
              </a:rPr>
              <a:t>phương</a:t>
            </a:r>
            <a:r>
              <a:rPr lang="en-US" b="1" dirty="0">
                <a:solidFill>
                  <a:srgbClr val="0070C0"/>
                </a:solidFill>
              </a:rPr>
              <a:t> </a:t>
            </a:r>
            <a:r>
              <a:rPr lang="en-US" b="1" dirty="0" err="1">
                <a:solidFill>
                  <a:srgbClr val="0070C0"/>
                </a:solidFill>
              </a:rPr>
              <a:t>pháp</a:t>
            </a:r>
            <a:r>
              <a:rPr lang="en-US" b="1" dirty="0">
                <a:solidFill>
                  <a:srgbClr val="0070C0"/>
                </a:solidFill>
              </a:rPr>
              <a:t> </a:t>
            </a:r>
            <a:r>
              <a:rPr lang="en-US" b="1" dirty="0" err="1">
                <a:solidFill>
                  <a:srgbClr val="0070C0"/>
                </a:solidFill>
              </a:rPr>
              <a:t>sử</a:t>
            </a:r>
            <a:r>
              <a:rPr lang="en-US" b="1" dirty="0">
                <a:solidFill>
                  <a:srgbClr val="0070C0"/>
                </a:solidFill>
              </a:rPr>
              <a:t> </a:t>
            </a:r>
            <a:r>
              <a:rPr lang="en-US" b="1" dirty="0" err="1">
                <a:solidFill>
                  <a:srgbClr val="0070C0"/>
                </a:solidFill>
              </a:rPr>
              <a:t>dụng</a:t>
            </a:r>
            <a:r>
              <a:rPr lang="en-US" b="1" dirty="0">
                <a:solidFill>
                  <a:srgbClr val="0070C0"/>
                </a:solidFill>
              </a:rPr>
              <a:t> </a:t>
            </a:r>
            <a:r>
              <a:rPr lang="en-US" b="1" dirty="0" err="1">
                <a:solidFill>
                  <a:srgbClr val="0070C0"/>
                </a:solidFill>
              </a:rPr>
              <a:t>mô</a:t>
            </a:r>
            <a:r>
              <a:rPr lang="en-US" b="1" dirty="0">
                <a:solidFill>
                  <a:srgbClr val="0070C0"/>
                </a:solidFill>
              </a:rPr>
              <a:t> </a:t>
            </a:r>
            <a:r>
              <a:rPr lang="en-US" b="1" dirty="0" err="1">
                <a:solidFill>
                  <a:srgbClr val="0070C0"/>
                </a:solidFill>
              </a:rPr>
              <a:t>hình</a:t>
            </a:r>
            <a:r>
              <a:rPr lang="en-US" b="1" dirty="0">
                <a:solidFill>
                  <a:srgbClr val="0070C0"/>
                </a:solidFill>
              </a:rPr>
              <a:t> </a:t>
            </a:r>
            <a:r>
              <a:rPr lang="en-US" b="1" dirty="0" err="1">
                <a:solidFill>
                  <a:srgbClr val="0070C0"/>
                </a:solidFill>
              </a:rPr>
              <a:t>hồi</a:t>
            </a:r>
            <a:r>
              <a:rPr lang="en-US" b="1" dirty="0">
                <a:solidFill>
                  <a:srgbClr val="0070C0"/>
                </a:solidFill>
              </a:rPr>
              <a:t> qui</a:t>
            </a:r>
            <a:endParaRPr lang="en-US" dirty="0">
              <a:solidFill>
                <a:srgbClr val="0070C0"/>
              </a:solidFill>
            </a:endParaRPr>
          </a:p>
        </p:txBody>
      </p:sp>
      <p:sp>
        <p:nvSpPr>
          <p:cNvPr id="8" name="Rectangle 7"/>
          <p:cNvSpPr>
            <a:spLocks noChangeArrowheads="1"/>
          </p:cNvSpPr>
          <p:nvPr/>
        </p:nvSpPr>
        <p:spPr bwMode="auto">
          <a:xfrm>
            <a:off x="533400" y="332006"/>
            <a:ext cx="612795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spcBef>
                <a:spcPct val="50000"/>
              </a:spcBef>
            </a:pPr>
            <a:r>
              <a:rPr lang="en-US" sz="2000" b="1" dirty="0" err="1">
                <a:solidFill>
                  <a:srgbClr val="FF0000"/>
                </a:solidFill>
              </a:rPr>
              <a:t>Sự</a:t>
            </a:r>
            <a:r>
              <a:rPr lang="en-US" sz="2000" b="1" dirty="0">
                <a:solidFill>
                  <a:srgbClr val="FF0000"/>
                </a:solidFill>
              </a:rPr>
              <a:t> </a:t>
            </a:r>
            <a:r>
              <a:rPr lang="en-US" sz="2000" b="1" dirty="0" err="1">
                <a:solidFill>
                  <a:srgbClr val="FF0000"/>
                </a:solidFill>
              </a:rPr>
              <a:t>xuống</a:t>
            </a:r>
            <a:r>
              <a:rPr lang="en-US" sz="2000" b="1" dirty="0">
                <a:solidFill>
                  <a:srgbClr val="FF0000"/>
                </a:solidFill>
              </a:rPr>
              <a:t> </a:t>
            </a:r>
            <a:r>
              <a:rPr lang="en-US" sz="2000" b="1" dirty="0" err="1">
                <a:solidFill>
                  <a:srgbClr val="FF0000"/>
                </a:solidFill>
              </a:rPr>
              <a:t>cấp</a:t>
            </a:r>
            <a:r>
              <a:rPr lang="en-US" sz="2000" b="1" dirty="0">
                <a:solidFill>
                  <a:srgbClr val="FF0000"/>
                </a:solidFill>
              </a:rPr>
              <a:t> </a:t>
            </a:r>
            <a:r>
              <a:rPr lang="en-US" sz="2000" b="1" dirty="0" err="1">
                <a:solidFill>
                  <a:srgbClr val="FF0000"/>
                </a:solidFill>
              </a:rPr>
              <a:t>của</a:t>
            </a:r>
            <a:r>
              <a:rPr lang="en-US" sz="2000" b="1" dirty="0">
                <a:solidFill>
                  <a:srgbClr val="FF0000"/>
                </a:solidFill>
              </a:rPr>
              <a:t> </a:t>
            </a:r>
            <a:r>
              <a:rPr lang="en-US" sz="2000" b="1" dirty="0" err="1">
                <a:solidFill>
                  <a:srgbClr val="FF0000"/>
                </a:solidFill>
              </a:rPr>
              <a:t>mặt</a:t>
            </a:r>
            <a:r>
              <a:rPr lang="en-US" sz="2000" b="1" dirty="0">
                <a:solidFill>
                  <a:srgbClr val="FF0000"/>
                </a:solidFill>
              </a:rPr>
              <a:t> </a:t>
            </a:r>
            <a:r>
              <a:rPr lang="en-US" sz="2000" b="1" dirty="0" err="1">
                <a:solidFill>
                  <a:srgbClr val="FF0000"/>
                </a:solidFill>
              </a:rPr>
              <a:t>đường</a:t>
            </a:r>
            <a:endParaRPr lang="en-US" sz="2000" b="1" dirty="0">
              <a:solidFill>
                <a:srgbClr val="FF0000"/>
              </a:solidFill>
            </a:endParaRPr>
          </a:p>
        </p:txBody>
      </p:sp>
    </p:spTree>
    <p:extLst>
      <p:ext uri="{BB962C8B-B14F-4D97-AF65-F5344CB8AC3E}">
        <p14:creationId xmlns:p14="http://schemas.microsoft.com/office/powerpoint/2010/main" val="121304744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3"/>
              <p:cNvSpPr/>
              <p:nvPr/>
            </p:nvSpPr>
            <p:spPr>
              <a:xfrm>
                <a:off x="533400" y="1828800"/>
                <a:ext cx="8363858" cy="4054956"/>
              </a:xfrm>
              <a:prstGeom prst="rect">
                <a:avLst/>
              </a:prstGeom>
            </p:spPr>
            <p:txBody>
              <a:bodyPr wrap="square">
                <a:spAutoFit/>
              </a:bodyPr>
              <a:lstStyle/>
              <a:p>
                <a:pPr>
                  <a:lnSpc>
                    <a:spcPct val="120000"/>
                  </a:lnSpc>
                  <a:spcBef>
                    <a:spcPts val="600"/>
                  </a:spcBef>
                </a:pPr>
                <a:r>
                  <a:rPr lang="en-US" sz="1600" b="1" dirty="0" err="1">
                    <a:solidFill>
                      <a:srgbClr val="050607"/>
                    </a:solidFill>
                  </a:rPr>
                  <a:t>Ví</a:t>
                </a:r>
                <a:r>
                  <a:rPr lang="en-US" sz="1600" b="1" dirty="0">
                    <a:solidFill>
                      <a:srgbClr val="050607"/>
                    </a:solidFill>
                  </a:rPr>
                  <a:t> </a:t>
                </a:r>
                <a:r>
                  <a:rPr lang="en-US" sz="1600" b="1" dirty="0" err="1">
                    <a:solidFill>
                      <a:srgbClr val="050607"/>
                    </a:solidFill>
                  </a:rPr>
                  <a:t>dụ</a:t>
                </a:r>
                <a:r>
                  <a:rPr lang="en-US" sz="1600" b="1" dirty="0">
                    <a:solidFill>
                      <a:srgbClr val="050607"/>
                    </a:solidFill>
                  </a:rPr>
                  <a:t> </a:t>
                </a:r>
                <a:r>
                  <a:rPr lang="en-US" sz="1600" b="1" dirty="0" err="1">
                    <a:solidFill>
                      <a:srgbClr val="050607"/>
                    </a:solidFill>
                  </a:rPr>
                  <a:t>mô</a:t>
                </a:r>
                <a:r>
                  <a:rPr lang="en-US" sz="1600" b="1" dirty="0">
                    <a:solidFill>
                      <a:srgbClr val="050607"/>
                    </a:solidFill>
                  </a:rPr>
                  <a:t> </a:t>
                </a:r>
                <a:r>
                  <a:rPr lang="en-US" sz="1600" b="1" dirty="0" err="1">
                    <a:solidFill>
                      <a:srgbClr val="050607"/>
                    </a:solidFill>
                  </a:rPr>
                  <a:t>hình</a:t>
                </a:r>
                <a:r>
                  <a:rPr lang="en-US" sz="1600" b="1" dirty="0">
                    <a:solidFill>
                      <a:srgbClr val="050607"/>
                    </a:solidFill>
                  </a:rPr>
                  <a:t> </a:t>
                </a:r>
                <a:r>
                  <a:rPr lang="en-US" sz="1600" b="1" dirty="0" err="1">
                    <a:solidFill>
                      <a:srgbClr val="050607"/>
                    </a:solidFill>
                  </a:rPr>
                  <a:t>hồi</a:t>
                </a:r>
                <a:r>
                  <a:rPr lang="en-US" sz="1600" b="1" dirty="0">
                    <a:solidFill>
                      <a:srgbClr val="050607"/>
                    </a:solidFill>
                  </a:rPr>
                  <a:t> qui </a:t>
                </a:r>
                <a:r>
                  <a:rPr lang="en-US" sz="1600" b="1" dirty="0" err="1">
                    <a:solidFill>
                      <a:srgbClr val="050607"/>
                    </a:solidFill>
                  </a:rPr>
                  <a:t>sử</a:t>
                </a:r>
                <a:r>
                  <a:rPr lang="en-US" sz="1600" b="1" dirty="0">
                    <a:solidFill>
                      <a:srgbClr val="050607"/>
                    </a:solidFill>
                  </a:rPr>
                  <a:t> </a:t>
                </a:r>
                <a:r>
                  <a:rPr lang="en-US" sz="1600" b="1" dirty="0" err="1">
                    <a:solidFill>
                      <a:srgbClr val="050607"/>
                    </a:solidFill>
                  </a:rPr>
                  <a:t>dụng</a:t>
                </a:r>
                <a:r>
                  <a:rPr lang="en-US" sz="1600" b="1" dirty="0">
                    <a:solidFill>
                      <a:srgbClr val="050607"/>
                    </a:solidFill>
                  </a:rPr>
                  <a:t> </a:t>
                </a:r>
                <a:r>
                  <a:rPr lang="en-US" sz="1600" b="1" dirty="0" err="1">
                    <a:solidFill>
                      <a:srgbClr val="050607"/>
                    </a:solidFill>
                  </a:rPr>
                  <a:t>biến</a:t>
                </a:r>
                <a:r>
                  <a:rPr lang="en-US" sz="1600" b="1" dirty="0">
                    <a:solidFill>
                      <a:srgbClr val="050607"/>
                    </a:solidFill>
                  </a:rPr>
                  <a:t> </a:t>
                </a:r>
                <a:r>
                  <a:rPr lang="en-US" sz="1600" b="1" dirty="0" err="1">
                    <a:solidFill>
                      <a:srgbClr val="050607"/>
                    </a:solidFill>
                  </a:rPr>
                  <a:t>số</a:t>
                </a:r>
                <a:r>
                  <a:rPr lang="en-US" sz="1600" b="1" dirty="0">
                    <a:solidFill>
                      <a:srgbClr val="050607"/>
                    </a:solidFill>
                  </a:rPr>
                  <a:t> </a:t>
                </a:r>
                <a:r>
                  <a:rPr lang="en-US" sz="1600" b="1" dirty="0" err="1">
                    <a:solidFill>
                      <a:srgbClr val="050607"/>
                    </a:solidFill>
                  </a:rPr>
                  <a:t>hàm</a:t>
                </a:r>
                <a:r>
                  <a:rPr lang="en-US" sz="1600" b="1" dirty="0">
                    <a:solidFill>
                      <a:srgbClr val="050607"/>
                    </a:solidFill>
                  </a:rPr>
                  <a:t> </a:t>
                </a:r>
                <a:r>
                  <a:rPr lang="en-US" sz="1600" b="1" dirty="0" err="1">
                    <a:solidFill>
                      <a:srgbClr val="050607"/>
                    </a:solidFill>
                  </a:rPr>
                  <a:t>mũ</a:t>
                </a:r>
                <a:r>
                  <a:rPr lang="en-US" sz="1600" b="1" dirty="0">
                    <a:solidFill>
                      <a:srgbClr val="050607"/>
                    </a:solidFill>
                  </a:rPr>
                  <a:t> </a:t>
                </a:r>
                <a:r>
                  <a:rPr lang="en-US" sz="1600" b="1" dirty="0" err="1">
                    <a:solidFill>
                      <a:srgbClr val="050607"/>
                    </a:solidFill>
                  </a:rPr>
                  <a:t>để</a:t>
                </a:r>
                <a:r>
                  <a:rPr lang="en-US" sz="1600" b="1" dirty="0">
                    <a:solidFill>
                      <a:srgbClr val="050607"/>
                    </a:solidFill>
                  </a:rPr>
                  <a:t> </a:t>
                </a:r>
                <a:r>
                  <a:rPr lang="en-US" sz="1600" b="1" dirty="0" err="1">
                    <a:solidFill>
                      <a:srgbClr val="050607"/>
                    </a:solidFill>
                  </a:rPr>
                  <a:t>dự</a:t>
                </a:r>
                <a:r>
                  <a:rPr lang="en-US" sz="1600" b="1" dirty="0">
                    <a:solidFill>
                      <a:srgbClr val="050607"/>
                    </a:solidFill>
                  </a:rPr>
                  <a:t> </a:t>
                </a:r>
                <a:r>
                  <a:rPr lang="en-US" sz="1600" b="1" dirty="0" err="1">
                    <a:solidFill>
                      <a:srgbClr val="050607"/>
                    </a:solidFill>
                  </a:rPr>
                  <a:t>báo</a:t>
                </a:r>
                <a:r>
                  <a:rPr lang="en-US" sz="1600" b="1" dirty="0">
                    <a:solidFill>
                      <a:srgbClr val="050607"/>
                    </a:solidFill>
                  </a:rPr>
                  <a:t> </a:t>
                </a:r>
                <a:r>
                  <a:rPr lang="en-US" sz="1600" b="1" dirty="0" err="1">
                    <a:solidFill>
                      <a:srgbClr val="050607"/>
                    </a:solidFill>
                  </a:rPr>
                  <a:t>hư</a:t>
                </a:r>
                <a:r>
                  <a:rPr lang="en-US" sz="1600" b="1" dirty="0">
                    <a:solidFill>
                      <a:srgbClr val="050607"/>
                    </a:solidFill>
                  </a:rPr>
                  <a:t> </a:t>
                </a:r>
                <a:r>
                  <a:rPr lang="en-US" sz="1600" b="1" dirty="0" err="1">
                    <a:solidFill>
                      <a:srgbClr val="050607"/>
                    </a:solidFill>
                  </a:rPr>
                  <a:t>hỏng</a:t>
                </a:r>
                <a:r>
                  <a:rPr lang="en-US" sz="1600" b="1" dirty="0">
                    <a:solidFill>
                      <a:srgbClr val="050607"/>
                    </a:solidFill>
                  </a:rPr>
                  <a:t> </a:t>
                </a:r>
                <a:r>
                  <a:rPr lang="en-US" sz="1600" b="1" dirty="0" err="1">
                    <a:solidFill>
                      <a:srgbClr val="050607"/>
                    </a:solidFill>
                  </a:rPr>
                  <a:t>mặt</a:t>
                </a:r>
                <a:r>
                  <a:rPr lang="en-US" sz="1600" b="1" dirty="0">
                    <a:solidFill>
                      <a:srgbClr val="050607"/>
                    </a:solidFill>
                  </a:rPr>
                  <a:t> </a:t>
                </a:r>
                <a:r>
                  <a:rPr lang="en-US" sz="1600" b="1" dirty="0" err="1">
                    <a:solidFill>
                      <a:srgbClr val="050607"/>
                    </a:solidFill>
                  </a:rPr>
                  <a:t>đường</a:t>
                </a:r>
                <a:endParaRPr lang="en-US" sz="1600" b="1" dirty="0">
                  <a:solidFill>
                    <a:srgbClr val="050607"/>
                  </a:solidFill>
                </a:endParaRPr>
              </a:p>
              <a:p>
                <a:pPr algn="ctr">
                  <a:lnSpc>
                    <a:spcPct val="120000"/>
                  </a:lnSpc>
                  <a:spcBef>
                    <a:spcPts val="600"/>
                  </a:spcBef>
                </a:pPr>
                <a14:m>
                  <m:oMathPara xmlns:m="http://schemas.openxmlformats.org/officeDocument/2006/math">
                    <m:oMathParaPr>
                      <m:jc m:val="centerGroup"/>
                    </m:oMathParaPr>
                    <m:oMath xmlns:m="http://schemas.openxmlformats.org/officeDocument/2006/math">
                      <m:r>
                        <a:rPr lang="en-US" sz="2000" b="1" i="1" smtClean="0">
                          <a:solidFill>
                            <a:srgbClr val="050607"/>
                          </a:solidFill>
                          <a:latin typeface="Cambria Math"/>
                        </a:rPr>
                        <m:t>𝑫</m:t>
                      </m:r>
                      <m:r>
                        <a:rPr lang="en-US" sz="2000" b="1" i="1" smtClean="0">
                          <a:solidFill>
                            <a:srgbClr val="050607"/>
                          </a:solidFill>
                          <a:latin typeface="Cambria Math"/>
                        </a:rPr>
                        <m:t>=</m:t>
                      </m:r>
                      <m:sSup>
                        <m:sSupPr>
                          <m:ctrlPr>
                            <a:rPr lang="en-US" sz="2000" b="1" i="1" smtClean="0">
                              <a:solidFill>
                                <a:srgbClr val="050607"/>
                              </a:solidFill>
                              <a:latin typeface="Cambria Math" panose="02040503050406030204" pitchFamily="18" charset="0"/>
                            </a:rPr>
                          </m:ctrlPr>
                        </m:sSupPr>
                        <m:e>
                          <m:r>
                            <a:rPr lang="en-US" sz="2000" b="1" i="1" smtClean="0">
                              <a:solidFill>
                                <a:srgbClr val="050607"/>
                              </a:solidFill>
                              <a:latin typeface="Cambria Math"/>
                            </a:rPr>
                            <m:t>𝒆</m:t>
                          </m:r>
                        </m:e>
                        <m:sup>
                          <m:r>
                            <a:rPr lang="en-US" sz="2000" b="1" i="1" smtClean="0">
                              <a:solidFill>
                                <a:srgbClr val="050607"/>
                              </a:solidFill>
                              <a:latin typeface="Cambria Math"/>
                            </a:rPr>
                            <m:t>−(</m:t>
                          </m:r>
                          <m:f>
                            <m:fPr>
                              <m:type m:val="lin"/>
                              <m:ctrlPr>
                                <a:rPr lang="en-US" sz="2000" b="1" i="1" smtClean="0">
                                  <a:solidFill>
                                    <a:srgbClr val="050607"/>
                                  </a:solidFill>
                                  <a:latin typeface="Cambria Math" panose="02040503050406030204" pitchFamily="18" charset="0"/>
                                </a:rPr>
                              </m:ctrlPr>
                            </m:fPr>
                            <m:num>
                              <m:r>
                                <a:rPr lang="en-US" sz="2000" b="1" i="1" smtClean="0">
                                  <a:solidFill>
                                    <a:srgbClr val="050607"/>
                                  </a:solidFill>
                                  <a:latin typeface="Cambria Math"/>
                                </a:rPr>
                                <m:t>𝑨</m:t>
                              </m:r>
                            </m:num>
                            <m:den>
                              <m:r>
                                <a:rPr lang="en-US" sz="2000" b="1" i="1" smtClean="0">
                                  <a:solidFill>
                                    <a:srgbClr val="050607"/>
                                  </a:solidFill>
                                  <a:latin typeface="Cambria Math"/>
                                </a:rPr>
                                <m:t>𝑻</m:t>
                              </m:r>
                            </m:den>
                          </m:f>
                          <m:r>
                            <a:rPr lang="en-US" sz="2000" b="1" i="1" smtClean="0">
                              <a:solidFill>
                                <a:srgbClr val="050607"/>
                              </a:solidFill>
                              <a:latin typeface="Cambria Math"/>
                            </a:rPr>
                            <m:t>)</m:t>
                          </m:r>
                        </m:sup>
                      </m:sSup>
                    </m:oMath>
                  </m:oMathPara>
                </a14:m>
                <a:endParaRPr lang="en-US" sz="2000" b="1" dirty="0">
                  <a:solidFill>
                    <a:srgbClr val="050607"/>
                  </a:solidFill>
                </a:endParaRPr>
              </a:p>
              <a:p>
                <a:pPr>
                  <a:lnSpc>
                    <a:spcPct val="120000"/>
                  </a:lnSpc>
                  <a:spcBef>
                    <a:spcPts val="600"/>
                  </a:spcBef>
                </a:pPr>
                <a:r>
                  <a:rPr lang="en-US" sz="1600" dirty="0">
                    <a:solidFill>
                      <a:srgbClr val="050607"/>
                    </a:solidFill>
                  </a:rPr>
                  <a:t>D – </a:t>
                </a:r>
                <a:r>
                  <a:rPr lang="en-US" sz="1600" dirty="0" err="1">
                    <a:solidFill>
                      <a:srgbClr val="050607"/>
                    </a:solidFill>
                  </a:rPr>
                  <a:t>hư</a:t>
                </a:r>
                <a:r>
                  <a:rPr lang="en-US" sz="1600" dirty="0">
                    <a:solidFill>
                      <a:srgbClr val="050607"/>
                    </a:solidFill>
                  </a:rPr>
                  <a:t> </a:t>
                </a:r>
                <a:r>
                  <a:rPr lang="en-US" sz="1600" dirty="0" err="1">
                    <a:solidFill>
                      <a:srgbClr val="050607"/>
                    </a:solidFill>
                  </a:rPr>
                  <a:t>hỏng</a:t>
                </a:r>
                <a:r>
                  <a:rPr lang="en-US" sz="1600" dirty="0">
                    <a:solidFill>
                      <a:srgbClr val="050607"/>
                    </a:solidFill>
                  </a:rPr>
                  <a:t> </a:t>
                </a:r>
                <a:r>
                  <a:rPr lang="en-US" sz="1600" dirty="0" err="1">
                    <a:solidFill>
                      <a:srgbClr val="050607"/>
                    </a:solidFill>
                  </a:rPr>
                  <a:t>mặt</a:t>
                </a:r>
                <a:r>
                  <a:rPr lang="en-US" sz="1600" dirty="0">
                    <a:solidFill>
                      <a:srgbClr val="050607"/>
                    </a:solidFill>
                  </a:rPr>
                  <a:t> </a:t>
                </a:r>
                <a:r>
                  <a:rPr lang="en-US" sz="1600" dirty="0" err="1">
                    <a:solidFill>
                      <a:srgbClr val="050607"/>
                    </a:solidFill>
                  </a:rPr>
                  <a:t>đường</a:t>
                </a:r>
                <a:r>
                  <a:rPr lang="en-US" sz="1600" dirty="0">
                    <a:solidFill>
                      <a:srgbClr val="050607"/>
                    </a:solidFill>
                  </a:rPr>
                  <a:t> (</a:t>
                </a:r>
                <a:r>
                  <a:rPr lang="en-US" sz="1600" dirty="0" err="1">
                    <a:solidFill>
                      <a:srgbClr val="050607"/>
                    </a:solidFill>
                  </a:rPr>
                  <a:t>mức</a:t>
                </a:r>
                <a:r>
                  <a:rPr lang="en-US" sz="1600" dirty="0">
                    <a:solidFill>
                      <a:srgbClr val="050607"/>
                    </a:solidFill>
                  </a:rPr>
                  <a:t> </a:t>
                </a:r>
                <a:r>
                  <a:rPr lang="en-US" sz="1600" dirty="0" err="1">
                    <a:solidFill>
                      <a:srgbClr val="050607"/>
                    </a:solidFill>
                  </a:rPr>
                  <a:t>độ</a:t>
                </a:r>
                <a:r>
                  <a:rPr lang="en-US" sz="1600" dirty="0">
                    <a:solidFill>
                      <a:srgbClr val="050607"/>
                    </a:solidFill>
                  </a:rPr>
                  <a:t> </a:t>
                </a:r>
                <a:r>
                  <a:rPr lang="en-US" sz="1600" dirty="0" err="1">
                    <a:solidFill>
                      <a:srgbClr val="050607"/>
                    </a:solidFill>
                  </a:rPr>
                  <a:t>nghiêm</a:t>
                </a:r>
                <a:r>
                  <a:rPr lang="en-US" sz="1600" dirty="0">
                    <a:solidFill>
                      <a:srgbClr val="050607"/>
                    </a:solidFill>
                  </a:rPr>
                  <a:t> </a:t>
                </a:r>
                <a:r>
                  <a:rPr lang="en-US" sz="1600" dirty="0" err="1">
                    <a:solidFill>
                      <a:srgbClr val="050607"/>
                    </a:solidFill>
                  </a:rPr>
                  <a:t>trọng</a:t>
                </a:r>
                <a:r>
                  <a:rPr lang="en-US" sz="1600" dirty="0">
                    <a:solidFill>
                      <a:srgbClr val="050607"/>
                    </a:solidFill>
                  </a:rPr>
                  <a:t> </a:t>
                </a:r>
                <a:r>
                  <a:rPr lang="en-US" sz="1600" dirty="0" err="1">
                    <a:solidFill>
                      <a:srgbClr val="050607"/>
                    </a:solidFill>
                  </a:rPr>
                  <a:t>và</a:t>
                </a:r>
                <a:r>
                  <a:rPr lang="en-US" sz="1600" dirty="0">
                    <a:solidFill>
                      <a:srgbClr val="050607"/>
                    </a:solidFill>
                  </a:rPr>
                  <a:t> </a:t>
                </a:r>
                <a:r>
                  <a:rPr lang="en-US" sz="1600" dirty="0" err="1">
                    <a:solidFill>
                      <a:srgbClr val="050607"/>
                    </a:solidFill>
                  </a:rPr>
                  <a:t>phạm</a:t>
                </a:r>
                <a:r>
                  <a:rPr lang="en-US" sz="1600" dirty="0">
                    <a:solidFill>
                      <a:srgbClr val="050607"/>
                    </a:solidFill>
                  </a:rPr>
                  <a:t> vi)</a:t>
                </a:r>
              </a:p>
              <a:p>
                <a:pPr>
                  <a:lnSpc>
                    <a:spcPct val="120000"/>
                  </a:lnSpc>
                  <a:spcBef>
                    <a:spcPts val="600"/>
                  </a:spcBef>
                </a:pPr>
                <a:r>
                  <a:rPr lang="en-US" sz="1600" dirty="0">
                    <a:solidFill>
                      <a:srgbClr val="050607"/>
                    </a:solidFill>
                  </a:rPr>
                  <a:t>T – </a:t>
                </a:r>
                <a:r>
                  <a:rPr lang="en-US" sz="1600" dirty="0" err="1">
                    <a:solidFill>
                      <a:srgbClr val="050607"/>
                    </a:solidFill>
                  </a:rPr>
                  <a:t>thời</a:t>
                </a:r>
                <a:r>
                  <a:rPr lang="en-US" sz="1600" dirty="0">
                    <a:solidFill>
                      <a:srgbClr val="050607"/>
                    </a:solidFill>
                  </a:rPr>
                  <a:t> </a:t>
                </a:r>
                <a:r>
                  <a:rPr lang="en-US" sz="1600" dirty="0" err="1">
                    <a:solidFill>
                      <a:srgbClr val="050607"/>
                    </a:solidFill>
                  </a:rPr>
                  <a:t>gian</a:t>
                </a:r>
                <a:r>
                  <a:rPr lang="en-US" sz="1600" dirty="0">
                    <a:solidFill>
                      <a:srgbClr val="050607"/>
                    </a:solidFill>
                  </a:rPr>
                  <a:t> hay </a:t>
                </a:r>
                <a:r>
                  <a:rPr lang="en-US" sz="1600" dirty="0" err="1">
                    <a:solidFill>
                      <a:srgbClr val="050607"/>
                    </a:solidFill>
                  </a:rPr>
                  <a:t>lưu</a:t>
                </a:r>
                <a:r>
                  <a:rPr lang="en-US" sz="1600" dirty="0">
                    <a:solidFill>
                      <a:srgbClr val="050607"/>
                    </a:solidFill>
                  </a:rPr>
                  <a:t> </a:t>
                </a:r>
                <a:r>
                  <a:rPr lang="en-US" sz="1600" dirty="0" err="1">
                    <a:solidFill>
                      <a:srgbClr val="050607"/>
                    </a:solidFill>
                  </a:rPr>
                  <a:t>lượng</a:t>
                </a:r>
                <a:r>
                  <a:rPr lang="en-US" sz="1600" dirty="0">
                    <a:solidFill>
                      <a:srgbClr val="050607"/>
                    </a:solidFill>
                  </a:rPr>
                  <a:t> </a:t>
                </a:r>
                <a:r>
                  <a:rPr lang="en-US" sz="1600" dirty="0" err="1">
                    <a:solidFill>
                      <a:srgbClr val="050607"/>
                    </a:solidFill>
                  </a:rPr>
                  <a:t>xe</a:t>
                </a:r>
                <a:r>
                  <a:rPr lang="en-US" sz="1600" dirty="0">
                    <a:solidFill>
                      <a:srgbClr val="050607"/>
                    </a:solidFill>
                  </a:rPr>
                  <a:t> </a:t>
                </a:r>
                <a:r>
                  <a:rPr lang="en-US" sz="1600" dirty="0" err="1">
                    <a:solidFill>
                      <a:srgbClr val="050607"/>
                    </a:solidFill>
                  </a:rPr>
                  <a:t>tương</a:t>
                </a:r>
                <a:r>
                  <a:rPr lang="en-US" sz="1600" dirty="0">
                    <a:solidFill>
                      <a:srgbClr val="050607"/>
                    </a:solidFill>
                  </a:rPr>
                  <a:t> </a:t>
                </a:r>
                <a:r>
                  <a:rPr lang="en-US" sz="1600" dirty="0" err="1">
                    <a:solidFill>
                      <a:srgbClr val="050607"/>
                    </a:solidFill>
                  </a:rPr>
                  <a:t>ứng</a:t>
                </a:r>
                <a:r>
                  <a:rPr lang="en-US" sz="1600" dirty="0">
                    <a:solidFill>
                      <a:srgbClr val="050607"/>
                    </a:solidFill>
                  </a:rPr>
                  <a:t> </a:t>
                </a:r>
                <a:r>
                  <a:rPr lang="en-US" sz="1600" dirty="0" err="1">
                    <a:solidFill>
                      <a:srgbClr val="050607"/>
                    </a:solidFill>
                  </a:rPr>
                  <a:t>với</a:t>
                </a:r>
                <a:r>
                  <a:rPr lang="en-US" sz="1600" dirty="0">
                    <a:solidFill>
                      <a:srgbClr val="050607"/>
                    </a:solidFill>
                  </a:rPr>
                  <a:t> </a:t>
                </a:r>
                <a:r>
                  <a:rPr lang="en-US" sz="1600" dirty="0" err="1">
                    <a:solidFill>
                      <a:srgbClr val="050607"/>
                    </a:solidFill>
                  </a:rPr>
                  <a:t>hư</a:t>
                </a:r>
                <a:r>
                  <a:rPr lang="en-US" sz="1600" dirty="0">
                    <a:solidFill>
                      <a:srgbClr val="050607"/>
                    </a:solidFill>
                  </a:rPr>
                  <a:t> </a:t>
                </a:r>
                <a:r>
                  <a:rPr lang="en-US" sz="1600" dirty="0" err="1">
                    <a:solidFill>
                      <a:srgbClr val="050607"/>
                    </a:solidFill>
                  </a:rPr>
                  <a:t>hỏng</a:t>
                </a:r>
                <a:r>
                  <a:rPr lang="en-US" sz="1600" dirty="0">
                    <a:solidFill>
                      <a:srgbClr val="050607"/>
                    </a:solidFill>
                  </a:rPr>
                  <a:t> D </a:t>
                </a:r>
                <a:r>
                  <a:rPr lang="en-US" sz="1600" dirty="0" err="1">
                    <a:solidFill>
                      <a:srgbClr val="050607"/>
                    </a:solidFill>
                  </a:rPr>
                  <a:t>quan</a:t>
                </a:r>
                <a:r>
                  <a:rPr lang="en-US" sz="1600" dirty="0">
                    <a:solidFill>
                      <a:srgbClr val="050607"/>
                    </a:solidFill>
                  </a:rPr>
                  <a:t> </a:t>
                </a:r>
                <a:r>
                  <a:rPr lang="en-US" sz="1600" dirty="0" err="1">
                    <a:solidFill>
                      <a:srgbClr val="050607"/>
                    </a:solidFill>
                  </a:rPr>
                  <a:t>sát</a:t>
                </a:r>
                <a:r>
                  <a:rPr lang="en-US" sz="1600" dirty="0">
                    <a:solidFill>
                      <a:srgbClr val="050607"/>
                    </a:solidFill>
                  </a:rPr>
                  <a:t> </a:t>
                </a:r>
                <a:r>
                  <a:rPr lang="en-US" sz="1600" dirty="0" err="1">
                    <a:solidFill>
                      <a:srgbClr val="050607"/>
                    </a:solidFill>
                  </a:rPr>
                  <a:t>được</a:t>
                </a:r>
                <a:endParaRPr lang="en-US" sz="1600" dirty="0">
                  <a:solidFill>
                    <a:srgbClr val="050607"/>
                  </a:solidFill>
                </a:endParaRPr>
              </a:p>
              <a:p>
                <a:pPr>
                  <a:lnSpc>
                    <a:spcPct val="120000"/>
                  </a:lnSpc>
                  <a:spcBef>
                    <a:spcPts val="600"/>
                  </a:spcBef>
                </a:pPr>
                <a:r>
                  <a:rPr lang="en-US" sz="1600" dirty="0">
                    <a:solidFill>
                      <a:srgbClr val="050607"/>
                    </a:solidFill>
                  </a:rPr>
                  <a:t>A – </a:t>
                </a:r>
                <a:r>
                  <a:rPr lang="en-US" sz="1600" dirty="0" err="1">
                    <a:solidFill>
                      <a:srgbClr val="050607"/>
                    </a:solidFill>
                  </a:rPr>
                  <a:t>thông</a:t>
                </a:r>
                <a:r>
                  <a:rPr lang="en-US" sz="1600" dirty="0">
                    <a:solidFill>
                      <a:srgbClr val="050607"/>
                    </a:solidFill>
                  </a:rPr>
                  <a:t> </a:t>
                </a:r>
                <a:r>
                  <a:rPr lang="en-US" sz="1600" dirty="0" err="1">
                    <a:solidFill>
                      <a:srgbClr val="050607"/>
                    </a:solidFill>
                  </a:rPr>
                  <a:t>số</a:t>
                </a:r>
                <a:r>
                  <a:rPr lang="en-US" sz="1600" dirty="0">
                    <a:solidFill>
                      <a:srgbClr val="050607"/>
                    </a:solidFill>
                  </a:rPr>
                  <a:t> </a:t>
                </a:r>
                <a:r>
                  <a:rPr lang="en-US" sz="1600" dirty="0" err="1">
                    <a:solidFill>
                      <a:srgbClr val="050607"/>
                    </a:solidFill>
                  </a:rPr>
                  <a:t>đại</a:t>
                </a:r>
                <a:r>
                  <a:rPr lang="en-US" sz="1600" dirty="0">
                    <a:solidFill>
                      <a:srgbClr val="050607"/>
                    </a:solidFill>
                  </a:rPr>
                  <a:t> </a:t>
                </a:r>
                <a:r>
                  <a:rPr lang="en-US" sz="1600" dirty="0" err="1">
                    <a:solidFill>
                      <a:srgbClr val="050607"/>
                    </a:solidFill>
                  </a:rPr>
                  <a:t>diện</a:t>
                </a:r>
                <a:r>
                  <a:rPr lang="en-US" sz="1600" dirty="0">
                    <a:solidFill>
                      <a:srgbClr val="050607"/>
                    </a:solidFill>
                  </a:rPr>
                  <a:t> </a:t>
                </a:r>
                <a:r>
                  <a:rPr lang="en-US" sz="1600" dirty="0" err="1">
                    <a:solidFill>
                      <a:srgbClr val="050607"/>
                    </a:solidFill>
                  </a:rPr>
                  <a:t>cho</a:t>
                </a:r>
                <a:r>
                  <a:rPr lang="en-US" sz="1600" dirty="0">
                    <a:solidFill>
                      <a:srgbClr val="050607"/>
                    </a:solidFill>
                  </a:rPr>
                  <a:t> </a:t>
                </a:r>
                <a:r>
                  <a:rPr lang="en-US" sz="1600" dirty="0" err="1">
                    <a:solidFill>
                      <a:srgbClr val="050607"/>
                    </a:solidFill>
                  </a:rPr>
                  <a:t>đặc</a:t>
                </a:r>
                <a:r>
                  <a:rPr lang="en-US" sz="1600" dirty="0">
                    <a:solidFill>
                      <a:srgbClr val="050607"/>
                    </a:solidFill>
                  </a:rPr>
                  <a:t> </a:t>
                </a:r>
                <a:r>
                  <a:rPr lang="en-US" sz="1600" dirty="0" err="1">
                    <a:solidFill>
                      <a:srgbClr val="050607"/>
                    </a:solidFill>
                  </a:rPr>
                  <a:t>tính</a:t>
                </a:r>
                <a:r>
                  <a:rPr lang="en-US" sz="1600" dirty="0">
                    <a:solidFill>
                      <a:srgbClr val="050607"/>
                    </a:solidFill>
                  </a:rPr>
                  <a:t> </a:t>
                </a:r>
                <a:r>
                  <a:rPr lang="en-US" sz="1600" dirty="0" err="1">
                    <a:solidFill>
                      <a:srgbClr val="050607"/>
                    </a:solidFill>
                  </a:rPr>
                  <a:t>mặt</a:t>
                </a:r>
                <a:r>
                  <a:rPr lang="en-US" sz="1600" dirty="0">
                    <a:solidFill>
                      <a:srgbClr val="050607"/>
                    </a:solidFill>
                  </a:rPr>
                  <a:t> </a:t>
                </a:r>
                <a:r>
                  <a:rPr lang="en-US" sz="1600" dirty="0" err="1">
                    <a:solidFill>
                      <a:srgbClr val="050607"/>
                    </a:solidFill>
                  </a:rPr>
                  <a:t>đường</a:t>
                </a:r>
                <a:r>
                  <a:rPr lang="en-US" sz="1600" dirty="0">
                    <a:solidFill>
                      <a:srgbClr val="050607"/>
                    </a:solidFill>
                  </a:rPr>
                  <a:t> </a:t>
                </a:r>
              </a:p>
              <a:p>
                <a:pPr>
                  <a:lnSpc>
                    <a:spcPct val="120000"/>
                  </a:lnSpc>
                  <a:spcBef>
                    <a:spcPts val="600"/>
                  </a:spcBef>
                </a:pPr>
                <a:r>
                  <a:rPr lang="en-US" sz="1600" b="1" dirty="0" err="1">
                    <a:solidFill>
                      <a:srgbClr val="050607"/>
                    </a:solidFill>
                  </a:rPr>
                  <a:t>Ví</a:t>
                </a:r>
                <a:r>
                  <a:rPr lang="en-US" sz="1600" b="1" dirty="0">
                    <a:solidFill>
                      <a:srgbClr val="050607"/>
                    </a:solidFill>
                  </a:rPr>
                  <a:t> </a:t>
                </a:r>
                <a:r>
                  <a:rPr lang="en-US" sz="1600" b="1" dirty="0" err="1">
                    <a:solidFill>
                      <a:srgbClr val="050607"/>
                    </a:solidFill>
                  </a:rPr>
                  <a:t>dụ</a:t>
                </a:r>
                <a:r>
                  <a:rPr lang="en-US" sz="1600" b="1" dirty="0">
                    <a:solidFill>
                      <a:srgbClr val="050607"/>
                    </a:solidFill>
                  </a:rPr>
                  <a:t> </a:t>
                </a:r>
                <a:r>
                  <a:rPr lang="en-US" sz="1600" b="1" dirty="0" err="1">
                    <a:solidFill>
                      <a:srgbClr val="050607"/>
                    </a:solidFill>
                  </a:rPr>
                  <a:t>về</a:t>
                </a:r>
                <a:r>
                  <a:rPr lang="en-US" sz="1600" b="1" dirty="0">
                    <a:solidFill>
                      <a:srgbClr val="050607"/>
                    </a:solidFill>
                  </a:rPr>
                  <a:t> </a:t>
                </a:r>
                <a:r>
                  <a:rPr lang="en-US" sz="1600" b="1" dirty="0" err="1">
                    <a:solidFill>
                      <a:srgbClr val="050607"/>
                    </a:solidFill>
                  </a:rPr>
                  <a:t>hồi</a:t>
                </a:r>
                <a:r>
                  <a:rPr lang="en-US" sz="1600" b="1" dirty="0">
                    <a:solidFill>
                      <a:srgbClr val="050607"/>
                    </a:solidFill>
                  </a:rPr>
                  <a:t> qui </a:t>
                </a:r>
                <a:r>
                  <a:rPr lang="en-US" sz="1600" b="1" dirty="0" err="1">
                    <a:solidFill>
                      <a:srgbClr val="050607"/>
                    </a:solidFill>
                  </a:rPr>
                  <a:t>tuyến</a:t>
                </a:r>
                <a:r>
                  <a:rPr lang="en-US" sz="1600" b="1" dirty="0">
                    <a:solidFill>
                      <a:srgbClr val="050607"/>
                    </a:solidFill>
                  </a:rPr>
                  <a:t> </a:t>
                </a:r>
                <a:r>
                  <a:rPr lang="en-US" sz="1600" b="1" dirty="0" err="1">
                    <a:solidFill>
                      <a:srgbClr val="050607"/>
                    </a:solidFill>
                  </a:rPr>
                  <a:t>tính</a:t>
                </a:r>
                <a:r>
                  <a:rPr lang="en-US" sz="1600" b="1" dirty="0">
                    <a:solidFill>
                      <a:srgbClr val="050607"/>
                    </a:solidFill>
                  </a:rPr>
                  <a:t> </a:t>
                </a:r>
                <a:r>
                  <a:rPr lang="en-US" sz="1600" b="1" dirty="0" err="1">
                    <a:solidFill>
                      <a:srgbClr val="050607"/>
                    </a:solidFill>
                  </a:rPr>
                  <a:t>đa</a:t>
                </a:r>
                <a:r>
                  <a:rPr lang="en-US" sz="1600" b="1" dirty="0">
                    <a:solidFill>
                      <a:srgbClr val="050607"/>
                    </a:solidFill>
                  </a:rPr>
                  <a:t> </a:t>
                </a:r>
                <a:r>
                  <a:rPr lang="en-US" sz="1600" b="1" dirty="0" err="1">
                    <a:solidFill>
                      <a:srgbClr val="050607"/>
                    </a:solidFill>
                  </a:rPr>
                  <a:t>biến</a:t>
                </a:r>
                <a:r>
                  <a:rPr lang="en-US" sz="1600" b="1" dirty="0">
                    <a:solidFill>
                      <a:srgbClr val="050607"/>
                    </a:solidFill>
                  </a:rPr>
                  <a:t> </a:t>
                </a:r>
                <a:r>
                  <a:rPr lang="en-US" sz="1600" b="1" dirty="0" err="1">
                    <a:solidFill>
                      <a:srgbClr val="050607"/>
                    </a:solidFill>
                  </a:rPr>
                  <a:t>đối</a:t>
                </a:r>
                <a:r>
                  <a:rPr lang="en-US" sz="1600" b="1" dirty="0">
                    <a:solidFill>
                      <a:srgbClr val="050607"/>
                    </a:solidFill>
                  </a:rPr>
                  <a:t> </a:t>
                </a:r>
                <a:r>
                  <a:rPr lang="en-US" sz="1600" b="1" dirty="0" err="1">
                    <a:solidFill>
                      <a:srgbClr val="050607"/>
                    </a:solidFill>
                  </a:rPr>
                  <a:t>với</a:t>
                </a:r>
                <a:r>
                  <a:rPr lang="en-US" sz="1600" b="1" dirty="0">
                    <a:solidFill>
                      <a:srgbClr val="050607"/>
                    </a:solidFill>
                  </a:rPr>
                  <a:t> </a:t>
                </a:r>
                <a:r>
                  <a:rPr lang="en-US" sz="1600" b="1" dirty="0" err="1">
                    <a:solidFill>
                      <a:srgbClr val="050607"/>
                    </a:solidFill>
                  </a:rPr>
                  <a:t>xuống</a:t>
                </a:r>
                <a:r>
                  <a:rPr lang="en-US" sz="1600" b="1" dirty="0">
                    <a:solidFill>
                      <a:srgbClr val="050607"/>
                    </a:solidFill>
                  </a:rPr>
                  <a:t> </a:t>
                </a:r>
                <a:r>
                  <a:rPr lang="en-US" sz="1600" b="1" dirty="0" err="1">
                    <a:solidFill>
                      <a:srgbClr val="050607"/>
                    </a:solidFill>
                  </a:rPr>
                  <a:t>cấp</a:t>
                </a:r>
                <a:r>
                  <a:rPr lang="en-US" sz="1600" b="1" dirty="0">
                    <a:solidFill>
                      <a:srgbClr val="050607"/>
                    </a:solidFill>
                  </a:rPr>
                  <a:t> </a:t>
                </a:r>
                <a:r>
                  <a:rPr lang="en-US" sz="1600" b="1" dirty="0" err="1">
                    <a:solidFill>
                      <a:srgbClr val="050607"/>
                    </a:solidFill>
                  </a:rPr>
                  <a:t>của</a:t>
                </a:r>
                <a:r>
                  <a:rPr lang="en-US" sz="1600" b="1" dirty="0">
                    <a:solidFill>
                      <a:srgbClr val="050607"/>
                    </a:solidFill>
                  </a:rPr>
                  <a:t> </a:t>
                </a:r>
                <a:r>
                  <a:rPr lang="en-US" sz="1600" b="1" dirty="0" err="1">
                    <a:solidFill>
                      <a:srgbClr val="050607"/>
                    </a:solidFill>
                  </a:rPr>
                  <a:t>mặt</a:t>
                </a:r>
                <a:r>
                  <a:rPr lang="en-US" sz="1600" b="1" dirty="0">
                    <a:solidFill>
                      <a:srgbClr val="050607"/>
                    </a:solidFill>
                  </a:rPr>
                  <a:t> </a:t>
                </a:r>
                <a:r>
                  <a:rPr lang="en-US" sz="1600" b="1" dirty="0" err="1">
                    <a:solidFill>
                      <a:srgbClr val="050607"/>
                    </a:solidFill>
                  </a:rPr>
                  <a:t>đường</a:t>
                </a:r>
                <a:r>
                  <a:rPr lang="en-US" sz="1600" b="1" dirty="0">
                    <a:solidFill>
                      <a:srgbClr val="050607"/>
                    </a:solidFill>
                  </a:rPr>
                  <a:t> </a:t>
                </a:r>
              </a:p>
              <a:p>
                <a:pPr algn="ctr">
                  <a:lnSpc>
                    <a:spcPct val="120000"/>
                  </a:lnSpc>
                  <a:spcBef>
                    <a:spcPts val="600"/>
                  </a:spcBef>
                </a:pPr>
                <a:r>
                  <a:rPr lang="en-US" sz="1600" b="1" dirty="0">
                    <a:solidFill>
                      <a:schemeClr val="bg2">
                        <a:lumMod val="10000"/>
                      </a:schemeClr>
                    </a:solidFill>
                  </a:rPr>
                  <a:t>RCI = - 5.998 + 6.870*</a:t>
                </a:r>
                <a:r>
                  <a:rPr lang="en-US" sz="1600" b="1" dirty="0" err="1">
                    <a:solidFill>
                      <a:schemeClr val="bg2">
                        <a:lumMod val="10000"/>
                      </a:schemeClr>
                    </a:solidFill>
                  </a:rPr>
                  <a:t>ln</a:t>
                </a:r>
                <a:r>
                  <a:rPr lang="en-US" sz="1600" b="1" dirty="0">
                    <a:solidFill>
                      <a:schemeClr val="bg2">
                        <a:lumMod val="10000"/>
                      </a:schemeClr>
                    </a:solidFill>
                  </a:rPr>
                  <a:t>(RCI</a:t>
                </a:r>
                <a:r>
                  <a:rPr lang="en-US" sz="1600" b="1" baseline="-25000" dirty="0">
                    <a:solidFill>
                      <a:schemeClr val="bg2">
                        <a:lumMod val="10000"/>
                      </a:schemeClr>
                    </a:solidFill>
                  </a:rPr>
                  <a:t>B</a:t>
                </a:r>
                <a:r>
                  <a:rPr lang="en-US" sz="1600" b="1" dirty="0">
                    <a:solidFill>
                      <a:schemeClr val="bg2">
                        <a:lumMod val="10000"/>
                      </a:schemeClr>
                    </a:solidFill>
                  </a:rPr>
                  <a:t>) – 0.162*log(AGE</a:t>
                </a:r>
                <a:r>
                  <a:rPr lang="en-US" sz="1600" b="1" baseline="30000" dirty="0">
                    <a:solidFill>
                      <a:schemeClr val="bg2">
                        <a:lumMod val="10000"/>
                      </a:schemeClr>
                    </a:solidFill>
                  </a:rPr>
                  <a:t>2</a:t>
                </a:r>
                <a:r>
                  <a:rPr lang="en-US" sz="1600" b="1" dirty="0">
                    <a:solidFill>
                      <a:schemeClr val="bg2">
                        <a:lumMod val="10000"/>
                      </a:schemeClr>
                    </a:solidFill>
                  </a:rPr>
                  <a:t> +1) + 0.185*AGE – 0.084*AGE*</a:t>
                </a:r>
                <a:r>
                  <a:rPr lang="en-US" sz="1600" b="1" dirty="0" err="1">
                    <a:solidFill>
                      <a:schemeClr val="bg2">
                        <a:lumMod val="10000"/>
                      </a:schemeClr>
                    </a:solidFill>
                  </a:rPr>
                  <a:t>ln</a:t>
                </a:r>
                <a:r>
                  <a:rPr lang="en-US" sz="1600" b="1" dirty="0">
                    <a:solidFill>
                      <a:schemeClr val="bg2">
                        <a:lumMod val="10000"/>
                      </a:schemeClr>
                    </a:solidFill>
                  </a:rPr>
                  <a:t>(RCI</a:t>
                </a:r>
                <a:r>
                  <a:rPr lang="en-US" sz="1600" b="1" baseline="-25000" dirty="0">
                    <a:solidFill>
                      <a:schemeClr val="bg2">
                        <a:lumMod val="10000"/>
                      </a:schemeClr>
                    </a:solidFill>
                  </a:rPr>
                  <a:t>B</a:t>
                </a:r>
                <a:r>
                  <a:rPr lang="en-US" sz="1600" b="1" dirty="0">
                    <a:solidFill>
                      <a:schemeClr val="bg2">
                        <a:lumMod val="10000"/>
                      </a:schemeClr>
                    </a:solidFill>
                  </a:rPr>
                  <a:t>) – 0.093*</a:t>
                </a:r>
                <a:r>
                  <a:rPr lang="en-US" sz="1600" b="1" dirty="0">
                    <a:solidFill>
                      <a:schemeClr val="bg2">
                        <a:lumMod val="10000"/>
                      </a:schemeClr>
                    </a:solidFill>
                    <a:sym typeface="Symbol"/>
                  </a:rPr>
                  <a:t></a:t>
                </a:r>
                <a:r>
                  <a:rPr lang="en-US" sz="1600" b="1" dirty="0">
                    <a:solidFill>
                      <a:schemeClr val="bg2">
                        <a:lumMod val="10000"/>
                      </a:schemeClr>
                    </a:solidFill>
                  </a:rPr>
                  <a:t>AGE</a:t>
                </a:r>
              </a:p>
              <a:p>
                <a:pPr>
                  <a:lnSpc>
                    <a:spcPct val="120000"/>
                  </a:lnSpc>
                  <a:spcBef>
                    <a:spcPts val="600"/>
                  </a:spcBef>
                </a:pPr>
                <a:r>
                  <a:rPr lang="en-US" sz="1600" dirty="0">
                    <a:solidFill>
                      <a:schemeClr val="tx1">
                        <a:lumMod val="50000"/>
                      </a:schemeClr>
                    </a:solidFill>
                  </a:rPr>
                  <a:t>RCI = </a:t>
                </a:r>
                <a:r>
                  <a:rPr lang="en-US" sz="1600" dirty="0" err="1">
                    <a:solidFill>
                      <a:schemeClr val="tx1">
                        <a:lumMod val="50000"/>
                      </a:schemeClr>
                    </a:solidFill>
                  </a:rPr>
                  <a:t>chỉ</a:t>
                </a:r>
                <a:r>
                  <a:rPr lang="en-US" sz="1600" dirty="0">
                    <a:solidFill>
                      <a:schemeClr val="tx1">
                        <a:lumMod val="50000"/>
                      </a:schemeClr>
                    </a:solidFill>
                  </a:rPr>
                  <a:t> </a:t>
                </a:r>
                <a:r>
                  <a:rPr lang="en-US" sz="1600" dirty="0" err="1">
                    <a:solidFill>
                      <a:schemeClr val="tx1">
                        <a:lumMod val="50000"/>
                      </a:schemeClr>
                    </a:solidFill>
                  </a:rPr>
                  <a:t>số</a:t>
                </a:r>
                <a:r>
                  <a:rPr lang="en-US" sz="1600" dirty="0">
                    <a:solidFill>
                      <a:schemeClr val="tx1">
                        <a:lumMod val="50000"/>
                      </a:schemeClr>
                    </a:solidFill>
                  </a:rPr>
                  <a:t> </a:t>
                </a:r>
                <a:r>
                  <a:rPr lang="en-US" sz="1600" dirty="0" err="1">
                    <a:solidFill>
                      <a:schemeClr val="tx1">
                        <a:lumMod val="50000"/>
                      </a:schemeClr>
                    </a:solidFill>
                  </a:rPr>
                  <a:t>chất</a:t>
                </a:r>
                <a:r>
                  <a:rPr lang="en-US" sz="1600" dirty="0">
                    <a:solidFill>
                      <a:schemeClr val="tx1">
                        <a:lumMod val="50000"/>
                      </a:schemeClr>
                    </a:solidFill>
                  </a:rPr>
                  <a:t> </a:t>
                </a:r>
                <a:r>
                  <a:rPr lang="en-US" sz="1600" dirty="0" err="1">
                    <a:solidFill>
                      <a:schemeClr val="tx1">
                        <a:lumMod val="50000"/>
                      </a:schemeClr>
                    </a:solidFill>
                  </a:rPr>
                  <a:t>lượng</a:t>
                </a:r>
                <a:r>
                  <a:rPr lang="en-US" sz="1600" dirty="0">
                    <a:solidFill>
                      <a:schemeClr val="tx1">
                        <a:lumMod val="50000"/>
                      </a:schemeClr>
                    </a:solidFill>
                  </a:rPr>
                  <a:t> </a:t>
                </a:r>
                <a:r>
                  <a:rPr lang="en-US" sz="1600" dirty="0" err="1">
                    <a:solidFill>
                      <a:schemeClr val="tx1">
                        <a:lumMod val="50000"/>
                      </a:schemeClr>
                    </a:solidFill>
                  </a:rPr>
                  <a:t>chạy</a:t>
                </a:r>
                <a:r>
                  <a:rPr lang="en-US" sz="1600" dirty="0">
                    <a:solidFill>
                      <a:schemeClr val="tx1">
                        <a:lumMod val="50000"/>
                      </a:schemeClr>
                    </a:solidFill>
                  </a:rPr>
                  <a:t> </a:t>
                </a:r>
                <a:r>
                  <a:rPr lang="en-US" sz="1600" dirty="0" err="1">
                    <a:solidFill>
                      <a:schemeClr val="tx1">
                        <a:lumMod val="50000"/>
                      </a:schemeClr>
                    </a:solidFill>
                  </a:rPr>
                  <a:t>xe</a:t>
                </a:r>
                <a:r>
                  <a:rPr lang="en-US" sz="1600" dirty="0">
                    <a:solidFill>
                      <a:schemeClr val="tx1">
                        <a:lumMod val="50000"/>
                      </a:schemeClr>
                    </a:solidFill>
                  </a:rPr>
                  <a:t> (</a:t>
                </a:r>
                <a:r>
                  <a:rPr lang="en-US" sz="1600" dirty="0" err="1">
                    <a:solidFill>
                      <a:schemeClr val="tx1">
                        <a:lumMod val="50000"/>
                      </a:schemeClr>
                    </a:solidFill>
                  </a:rPr>
                  <a:t>phạm</a:t>
                </a:r>
                <a:r>
                  <a:rPr lang="en-US" sz="1600" dirty="0">
                    <a:solidFill>
                      <a:schemeClr val="tx1">
                        <a:lumMod val="50000"/>
                      </a:schemeClr>
                    </a:solidFill>
                  </a:rPr>
                  <a:t> vi 0 </a:t>
                </a:r>
                <a:r>
                  <a:rPr lang="en-US" sz="1600" dirty="0" err="1">
                    <a:solidFill>
                      <a:schemeClr val="tx1">
                        <a:lumMod val="50000"/>
                      </a:schemeClr>
                    </a:solidFill>
                  </a:rPr>
                  <a:t>đến</a:t>
                </a:r>
                <a:r>
                  <a:rPr lang="en-US" sz="1600" dirty="0">
                    <a:solidFill>
                      <a:schemeClr val="tx1">
                        <a:lumMod val="50000"/>
                      </a:schemeClr>
                    </a:solidFill>
                  </a:rPr>
                  <a:t> 10) </a:t>
                </a:r>
                <a:r>
                  <a:rPr lang="en-US" sz="1600" dirty="0" err="1">
                    <a:solidFill>
                      <a:schemeClr val="tx1">
                        <a:lumMod val="50000"/>
                      </a:schemeClr>
                    </a:solidFill>
                  </a:rPr>
                  <a:t>tương</a:t>
                </a:r>
                <a:r>
                  <a:rPr lang="en-US" sz="1600" dirty="0">
                    <a:solidFill>
                      <a:schemeClr val="tx1">
                        <a:lumMod val="50000"/>
                      </a:schemeClr>
                    </a:solidFill>
                  </a:rPr>
                  <a:t> </a:t>
                </a:r>
                <a:r>
                  <a:rPr lang="en-US" sz="1600" dirty="0" err="1">
                    <a:solidFill>
                      <a:schemeClr val="tx1">
                        <a:lumMod val="50000"/>
                      </a:schemeClr>
                    </a:solidFill>
                  </a:rPr>
                  <a:t>ứng</a:t>
                </a:r>
                <a:r>
                  <a:rPr lang="en-US" sz="1600" dirty="0">
                    <a:solidFill>
                      <a:schemeClr val="tx1">
                        <a:lumMod val="50000"/>
                      </a:schemeClr>
                    </a:solidFill>
                  </a:rPr>
                  <a:t> </a:t>
                </a:r>
                <a:r>
                  <a:rPr lang="en-US" sz="1600" dirty="0" err="1">
                    <a:solidFill>
                      <a:schemeClr val="tx1">
                        <a:lumMod val="50000"/>
                      </a:schemeClr>
                    </a:solidFill>
                  </a:rPr>
                  <a:t>tuổi</a:t>
                </a:r>
                <a:r>
                  <a:rPr lang="en-US" sz="1600" dirty="0">
                    <a:solidFill>
                      <a:schemeClr val="tx1">
                        <a:lumMod val="50000"/>
                      </a:schemeClr>
                    </a:solidFill>
                  </a:rPr>
                  <a:t> </a:t>
                </a:r>
                <a:r>
                  <a:rPr lang="en-US" sz="1600" dirty="0" err="1">
                    <a:solidFill>
                      <a:schemeClr val="tx1">
                        <a:lumMod val="50000"/>
                      </a:schemeClr>
                    </a:solidFill>
                  </a:rPr>
                  <a:t>thọ</a:t>
                </a:r>
                <a:r>
                  <a:rPr lang="en-US" sz="1600" dirty="0">
                    <a:solidFill>
                      <a:schemeClr val="tx1">
                        <a:lumMod val="50000"/>
                      </a:schemeClr>
                    </a:solidFill>
                  </a:rPr>
                  <a:t>  AGE (</a:t>
                </a:r>
                <a:r>
                  <a:rPr lang="en-US" sz="1600" dirty="0" err="1">
                    <a:solidFill>
                      <a:schemeClr val="tx1">
                        <a:lumMod val="50000"/>
                      </a:schemeClr>
                    </a:solidFill>
                  </a:rPr>
                  <a:t>năm</a:t>
                </a:r>
                <a:r>
                  <a:rPr lang="en-US" sz="1600" dirty="0">
                    <a:solidFill>
                      <a:schemeClr val="tx1">
                        <a:lumMod val="50000"/>
                      </a:schemeClr>
                    </a:solidFill>
                  </a:rPr>
                  <a:t>)</a:t>
                </a:r>
              </a:p>
              <a:p>
                <a:pPr>
                  <a:lnSpc>
                    <a:spcPct val="120000"/>
                  </a:lnSpc>
                  <a:spcBef>
                    <a:spcPts val="600"/>
                  </a:spcBef>
                </a:pPr>
                <a:r>
                  <a:rPr lang="en-US" sz="1600" dirty="0">
                    <a:solidFill>
                      <a:schemeClr val="tx1">
                        <a:lumMod val="50000"/>
                      </a:schemeClr>
                    </a:solidFill>
                  </a:rPr>
                  <a:t>RCI</a:t>
                </a:r>
                <a:r>
                  <a:rPr lang="en-US" sz="1600" baseline="-25000" dirty="0">
                    <a:solidFill>
                      <a:schemeClr val="tx1">
                        <a:lumMod val="50000"/>
                      </a:schemeClr>
                    </a:solidFill>
                  </a:rPr>
                  <a:t>B</a:t>
                </a:r>
                <a:r>
                  <a:rPr lang="en-US" sz="1600" dirty="0">
                    <a:solidFill>
                      <a:schemeClr val="tx1">
                        <a:lumMod val="50000"/>
                      </a:schemeClr>
                    </a:solidFill>
                  </a:rPr>
                  <a:t> = RCI </a:t>
                </a:r>
                <a:r>
                  <a:rPr lang="en-US" sz="1600" dirty="0" err="1">
                    <a:solidFill>
                      <a:schemeClr val="tx1">
                        <a:lumMod val="50000"/>
                      </a:schemeClr>
                    </a:solidFill>
                  </a:rPr>
                  <a:t>trước</a:t>
                </a:r>
                <a:endParaRPr lang="en-US" sz="1600" dirty="0">
                  <a:solidFill>
                    <a:schemeClr val="tx1">
                      <a:lumMod val="50000"/>
                    </a:schemeClr>
                  </a:solidFill>
                </a:endParaRPr>
              </a:p>
              <a:p>
                <a:pPr>
                  <a:lnSpc>
                    <a:spcPct val="120000"/>
                  </a:lnSpc>
                  <a:spcBef>
                    <a:spcPts val="600"/>
                  </a:spcBef>
                </a:pPr>
                <a:r>
                  <a:rPr lang="en-US" sz="1600" dirty="0">
                    <a:solidFill>
                      <a:schemeClr val="tx1">
                        <a:lumMod val="50000"/>
                      </a:schemeClr>
                    </a:solidFill>
                    <a:sym typeface="Symbol"/>
                  </a:rPr>
                  <a:t></a:t>
                </a:r>
                <a:r>
                  <a:rPr lang="en-US" sz="1600" dirty="0">
                    <a:solidFill>
                      <a:schemeClr val="tx1">
                        <a:lumMod val="50000"/>
                      </a:schemeClr>
                    </a:solidFill>
                  </a:rPr>
                  <a:t>AGE = 4 </a:t>
                </a:r>
                <a:r>
                  <a:rPr lang="en-US" sz="1600" dirty="0" err="1">
                    <a:solidFill>
                      <a:schemeClr val="tx1">
                        <a:lumMod val="50000"/>
                      </a:schemeClr>
                    </a:solidFill>
                  </a:rPr>
                  <a:t>năm</a:t>
                </a:r>
                <a:r>
                  <a:rPr lang="en-US" sz="1600" dirty="0">
                    <a:solidFill>
                      <a:schemeClr val="tx1">
                        <a:lumMod val="50000"/>
                      </a:schemeClr>
                    </a:solidFill>
                  </a:rPr>
                  <a:t> </a:t>
                </a:r>
                <a:r>
                  <a:rPr lang="en-US" sz="1600" dirty="0" err="1">
                    <a:solidFill>
                      <a:schemeClr val="tx1">
                        <a:lumMod val="50000"/>
                      </a:schemeClr>
                    </a:solidFill>
                  </a:rPr>
                  <a:t>đối</a:t>
                </a:r>
                <a:r>
                  <a:rPr lang="en-US" sz="1600" dirty="0">
                    <a:solidFill>
                      <a:schemeClr val="tx1">
                        <a:lumMod val="50000"/>
                      </a:schemeClr>
                    </a:solidFill>
                  </a:rPr>
                  <a:t> </a:t>
                </a:r>
                <a:r>
                  <a:rPr lang="en-US" sz="1600" dirty="0" err="1">
                    <a:solidFill>
                      <a:schemeClr val="tx1">
                        <a:lumMod val="50000"/>
                      </a:schemeClr>
                    </a:solidFill>
                  </a:rPr>
                  <a:t>với</a:t>
                </a:r>
                <a:r>
                  <a:rPr lang="en-US" sz="1600" dirty="0">
                    <a:solidFill>
                      <a:schemeClr val="tx1">
                        <a:lumMod val="50000"/>
                      </a:schemeClr>
                    </a:solidFill>
                  </a:rPr>
                  <a:t> </a:t>
                </a:r>
                <a:r>
                  <a:rPr lang="en-US" sz="1600" dirty="0" err="1">
                    <a:solidFill>
                      <a:schemeClr val="tx1">
                        <a:lumMod val="50000"/>
                      </a:schemeClr>
                    </a:solidFill>
                  </a:rPr>
                  <a:t>phương</a:t>
                </a:r>
                <a:r>
                  <a:rPr lang="en-US" sz="1600" dirty="0">
                    <a:solidFill>
                      <a:schemeClr val="tx1">
                        <a:lumMod val="50000"/>
                      </a:schemeClr>
                    </a:solidFill>
                  </a:rPr>
                  <a:t> </a:t>
                </a:r>
                <a:r>
                  <a:rPr lang="en-US" sz="1600" dirty="0" err="1">
                    <a:solidFill>
                      <a:schemeClr val="tx1">
                        <a:lumMod val="50000"/>
                      </a:schemeClr>
                    </a:solidFill>
                  </a:rPr>
                  <a:t>trình</a:t>
                </a:r>
                <a:r>
                  <a:rPr lang="en-US" sz="1600" dirty="0">
                    <a:solidFill>
                      <a:schemeClr val="tx1">
                        <a:lumMod val="50000"/>
                      </a:schemeClr>
                    </a:solidFill>
                  </a:rPr>
                  <a:t> </a:t>
                </a:r>
                <a:r>
                  <a:rPr lang="en-US" sz="1600" dirty="0" err="1">
                    <a:solidFill>
                      <a:schemeClr val="tx1">
                        <a:lumMod val="50000"/>
                      </a:schemeClr>
                    </a:solidFill>
                  </a:rPr>
                  <a:t>trên</a:t>
                </a:r>
                <a:r>
                  <a:rPr lang="en-US" sz="1600" dirty="0">
                    <a:solidFill>
                      <a:schemeClr val="tx1">
                        <a:lumMod val="50000"/>
                      </a:schemeClr>
                    </a:solidFill>
                  </a:rPr>
                  <a:t>, </a:t>
                </a:r>
                <a:r>
                  <a:rPr lang="en-US" sz="1600" dirty="0" err="1">
                    <a:solidFill>
                      <a:schemeClr val="tx1">
                        <a:lumMod val="50000"/>
                      </a:schemeClr>
                    </a:solidFill>
                  </a:rPr>
                  <a:t>nhưng</a:t>
                </a:r>
                <a:r>
                  <a:rPr lang="en-US" sz="1600" dirty="0">
                    <a:solidFill>
                      <a:schemeClr val="tx1">
                        <a:lumMod val="50000"/>
                      </a:schemeClr>
                    </a:solidFill>
                  </a:rPr>
                  <a:t> </a:t>
                </a:r>
                <a:r>
                  <a:rPr lang="en-US" sz="1600" dirty="0" err="1">
                    <a:solidFill>
                      <a:schemeClr val="tx1">
                        <a:lumMod val="50000"/>
                      </a:schemeClr>
                    </a:solidFill>
                  </a:rPr>
                  <a:t>có</a:t>
                </a:r>
                <a:r>
                  <a:rPr lang="en-US" sz="1600" dirty="0">
                    <a:solidFill>
                      <a:schemeClr val="tx1">
                        <a:lumMod val="50000"/>
                      </a:schemeClr>
                    </a:solidFill>
                  </a:rPr>
                  <a:t> </a:t>
                </a:r>
                <a:r>
                  <a:rPr lang="en-US" sz="1600" dirty="0" err="1">
                    <a:solidFill>
                      <a:schemeClr val="tx1">
                        <a:lumMod val="50000"/>
                      </a:schemeClr>
                    </a:solidFill>
                  </a:rPr>
                  <a:t>thể</a:t>
                </a:r>
                <a:r>
                  <a:rPr lang="en-US" sz="1600" dirty="0">
                    <a:solidFill>
                      <a:schemeClr val="tx1">
                        <a:lumMod val="50000"/>
                      </a:schemeClr>
                    </a:solidFill>
                  </a:rPr>
                  <a:t> </a:t>
                </a:r>
                <a:r>
                  <a:rPr lang="en-US" sz="1600" dirty="0" err="1">
                    <a:solidFill>
                      <a:schemeClr val="tx1">
                        <a:lumMod val="50000"/>
                      </a:schemeClr>
                    </a:solidFill>
                  </a:rPr>
                  <a:t>là</a:t>
                </a:r>
                <a:r>
                  <a:rPr lang="en-US" sz="1600" dirty="0">
                    <a:solidFill>
                      <a:schemeClr val="tx1">
                        <a:lumMod val="50000"/>
                      </a:schemeClr>
                    </a:solidFill>
                  </a:rPr>
                  <a:t> </a:t>
                </a:r>
                <a:r>
                  <a:rPr lang="en-US" sz="1600" dirty="0" err="1">
                    <a:solidFill>
                      <a:schemeClr val="tx1">
                        <a:lumMod val="50000"/>
                      </a:schemeClr>
                    </a:solidFill>
                  </a:rPr>
                  <a:t>số</a:t>
                </a:r>
                <a:r>
                  <a:rPr lang="en-US" sz="1600" dirty="0">
                    <a:solidFill>
                      <a:schemeClr val="tx1">
                        <a:lumMod val="50000"/>
                      </a:schemeClr>
                    </a:solidFill>
                  </a:rPr>
                  <a:t> </a:t>
                </a:r>
                <a:r>
                  <a:rPr lang="en-US" sz="1600" dirty="0" err="1">
                    <a:solidFill>
                      <a:schemeClr val="tx1">
                        <a:lumMod val="50000"/>
                      </a:schemeClr>
                    </a:solidFill>
                  </a:rPr>
                  <a:t>năm</a:t>
                </a:r>
                <a:r>
                  <a:rPr lang="en-US" sz="1600" dirty="0">
                    <a:solidFill>
                      <a:schemeClr val="tx1">
                        <a:lumMod val="50000"/>
                      </a:schemeClr>
                    </a:solidFill>
                  </a:rPr>
                  <a:t> </a:t>
                </a:r>
                <a:r>
                  <a:rPr lang="en-US" sz="1600" dirty="0" err="1">
                    <a:solidFill>
                      <a:schemeClr val="tx1">
                        <a:lumMod val="50000"/>
                      </a:schemeClr>
                    </a:solidFill>
                  </a:rPr>
                  <a:t>bất</a:t>
                </a:r>
                <a:r>
                  <a:rPr lang="en-US" sz="1600" dirty="0">
                    <a:solidFill>
                      <a:schemeClr val="tx1">
                        <a:lumMod val="50000"/>
                      </a:schemeClr>
                    </a:solidFill>
                  </a:rPr>
                  <a:t> </a:t>
                </a:r>
                <a:r>
                  <a:rPr lang="en-US" sz="1600" dirty="0" err="1">
                    <a:solidFill>
                      <a:schemeClr val="tx1">
                        <a:lumMod val="50000"/>
                      </a:schemeClr>
                    </a:solidFill>
                  </a:rPr>
                  <a:t>kỳ</a:t>
                </a:r>
                <a:r>
                  <a:rPr lang="en-US" sz="1600" dirty="0">
                    <a:solidFill>
                      <a:schemeClr val="tx1">
                        <a:lumMod val="50000"/>
                      </a:schemeClr>
                    </a:solidFill>
                  </a:rPr>
                  <a:t> </a:t>
                </a:r>
                <a:r>
                  <a:rPr lang="en-US" sz="1600" dirty="0" err="1">
                    <a:solidFill>
                      <a:schemeClr val="tx1">
                        <a:lumMod val="50000"/>
                      </a:schemeClr>
                    </a:solidFill>
                  </a:rPr>
                  <a:t>nếu</a:t>
                </a:r>
                <a:r>
                  <a:rPr lang="en-US" sz="1600" dirty="0">
                    <a:solidFill>
                      <a:schemeClr val="tx1">
                        <a:lumMod val="50000"/>
                      </a:schemeClr>
                    </a:solidFill>
                  </a:rPr>
                  <a:t> </a:t>
                </a:r>
                <a:r>
                  <a:rPr lang="en-US" sz="1600" dirty="0" err="1">
                    <a:solidFill>
                      <a:schemeClr val="tx1">
                        <a:lumMod val="50000"/>
                      </a:schemeClr>
                    </a:solidFill>
                  </a:rPr>
                  <a:t>phù</a:t>
                </a:r>
                <a:r>
                  <a:rPr lang="en-US" sz="1600" dirty="0">
                    <a:solidFill>
                      <a:schemeClr val="tx1">
                        <a:lumMod val="50000"/>
                      </a:schemeClr>
                    </a:solidFill>
                  </a:rPr>
                  <a:t> </a:t>
                </a:r>
                <a:r>
                  <a:rPr lang="en-US" sz="1600" dirty="0" err="1">
                    <a:solidFill>
                      <a:schemeClr val="tx1">
                        <a:lumMod val="50000"/>
                      </a:schemeClr>
                    </a:solidFill>
                  </a:rPr>
                  <a:t>hợp</a:t>
                </a:r>
                <a:r>
                  <a:rPr lang="en-US" sz="1600" dirty="0">
                    <a:solidFill>
                      <a:schemeClr val="tx1">
                        <a:lumMod val="50000"/>
                      </a:schemeClr>
                    </a:solidFill>
                  </a:rPr>
                  <a:t> </a:t>
                </a:r>
                <a:endParaRPr lang="en-US" sz="1600" b="1" dirty="0">
                  <a:solidFill>
                    <a:srgbClr val="050607"/>
                  </a:solidFill>
                </a:endParaRPr>
              </a:p>
            </p:txBody>
          </p:sp>
        </mc:Choice>
        <mc:Fallback xmlns="">
          <p:sp>
            <p:nvSpPr>
              <p:cNvPr id="4" name="Rectangle 3"/>
              <p:cNvSpPr>
                <a:spLocks noRot="1" noChangeAspect="1" noMove="1" noResize="1" noEditPoints="1" noAdjustHandles="1" noChangeArrowheads="1" noChangeShapeType="1" noTextEdit="1"/>
              </p:cNvSpPr>
              <p:nvPr/>
            </p:nvSpPr>
            <p:spPr>
              <a:xfrm>
                <a:off x="533400" y="1828800"/>
                <a:ext cx="8363858" cy="4054956"/>
              </a:xfrm>
              <a:prstGeom prst="rect">
                <a:avLst/>
              </a:prstGeom>
              <a:blipFill rotWithShape="1">
                <a:blip r:embed="rId3"/>
                <a:stretch>
                  <a:fillRect l="-437" b="-451"/>
                </a:stretch>
              </a:blipFill>
            </p:spPr>
            <p:txBody>
              <a:bodyPr/>
              <a:lstStyle/>
              <a:p>
                <a:r>
                  <a:rPr lang="en-US">
                    <a:noFill/>
                  </a:rPr>
                  <a:t> </a:t>
                </a:r>
              </a:p>
            </p:txBody>
          </p:sp>
        </mc:Fallback>
      </mc:AlternateContent>
      <p:sp>
        <p:nvSpPr>
          <p:cNvPr id="6" name="Rectangle 5"/>
          <p:cNvSpPr/>
          <p:nvPr/>
        </p:nvSpPr>
        <p:spPr>
          <a:xfrm>
            <a:off x="304800" y="1240858"/>
            <a:ext cx="8033657" cy="369332"/>
          </a:xfrm>
          <a:prstGeom prst="rect">
            <a:avLst/>
          </a:prstGeom>
        </p:spPr>
        <p:txBody>
          <a:bodyPr wrap="square">
            <a:spAutoFit/>
          </a:bodyPr>
          <a:lstStyle/>
          <a:p>
            <a:r>
              <a:rPr lang="en-US" b="1" dirty="0" err="1">
                <a:solidFill>
                  <a:srgbClr val="0070C0"/>
                </a:solidFill>
              </a:rPr>
              <a:t>Các</a:t>
            </a:r>
            <a:r>
              <a:rPr lang="en-US" b="1" dirty="0">
                <a:solidFill>
                  <a:srgbClr val="0070C0"/>
                </a:solidFill>
              </a:rPr>
              <a:t> </a:t>
            </a:r>
            <a:r>
              <a:rPr lang="en-US" b="1" dirty="0" err="1">
                <a:solidFill>
                  <a:srgbClr val="0070C0"/>
                </a:solidFill>
              </a:rPr>
              <a:t>phương</a:t>
            </a:r>
            <a:r>
              <a:rPr lang="en-US" b="1" dirty="0">
                <a:solidFill>
                  <a:srgbClr val="0070C0"/>
                </a:solidFill>
              </a:rPr>
              <a:t> </a:t>
            </a:r>
            <a:r>
              <a:rPr lang="en-US" b="1" dirty="0" err="1">
                <a:solidFill>
                  <a:srgbClr val="0070C0"/>
                </a:solidFill>
              </a:rPr>
              <a:t>pháp</a:t>
            </a:r>
            <a:r>
              <a:rPr lang="en-US" b="1" dirty="0">
                <a:solidFill>
                  <a:srgbClr val="0070C0"/>
                </a:solidFill>
              </a:rPr>
              <a:t> </a:t>
            </a:r>
            <a:r>
              <a:rPr lang="en-US" b="1" dirty="0" err="1">
                <a:solidFill>
                  <a:srgbClr val="0070C0"/>
                </a:solidFill>
              </a:rPr>
              <a:t>sử</a:t>
            </a:r>
            <a:r>
              <a:rPr lang="en-US" b="1" dirty="0">
                <a:solidFill>
                  <a:srgbClr val="0070C0"/>
                </a:solidFill>
              </a:rPr>
              <a:t> </a:t>
            </a:r>
            <a:r>
              <a:rPr lang="en-US" b="1" dirty="0" err="1">
                <a:solidFill>
                  <a:srgbClr val="0070C0"/>
                </a:solidFill>
              </a:rPr>
              <a:t>dụng</a:t>
            </a:r>
            <a:r>
              <a:rPr lang="en-US" b="1" dirty="0">
                <a:solidFill>
                  <a:srgbClr val="0070C0"/>
                </a:solidFill>
              </a:rPr>
              <a:t> </a:t>
            </a:r>
            <a:r>
              <a:rPr lang="en-US" b="1" dirty="0" err="1">
                <a:solidFill>
                  <a:srgbClr val="0070C0"/>
                </a:solidFill>
              </a:rPr>
              <a:t>mô</a:t>
            </a:r>
            <a:r>
              <a:rPr lang="en-US" b="1" dirty="0">
                <a:solidFill>
                  <a:srgbClr val="0070C0"/>
                </a:solidFill>
              </a:rPr>
              <a:t> </a:t>
            </a:r>
            <a:r>
              <a:rPr lang="en-US" b="1" dirty="0" err="1">
                <a:solidFill>
                  <a:srgbClr val="0070C0"/>
                </a:solidFill>
              </a:rPr>
              <a:t>hình</a:t>
            </a:r>
            <a:r>
              <a:rPr lang="en-US" b="1" dirty="0">
                <a:solidFill>
                  <a:srgbClr val="0070C0"/>
                </a:solidFill>
              </a:rPr>
              <a:t> </a:t>
            </a:r>
            <a:r>
              <a:rPr lang="en-US" b="1" dirty="0" err="1">
                <a:solidFill>
                  <a:srgbClr val="0070C0"/>
                </a:solidFill>
              </a:rPr>
              <a:t>hồi</a:t>
            </a:r>
            <a:r>
              <a:rPr lang="en-US" b="1" dirty="0">
                <a:solidFill>
                  <a:srgbClr val="0070C0"/>
                </a:solidFill>
              </a:rPr>
              <a:t> qui</a:t>
            </a:r>
            <a:endParaRPr lang="en-US" dirty="0">
              <a:solidFill>
                <a:srgbClr val="0070C0"/>
              </a:solidFill>
            </a:endParaRPr>
          </a:p>
        </p:txBody>
      </p:sp>
      <p:sp>
        <p:nvSpPr>
          <p:cNvPr id="7" name="Rectangle 6"/>
          <p:cNvSpPr>
            <a:spLocks noChangeArrowheads="1"/>
          </p:cNvSpPr>
          <p:nvPr/>
        </p:nvSpPr>
        <p:spPr bwMode="auto">
          <a:xfrm>
            <a:off x="533400" y="332006"/>
            <a:ext cx="612795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spcBef>
                <a:spcPct val="50000"/>
              </a:spcBef>
            </a:pPr>
            <a:r>
              <a:rPr lang="en-US" sz="2000" b="1" dirty="0" err="1">
                <a:solidFill>
                  <a:srgbClr val="FF0000"/>
                </a:solidFill>
              </a:rPr>
              <a:t>Sự</a:t>
            </a:r>
            <a:r>
              <a:rPr lang="en-US" sz="2000" b="1" dirty="0">
                <a:solidFill>
                  <a:srgbClr val="FF0000"/>
                </a:solidFill>
              </a:rPr>
              <a:t> </a:t>
            </a:r>
            <a:r>
              <a:rPr lang="en-US" sz="2000" b="1" dirty="0" err="1">
                <a:solidFill>
                  <a:srgbClr val="FF0000"/>
                </a:solidFill>
              </a:rPr>
              <a:t>xuống</a:t>
            </a:r>
            <a:r>
              <a:rPr lang="en-US" sz="2000" b="1" dirty="0">
                <a:solidFill>
                  <a:srgbClr val="FF0000"/>
                </a:solidFill>
              </a:rPr>
              <a:t> </a:t>
            </a:r>
            <a:r>
              <a:rPr lang="en-US" sz="2000" b="1" dirty="0" err="1">
                <a:solidFill>
                  <a:srgbClr val="FF0000"/>
                </a:solidFill>
              </a:rPr>
              <a:t>cấp</a:t>
            </a:r>
            <a:r>
              <a:rPr lang="en-US" sz="2000" b="1" dirty="0">
                <a:solidFill>
                  <a:srgbClr val="FF0000"/>
                </a:solidFill>
              </a:rPr>
              <a:t> </a:t>
            </a:r>
            <a:r>
              <a:rPr lang="en-US" sz="2000" b="1" dirty="0" err="1">
                <a:solidFill>
                  <a:srgbClr val="FF0000"/>
                </a:solidFill>
              </a:rPr>
              <a:t>của</a:t>
            </a:r>
            <a:r>
              <a:rPr lang="en-US" sz="2000" b="1" dirty="0">
                <a:solidFill>
                  <a:srgbClr val="FF0000"/>
                </a:solidFill>
              </a:rPr>
              <a:t> </a:t>
            </a:r>
            <a:r>
              <a:rPr lang="en-US" sz="2000" b="1" dirty="0" err="1">
                <a:solidFill>
                  <a:srgbClr val="FF0000"/>
                </a:solidFill>
              </a:rPr>
              <a:t>mặt</a:t>
            </a:r>
            <a:r>
              <a:rPr lang="en-US" sz="2000" b="1" dirty="0">
                <a:solidFill>
                  <a:srgbClr val="FF0000"/>
                </a:solidFill>
              </a:rPr>
              <a:t> </a:t>
            </a:r>
            <a:r>
              <a:rPr lang="en-US" sz="2000" b="1" dirty="0" err="1">
                <a:solidFill>
                  <a:srgbClr val="FF0000"/>
                </a:solidFill>
              </a:rPr>
              <a:t>đường</a:t>
            </a:r>
            <a:endParaRPr lang="en-US" sz="2000" b="1" dirty="0">
              <a:solidFill>
                <a:srgbClr val="FF0000"/>
              </a:solidFill>
            </a:endParaRPr>
          </a:p>
        </p:txBody>
      </p:sp>
    </p:spTree>
    <p:extLst>
      <p:ext uri="{BB962C8B-B14F-4D97-AF65-F5344CB8AC3E}">
        <p14:creationId xmlns:p14="http://schemas.microsoft.com/office/powerpoint/2010/main" val="15853885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28600" y="1278958"/>
            <a:ext cx="8033657" cy="369332"/>
          </a:xfrm>
          <a:prstGeom prst="rect">
            <a:avLst/>
          </a:prstGeom>
        </p:spPr>
        <p:txBody>
          <a:bodyPr wrap="square">
            <a:spAutoFit/>
          </a:bodyPr>
          <a:lstStyle/>
          <a:p>
            <a:r>
              <a:rPr lang="en-US" b="1" dirty="0" err="1">
                <a:solidFill>
                  <a:srgbClr val="0070C0"/>
                </a:solidFill>
              </a:rPr>
              <a:t>Phương</a:t>
            </a:r>
            <a:r>
              <a:rPr lang="en-US" b="1" dirty="0">
                <a:solidFill>
                  <a:srgbClr val="0070C0"/>
                </a:solidFill>
              </a:rPr>
              <a:t> </a:t>
            </a:r>
            <a:r>
              <a:rPr lang="en-US" b="1" dirty="0" err="1">
                <a:solidFill>
                  <a:srgbClr val="0070C0"/>
                </a:solidFill>
              </a:rPr>
              <a:t>pháp</a:t>
            </a:r>
            <a:r>
              <a:rPr lang="en-US" b="1" dirty="0">
                <a:solidFill>
                  <a:srgbClr val="0070C0"/>
                </a:solidFill>
              </a:rPr>
              <a:t> </a:t>
            </a:r>
            <a:r>
              <a:rPr lang="en-US" b="1" dirty="0" err="1">
                <a:solidFill>
                  <a:srgbClr val="0070C0"/>
                </a:solidFill>
              </a:rPr>
              <a:t>dự</a:t>
            </a:r>
            <a:r>
              <a:rPr lang="en-US" b="1" dirty="0">
                <a:solidFill>
                  <a:srgbClr val="0070C0"/>
                </a:solidFill>
              </a:rPr>
              <a:t> </a:t>
            </a:r>
            <a:r>
              <a:rPr lang="en-US" b="1" dirty="0" err="1">
                <a:solidFill>
                  <a:srgbClr val="0070C0"/>
                </a:solidFill>
              </a:rPr>
              <a:t>báo</a:t>
            </a:r>
            <a:r>
              <a:rPr lang="en-US" b="1" dirty="0">
                <a:solidFill>
                  <a:srgbClr val="0070C0"/>
                </a:solidFill>
              </a:rPr>
              <a:t> </a:t>
            </a:r>
            <a:r>
              <a:rPr lang="en-US" b="1" dirty="0" err="1">
                <a:solidFill>
                  <a:srgbClr val="0070C0"/>
                </a:solidFill>
              </a:rPr>
              <a:t>theo</a:t>
            </a:r>
            <a:r>
              <a:rPr lang="en-US" b="1" dirty="0">
                <a:solidFill>
                  <a:srgbClr val="0070C0"/>
                </a:solidFill>
              </a:rPr>
              <a:t> </a:t>
            </a:r>
            <a:r>
              <a:rPr lang="en-US" b="1" dirty="0" err="1">
                <a:solidFill>
                  <a:srgbClr val="0070C0"/>
                </a:solidFill>
              </a:rPr>
              <a:t>cơ</a:t>
            </a:r>
            <a:r>
              <a:rPr lang="en-US" b="1" dirty="0">
                <a:solidFill>
                  <a:srgbClr val="0070C0"/>
                </a:solidFill>
              </a:rPr>
              <a:t> </a:t>
            </a:r>
            <a:r>
              <a:rPr lang="en-US" b="1" dirty="0" err="1">
                <a:solidFill>
                  <a:srgbClr val="0070C0"/>
                </a:solidFill>
              </a:rPr>
              <a:t>học</a:t>
            </a:r>
            <a:r>
              <a:rPr lang="en-US" b="1" dirty="0">
                <a:solidFill>
                  <a:srgbClr val="0070C0"/>
                </a:solidFill>
              </a:rPr>
              <a:t> – </a:t>
            </a:r>
            <a:r>
              <a:rPr lang="en-US" b="1" dirty="0" err="1">
                <a:solidFill>
                  <a:srgbClr val="0070C0"/>
                </a:solidFill>
              </a:rPr>
              <a:t>thực</a:t>
            </a:r>
            <a:r>
              <a:rPr lang="en-US" b="1" dirty="0">
                <a:solidFill>
                  <a:srgbClr val="0070C0"/>
                </a:solidFill>
              </a:rPr>
              <a:t> </a:t>
            </a:r>
            <a:r>
              <a:rPr lang="en-US" b="1" dirty="0" err="1">
                <a:solidFill>
                  <a:srgbClr val="0070C0"/>
                </a:solidFill>
              </a:rPr>
              <a:t>nghiệm</a:t>
            </a:r>
            <a:r>
              <a:rPr lang="en-US" b="1" dirty="0">
                <a:solidFill>
                  <a:srgbClr val="0070C0"/>
                </a:solidFill>
              </a:rPr>
              <a:t> </a:t>
            </a:r>
            <a:endParaRPr lang="en-US" dirty="0">
              <a:solidFill>
                <a:srgbClr val="0070C0"/>
              </a:solidFill>
            </a:endParaRPr>
          </a:p>
        </p:txBody>
      </p:sp>
      <p:sp>
        <p:nvSpPr>
          <p:cNvPr id="4" name="Rectangle 3"/>
          <p:cNvSpPr/>
          <p:nvPr/>
        </p:nvSpPr>
        <p:spPr>
          <a:xfrm>
            <a:off x="990597" y="1828800"/>
            <a:ext cx="7964716" cy="4327338"/>
          </a:xfrm>
          <a:prstGeom prst="rect">
            <a:avLst/>
          </a:prstGeom>
        </p:spPr>
        <p:txBody>
          <a:bodyPr wrap="square">
            <a:spAutoFit/>
          </a:bodyPr>
          <a:lstStyle/>
          <a:p>
            <a:pPr>
              <a:lnSpc>
                <a:spcPct val="120000"/>
              </a:lnSpc>
              <a:spcBef>
                <a:spcPts val="600"/>
              </a:spcBef>
            </a:pPr>
            <a:r>
              <a:rPr lang="en-US" sz="1600" b="1" dirty="0" err="1">
                <a:solidFill>
                  <a:srgbClr val="050607"/>
                </a:solidFill>
              </a:rPr>
              <a:t>Phương</a:t>
            </a:r>
            <a:r>
              <a:rPr lang="en-US" sz="1600" b="1" dirty="0">
                <a:solidFill>
                  <a:srgbClr val="050607"/>
                </a:solidFill>
              </a:rPr>
              <a:t> </a:t>
            </a:r>
            <a:r>
              <a:rPr lang="en-US" sz="1600" b="1" dirty="0" err="1">
                <a:solidFill>
                  <a:srgbClr val="050607"/>
                </a:solidFill>
              </a:rPr>
              <a:t>trình</a:t>
            </a:r>
            <a:r>
              <a:rPr lang="en-US" sz="1600" b="1" dirty="0">
                <a:solidFill>
                  <a:srgbClr val="050607"/>
                </a:solidFill>
              </a:rPr>
              <a:t> </a:t>
            </a:r>
            <a:r>
              <a:rPr lang="en-US" sz="1600" b="1" dirty="0" err="1">
                <a:solidFill>
                  <a:srgbClr val="050607"/>
                </a:solidFill>
              </a:rPr>
              <a:t>cơ</a:t>
            </a:r>
            <a:r>
              <a:rPr lang="en-US" sz="1600" b="1" dirty="0">
                <a:solidFill>
                  <a:srgbClr val="050607"/>
                </a:solidFill>
              </a:rPr>
              <a:t> </a:t>
            </a:r>
            <a:r>
              <a:rPr lang="en-US" sz="1600" b="1" dirty="0" err="1">
                <a:solidFill>
                  <a:srgbClr val="050607"/>
                </a:solidFill>
              </a:rPr>
              <a:t>học</a:t>
            </a:r>
            <a:r>
              <a:rPr lang="en-US" sz="1600" b="1" dirty="0">
                <a:solidFill>
                  <a:srgbClr val="050607"/>
                </a:solidFill>
              </a:rPr>
              <a:t> </a:t>
            </a:r>
            <a:r>
              <a:rPr lang="en-US" sz="1600" b="1" dirty="0" err="1">
                <a:solidFill>
                  <a:srgbClr val="050607"/>
                </a:solidFill>
              </a:rPr>
              <a:t>thực</a:t>
            </a:r>
            <a:r>
              <a:rPr lang="en-US" sz="1600" b="1" dirty="0">
                <a:solidFill>
                  <a:srgbClr val="050607"/>
                </a:solidFill>
              </a:rPr>
              <a:t> </a:t>
            </a:r>
            <a:r>
              <a:rPr lang="en-US" sz="1600" b="1" dirty="0" err="1">
                <a:solidFill>
                  <a:srgbClr val="050607"/>
                </a:solidFill>
              </a:rPr>
              <a:t>nghiệm</a:t>
            </a:r>
            <a:r>
              <a:rPr lang="en-US" sz="1600" b="1" dirty="0">
                <a:solidFill>
                  <a:srgbClr val="050607"/>
                </a:solidFill>
              </a:rPr>
              <a:t> </a:t>
            </a:r>
            <a:r>
              <a:rPr lang="en-US" sz="1600" b="1" dirty="0" err="1">
                <a:solidFill>
                  <a:srgbClr val="050607"/>
                </a:solidFill>
              </a:rPr>
              <a:t>dự</a:t>
            </a:r>
            <a:r>
              <a:rPr lang="en-US" sz="1600" b="1" dirty="0">
                <a:solidFill>
                  <a:srgbClr val="050607"/>
                </a:solidFill>
              </a:rPr>
              <a:t> </a:t>
            </a:r>
            <a:r>
              <a:rPr lang="en-US" sz="1600" b="1" dirty="0" err="1">
                <a:solidFill>
                  <a:srgbClr val="050607"/>
                </a:solidFill>
              </a:rPr>
              <a:t>báo</a:t>
            </a:r>
            <a:r>
              <a:rPr lang="en-US" sz="1600" b="1" dirty="0">
                <a:solidFill>
                  <a:srgbClr val="050607"/>
                </a:solidFill>
              </a:rPr>
              <a:t> </a:t>
            </a:r>
            <a:r>
              <a:rPr lang="en-US" sz="1600" b="1" dirty="0" err="1">
                <a:solidFill>
                  <a:srgbClr val="050607"/>
                </a:solidFill>
              </a:rPr>
              <a:t>độ</a:t>
            </a:r>
            <a:r>
              <a:rPr lang="en-US" sz="1600" b="1" dirty="0">
                <a:solidFill>
                  <a:srgbClr val="050607"/>
                </a:solidFill>
              </a:rPr>
              <a:t> </a:t>
            </a:r>
            <a:r>
              <a:rPr lang="en-US" sz="1600" b="1" dirty="0" err="1">
                <a:solidFill>
                  <a:srgbClr val="050607"/>
                </a:solidFill>
              </a:rPr>
              <a:t>gồ</a:t>
            </a:r>
            <a:r>
              <a:rPr lang="en-US" sz="1600" b="1" dirty="0">
                <a:solidFill>
                  <a:srgbClr val="050607"/>
                </a:solidFill>
              </a:rPr>
              <a:t> </a:t>
            </a:r>
            <a:r>
              <a:rPr lang="en-US" sz="1600" b="1" dirty="0" err="1">
                <a:solidFill>
                  <a:srgbClr val="050607"/>
                </a:solidFill>
              </a:rPr>
              <a:t>ghề</a:t>
            </a:r>
            <a:endParaRPr lang="en-US" sz="1600" b="1" dirty="0">
              <a:solidFill>
                <a:srgbClr val="050607"/>
              </a:solidFill>
            </a:endParaRPr>
          </a:p>
          <a:p>
            <a:pPr algn="ctr">
              <a:lnSpc>
                <a:spcPct val="120000"/>
              </a:lnSpc>
              <a:spcBef>
                <a:spcPts val="600"/>
              </a:spcBef>
            </a:pPr>
            <a:r>
              <a:rPr lang="en-US" sz="2000" dirty="0">
                <a:solidFill>
                  <a:schemeClr val="bg2">
                    <a:lumMod val="10000"/>
                  </a:schemeClr>
                </a:solidFill>
                <a:sym typeface="Symbol"/>
              </a:rPr>
              <a:t></a:t>
            </a:r>
            <a:r>
              <a:rPr lang="en-US" sz="2000" dirty="0">
                <a:solidFill>
                  <a:schemeClr val="bg2">
                    <a:lumMod val="10000"/>
                  </a:schemeClr>
                </a:solidFill>
              </a:rPr>
              <a:t>R</a:t>
            </a:r>
            <a:r>
              <a:rPr lang="en-US" sz="2000" baseline="-25000" dirty="0">
                <a:solidFill>
                  <a:schemeClr val="bg2">
                    <a:lumMod val="10000"/>
                  </a:schemeClr>
                </a:solidFill>
              </a:rPr>
              <a:t>d </a:t>
            </a:r>
            <a:r>
              <a:rPr lang="en-US" sz="2000" dirty="0">
                <a:solidFill>
                  <a:schemeClr val="bg2">
                    <a:lumMod val="10000"/>
                  </a:schemeClr>
                </a:solidFill>
              </a:rPr>
              <a:t>= 0.929*</a:t>
            </a:r>
            <a:r>
              <a:rPr lang="en-US" sz="2000" dirty="0" err="1">
                <a:solidFill>
                  <a:schemeClr val="bg2">
                    <a:lumMod val="10000"/>
                  </a:schemeClr>
                </a:solidFill>
              </a:rPr>
              <a:t>K</a:t>
            </a:r>
            <a:r>
              <a:rPr lang="en-US" sz="2000" baseline="-25000" dirty="0" err="1">
                <a:solidFill>
                  <a:schemeClr val="bg2">
                    <a:lumMod val="10000"/>
                  </a:schemeClr>
                </a:solidFill>
              </a:rPr>
              <a:t>gp</a:t>
            </a:r>
            <a:r>
              <a:rPr lang="en-US" sz="2000" dirty="0" err="1">
                <a:solidFill>
                  <a:schemeClr val="bg2">
                    <a:lumMod val="10000"/>
                  </a:schemeClr>
                </a:solidFill>
              </a:rPr>
              <a:t>F</a:t>
            </a:r>
            <a:r>
              <a:rPr lang="en-US" sz="2000" dirty="0">
                <a:solidFill>
                  <a:schemeClr val="bg2">
                    <a:lumMod val="10000"/>
                  </a:schemeClr>
                </a:solidFill>
              </a:rPr>
              <a:t> + 0.023*</a:t>
            </a:r>
            <a:r>
              <a:rPr lang="en-US" sz="2000" dirty="0" err="1">
                <a:solidFill>
                  <a:schemeClr val="bg2">
                    <a:lumMod val="10000"/>
                  </a:schemeClr>
                </a:solidFill>
              </a:rPr>
              <a:t>K</a:t>
            </a:r>
            <a:r>
              <a:rPr lang="en-US" sz="2000" baseline="-25000" dirty="0" err="1">
                <a:solidFill>
                  <a:schemeClr val="bg2">
                    <a:lumMod val="10000"/>
                  </a:schemeClr>
                </a:solidFill>
              </a:rPr>
              <a:t>ge</a:t>
            </a:r>
            <a:r>
              <a:rPr lang="en-US" sz="2000" dirty="0">
                <a:solidFill>
                  <a:schemeClr val="bg2">
                    <a:lumMod val="10000"/>
                  </a:schemeClr>
                </a:solidFill>
              </a:rPr>
              <a:t>(14*R</a:t>
            </a:r>
            <a:r>
              <a:rPr lang="en-US" sz="2000" baseline="-25000" dirty="0">
                <a:solidFill>
                  <a:schemeClr val="bg2">
                    <a:lumMod val="10000"/>
                  </a:schemeClr>
                </a:solidFill>
              </a:rPr>
              <a:t>a</a:t>
            </a:r>
            <a:r>
              <a:rPr lang="en-US" sz="2000" dirty="0">
                <a:solidFill>
                  <a:schemeClr val="bg2">
                    <a:lumMod val="10000"/>
                  </a:schemeClr>
                </a:solidFill>
              </a:rPr>
              <a:t> – 0.714) + 0.714</a:t>
            </a:r>
          </a:p>
          <a:p>
            <a:pPr>
              <a:lnSpc>
                <a:spcPct val="120000"/>
              </a:lnSpc>
              <a:spcBef>
                <a:spcPts val="600"/>
              </a:spcBef>
            </a:pPr>
            <a:endParaRPr lang="en-US" sz="1600" dirty="0">
              <a:solidFill>
                <a:schemeClr val="bg2">
                  <a:lumMod val="10000"/>
                </a:schemeClr>
              </a:solidFill>
              <a:sym typeface="Symbol"/>
            </a:endParaRPr>
          </a:p>
          <a:p>
            <a:pPr>
              <a:lnSpc>
                <a:spcPct val="120000"/>
              </a:lnSpc>
              <a:spcBef>
                <a:spcPts val="600"/>
              </a:spcBef>
            </a:pPr>
            <a:r>
              <a:rPr lang="en-US" sz="1600" dirty="0">
                <a:solidFill>
                  <a:schemeClr val="bg2">
                    <a:lumMod val="10000"/>
                  </a:schemeClr>
                </a:solidFill>
                <a:sym typeface="Symbol"/>
              </a:rPr>
              <a:t></a:t>
            </a:r>
            <a:r>
              <a:rPr lang="en-US" sz="1600" dirty="0">
                <a:solidFill>
                  <a:schemeClr val="bg2">
                    <a:lumMod val="10000"/>
                  </a:schemeClr>
                </a:solidFill>
              </a:rPr>
              <a:t>R</a:t>
            </a:r>
            <a:r>
              <a:rPr lang="en-US" sz="1600" baseline="-25000" dirty="0">
                <a:solidFill>
                  <a:schemeClr val="bg2">
                    <a:lumMod val="10000"/>
                  </a:schemeClr>
                </a:solidFill>
              </a:rPr>
              <a:t>d</a:t>
            </a:r>
            <a:r>
              <a:rPr lang="en-US" sz="1600" dirty="0">
                <a:solidFill>
                  <a:schemeClr val="bg2">
                    <a:lumMod val="10000"/>
                  </a:schemeClr>
                </a:solidFill>
              </a:rPr>
              <a:t> = </a:t>
            </a:r>
            <a:r>
              <a:rPr lang="en-US" sz="1600" dirty="0" err="1">
                <a:solidFill>
                  <a:schemeClr val="bg2">
                    <a:lumMod val="10000"/>
                  </a:schemeClr>
                </a:solidFill>
              </a:rPr>
              <a:t>sự</a:t>
            </a:r>
            <a:r>
              <a:rPr lang="en-US" sz="1600" dirty="0">
                <a:solidFill>
                  <a:schemeClr val="bg2">
                    <a:lumMod val="10000"/>
                  </a:schemeClr>
                </a:solidFill>
              </a:rPr>
              <a:t> </a:t>
            </a:r>
            <a:r>
              <a:rPr lang="en-US" sz="1600" dirty="0" err="1">
                <a:solidFill>
                  <a:schemeClr val="bg2">
                    <a:lumMod val="10000"/>
                  </a:schemeClr>
                </a:solidFill>
              </a:rPr>
              <a:t>thay</a:t>
            </a:r>
            <a:r>
              <a:rPr lang="en-US" sz="1600" dirty="0">
                <a:solidFill>
                  <a:schemeClr val="bg2">
                    <a:lumMod val="10000"/>
                  </a:schemeClr>
                </a:solidFill>
              </a:rPr>
              <a:t> </a:t>
            </a:r>
            <a:r>
              <a:rPr lang="en-US" sz="1600" dirty="0" err="1">
                <a:solidFill>
                  <a:schemeClr val="bg2">
                    <a:lumMod val="10000"/>
                  </a:schemeClr>
                </a:solidFill>
              </a:rPr>
              <a:t>đổi</a:t>
            </a:r>
            <a:r>
              <a:rPr lang="en-US" sz="1600" dirty="0">
                <a:solidFill>
                  <a:schemeClr val="bg2">
                    <a:lumMod val="10000"/>
                  </a:schemeClr>
                </a:solidFill>
              </a:rPr>
              <a:t> (</a:t>
            </a:r>
            <a:r>
              <a:rPr lang="en-US" sz="1600" dirty="0" err="1">
                <a:solidFill>
                  <a:schemeClr val="bg2">
                    <a:lumMod val="10000"/>
                  </a:schemeClr>
                </a:solidFill>
              </a:rPr>
              <a:t>tăng</a:t>
            </a:r>
            <a:r>
              <a:rPr lang="en-US" sz="1600" dirty="0">
                <a:solidFill>
                  <a:schemeClr val="bg2">
                    <a:lumMod val="10000"/>
                  </a:schemeClr>
                </a:solidFill>
              </a:rPr>
              <a:t>) </a:t>
            </a:r>
            <a:r>
              <a:rPr lang="en-US" sz="1600" dirty="0" err="1">
                <a:solidFill>
                  <a:schemeClr val="bg2">
                    <a:lumMod val="10000"/>
                  </a:schemeClr>
                </a:solidFill>
              </a:rPr>
              <a:t>độ</a:t>
            </a:r>
            <a:r>
              <a:rPr lang="en-US" sz="1600" dirty="0">
                <a:solidFill>
                  <a:schemeClr val="bg2">
                    <a:lumMod val="10000"/>
                  </a:schemeClr>
                </a:solidFill>
              </a:rPr>
              <a:t> </a:t>
            </a:r>
            <a:r>
              <a:rPr lang="en-US" sz="1600" dirty="0" err="1">
                <a:solidFill>
                  <a:schemeClr val="bg2">
                    <a:lumMod val="10000"/>
                  </a:schemeClr>
                </a:solidFill>
              </a:rPr>
              <a:t>gồ</a:t>
            </a:r>
            <a:r>
              <a:rPr lang="en-US" sz="1600" dirty="0">
                <a:solidFill>
                  <a:schemeClr val="bg2">
                    <a:lumMod val="10000"/>
                  </a:schemeClr>
                </a:solidFill>
              </a:rPr>
              <a:t> </a:t>
            </a:r>
            <a:r>
              <a:rPr lang="en-US" sz="1600" dirty="0" err="1">
                <a:solidFill>
                  <a:schemeClr val="bg2">
                    <a:lumMod val="10000"/>
                  </a:schemeClr>
                </a:solidFill>
              </a:rPr>
              <a:t>ghề</a:t>
            </a:r>
            <a:r>
              <a:rPr lang="en-US" sz="1600" dirty="0">
                <a:solidFill>
                  <a:schemeClr val="bg2">
                    <a:lumMod val="10000"/>
                  </a:schemeClr>
                </a:solidFill>
              </a:rPr>
              <a:t> do </a:t>
            </a:r>
            <a:r>
              <a:rPr lang="en-US" sz="1600" dirty="0" err="1">
                <a:solidFill>
                  <a:schemeClr val="bg2">
                    <a:lumMod val="10000"/>
                  </a:schemeClr>
                </a:solidFill>
              </a:rPr>
              <a:t>xuống</a:t>
            </a:r>
            <a:r>
              <a:rPr lang="en-US" sz="1600" dirty="0">
                <a:solidFill>
                  <a:schemeClr val="bg2">
                    <a:lumMod val="10000"/>
                  </a:schemeClr>
                </a:solidFill>
              </a:rPr>
              <a:t> </a:t>
            </a:r>
            <a:r>
              <a:rPr lang="en-US" sz="1600" dirty="0" err="1">
                <a:solidFill>
                  <a:schemeClr val="bg2">
                    <a:lumMod val="10000"/>
                  </a:schemeClr>
                </a:solidFill>
              </a:rPr>
              <a:t>cấp</a:t>
            </a:r>
            <a:r>
              <a:rPr lang="en-US" sz="1600" dirty="0">
                <a:solidFill>
                  <a:schemeClr val="bg2">
                    <a:lumMod val="10000"/>
                  </a:schemeClr>
                </a:solidFill>
              </a:rPr>
              <a:t> </a:t>
            </a:r>
            <a:r>
              <a:rPr lang="en-US" sz="1600" dirty="0" err="1">
                <a:solidFill>
                  <a:schemeClr val="bg2">
                    <a:lumMod val="10000"/>
                  </a:schemeClr>
                </a:solidFill>
              </a:rPr>
              <a:t>của</a:t>
            </a:r>
            <a:r>
              <a:rPr lang="en-US" sz="1600" dirty="0">
                <a:solidFill>
                  <a:schemeClr val="bg2">
                    <a:lumMod val="10000"/>
                  </a:schemeClr>
                </a:solidFill>
              </a:rPr>
              <a:t> </a:t>
            </a:r>
            <a:r>
              <a:rPr lang="en-US" sz="1600" dirty="0" err="1">
                <a:solidFill>
                  <a:schemeClr val="bg2">
                    <a:lumMod val="10000"/>
                  </a:schemeClr>
                </a:solidFill>
              </a:rPr>
              <a:t>mặt</a:t>
            </a:r>
            <a:r>
              <a:rPr lang="en-US" sz="1600" dirty="0">
                <a:solidFill>
                  <a:schemeClr val="bg2">
                    <a:lumMod val="10000"/>
                  </a:schemeClr>
                </a:solidFill>
              </a:rPr>
              <a:t> </a:t>
            </a:r>
            <a:r>
              <a:rPr lang="en-US" sz="1600" dirty="0" err="1">
                <a:solidFill>
                  <a:schemeClr val="bg2">
                    <a:lumMod val="10000"/>
                  </a:schemeClr>
                </a:solidFill>
              </a:rPr>
              <a:t>đường</a:t>
            </a:r>
            <a:r>
              <a:rPr lang="en-US" sz="1600" dirty="0">
                <a:solidFill>
                  <a:schemeClr val="bg2">
                    <a:lumMod val="10000"/>
                  </a:schemeClr>
                </a:solidFill>
              </a:rPr>
              <a:t> </a:t>
            </a:r>
            <a:r>
              <a:rPr lang="en-US" sz="1600" dirty="0" err="1">
                <a:solidFill>
                  <a:schemeClr val="bg2">
                    <a:lumMod val="10000"/>
                  </a:schemeClr>
                </a:solidFill>
              </a:rPr>
              <a:t>trong</a:t>
            </a:r>
            <a:r>
              <a:rPr lang="en-US" sz="1600" dirty="0">
                <a:solidFill>
                  <a:schemeClr val="bg2">
                    <a:lumMod val="10000"/>
                  </a:schemeClr>
                </a:solidFill>
              </a:rPr>
              <a:t> </a:t>
            </a:r>
            <a:r>
              <a:rPr lang="en-US" sz="1600" dirty="0" err="1">
                <a:solidFill>
                  <a:schemeClr val="bg2">
                    <a:lumMod val="10000"/>
                  </a:schemeClr>
                </a:solidFill>
              </a:rPr>
              <a:t>năm</a:t>
            </a:r>
            <a:r>
              <a:rPr lang="en-US" sz="1600" dirty="0">
                <a:solidFill>
                  <a:schemeClr val="bg2">
                    <a:lumMod val="10000"/>
                  </a:schemeClr>
                </a:solidFill>
              </a:rPr>
              <a:t>, (IRI – m/km)</a:t>
            </a:r>
          </a:p>
          <a:p>
            <a:pPr>
              <a:lnSpc>
                <a:spcPct val="120000"/>
              </a:lnSpc>
              <a:spcBef>
                <a:spcPts val="600"/>
              </a:spcBef>
            </a:pPr>
            <a:r>
              <a:rPr lang="en-US" sz="1600" dirty="0">
                <a:solidFill>
                  <a:schemeClr val="bg2">
                    <a:lumMod val="10000"/>
                  </a:schemeClr>
                </a:solidFill>
              </a:rPr>
              <a:t>R</a:t>
            </a:r>
            <a:r>
              <a:rPr lang="en-US" sz="1600" baseline="-25000" dirty="0">
                <a:solidFill>
                  <a:schemeClr val="bg2">
                    <a:lumMod val="10000"/>
                  </a:schemeClr>
                </a:solidFill>
              </a:rPr>
              <a:t>a</a:t>
            </a:r>
            <a:r>
              <a:rPr lang="en-US" sz="1600" dirty="0">
                <a:solidFill>
                  <a:schemeClr val="bg2">
                    <a:lumMod val="10000"/>
                  </a:schemeClr>
                </a:solidFill>
              </a:rPr>
              <a:t> = </a:t>
            </a:r>
            <a:r>
              <a:rPr lang="en-US" sz="1600" dirty="0" err="1">
                <a:solidFill>
                  <a:schemeClr val="bg2">
                    <a:lumMod val="10000"/>
                  </a:schemeClr>
                </a:solidFill>
              </a:rPr>
              <a:t>độ</a:t>
            </a:r>
            <a:r>
              <a:rPr lang="en-US" sz="1600" dirty="0">
                <a:solidFill>
                  <a:schemeClr val="bg2">
                    <a:lumMod val="10000"/>
                  </a:schemeClr>
                </a:solidFill>
              </a:rPr>
              <a:t> </a:t>
            </a:r>
            <a:r>
              <a:rPr lang="en-US" sz="1600" dirty="0" err="1">
                <a:solidFill>
                  <a:schemeClr val="bg2">
                    <a:lumMod val="10000"/>
                  </a:schemeClr>
                </a:solidFill>
              </a:rPr>
              <a:t>gồ</a:t>
            </a:r>
            <a:r>
              <a:rPr lang="en-US" sz="1600" dirty="0">
                <a:solidFill>
                  <a:schemeClr val="bg2">
                    <a:lumMod val="10000"/>
                  </a:schemeClr>
                </a:solidFill>
              </a:rPr>
              <a:t> </a:t>
            </a:r>
            <a:r>
              <a:rPr lang="en-US" sz="1600" dirty="0" err="1">
                <a:solidFill>
                  <a:schemeClr val="bg2">
                    <a:lumMod val="10000"/>
                  </a:schemeClr>
                </a:solidFill>
              </a:rPr>
              <a:t>ghề</a:t>
            </a:r>
            <a:r>
              <a:rPr lang="en-US" sz="1600" dirty="0">
                <a:solidFill>
                  <a:schemeClr val="bg2">
                    <a:lumMod val="10000"/>
                  </a:schemeClr>
                </a:solidFill>
              </a:rPr>
              <a:t> </a:t>
            </a:r>
            <a:r>
              <a:rPr lang="en-US" sz="1600" dirty="0" err="1">
                <a:solidFill>
                  <a:schemeClr val="bg2">
                    <a:lumMod val="10000"/>
                  </a:schemeClr>
                </a:solidFill>
              </a:rPr>
              <a:t>tại</a:t>
            </a:r>
            <a:r>
              <a:rPr lang="en-US" sz="1600" dirty="0">
                <a:solidFill>
                  <a:schemeClr val="bg2">
                    <a:lumMod val="10000"/>
                  </a:schemeClr>
                </a:solidFill>
              </a:rPr>
              <a:t> </a:t>
            </a:r>
            <a:r>
              <a:rPr lang="en-US" sz="1600" dirty="0" err="1">
                <a:solidFill>
                  <a:schemeClr val="bg2">
                    <a:lumMod val="10000"/>
                  </a:schemeClr>
                </a:solidFill>
              </a:rPr>
              <a:t>năm</a:t>
            </a:r>
            <a:r>
              <a:rPr lang="en-US" sz="1600" dirty="0">
                <a:solidFill>
                  <a:schemeClr val="bg2">
                    <a:lumMod val="10000"/>
                  </a:schemeClr>
                </a:solidFill>
              </a:rPr>
              <a:t> </a:t>
            </a:r>
            <a:r>
              <a:rPr lang="en-US" sz="1600" dirty="0" err="1">
                <a:solidFill>
                  <a:schemeClr val="bg2">
                    <a:lumMod val="10000"/>
                  </a:schemeClr>
                </a:solidFill>
              </a:rPr>
              <a:t>đầu</a:t>
            </a:r>
            <a:r>
              <a:rPr lang="en-US" sz="1600" dirty="0">
                <a:solidFill>
                  <a:schemeClr val="bg2">
                    <a:lumMod val="10000"/>
                  </a:schemeClr>
                </a:solidFill>
              </a:rPr>
              <a:t>  (IRI – m/km)</a:t>
            </a:r>
          </a:p>
          <a:p>
            <a:pPr>
              <a:lnSpc>
                <a:spcPct val="120000"/>
              </a:lnSpc>
              <a:spcBef>
                <a:spcPts val="600"/>
              </a:spcBef>
            </a:pPr>
            <a:r>
              <a:rPr lang="en-US" sz="1600" dirty="0" err="1">
                <a:solidFill>
                  <a:schemeClr val="bg2">
                    <a:lumMod val="10000"/>
                  </a:schemeClr>
                </a:solidFill>
              </a:rPr>
              <a:t>K</a:t>
            </a:r>
            <a:r>
              <a:rPr lang="en-US" sz="1600" baseline="-25000" dirty="0" err="1">
                <a:solidFill>
                  <a:schemeClr val="bg2">
                    <a:lumMod val="10000"/>
                  </a:schemeClr>
                </a:solidFill>
              </a:rPr>
              <a:t>gp</a:t>
            </a:r>
            <a:r>
              <a:rPr lang="en-US" sz="1600" dirty="0">
                <a:solidFill>
                  <a:schemeClr val="bg2">
                    <a:lumMod val="10000"/>
                  </a:schemeClr>
                </a:solidFill>
              </a:rPr>
              <a:t>= </a:t>
            </a:r>
            <a:r>
              <a:rPr lang="en-US" sz="1600" dirty="0" err="1">
                <a:solidFill>
                  <a:schemeClr val="bg2">
                    <a:lumMod val="10000"/>
                  </a:schemeClr>
                </a:solidFill>
              </a:rPr>
              <a:t>hệ</a:t>
            </a:r>
            <a:r>
              <a:rPr lang="en-US" sz="1600" dirty="0">
                <a:solidFill>
                  <a:schemeClr val="bg2">
                    <a:lumMod val="10000"/>
                  </a:schemeClr>
                </a:solidFill>
              </a:rPr>
              <a:t> </a:t>
            </a:r>
            <a:r>
              <a:rPr lang="en-US" sz="1600" dirty="0" err="1">
                <a:solidFill>
                  <a:schemeClr val="bg2">
                    <a:lumMod val="10000"/>
                  </a:schemeClr>
                </a:solidFill>
              </a:rPr>
              <a:t>số</a:t>
            </a:r>
            <a:r>
              <a:rPr lang="en-US" sz="1600" dirty="0">
                <a:solidFill>
                  <a:schemeClr val="bg2">
                    <a:lumMod val="10000"/>
                  </a:schemeClr>
                </a:solidFill>
              </a:rPr>
              <a:t> </a:t>
            </a:r>
            <a:r>
              <a:rPr lang="en-US" sz="1600" dirty="0" err="1">
                <a:solidFill>
                  <a:schemeClr val="bg2">
                    <a:lumMod val="10000"/>
                  </a:schemeClr>
                </a:solidFill>
              </a:rPr>
              <a:t>xuống</a:t>
            </a:r>
            <a:r>
              <a:rPr lang="en-US" sz="1600" dirty="0">
                <a:solidFill>
                  <a:schemeClr val="bg2">
                    <a:lumMod val="10000"/>
                  </a:schemeClr>
                </a:solidFill>
              </a:rPr>
              <a:t> </a:t>
            </a:r>
            <a:r>
              <a:rPr lang="en-US" sz="1600" dirty="0" err="1">
                <a:solidFill>
                  <a:schemeClr val="bg2">
                    <a:lumMod val="10000"/>
                  </a:schemeClr>
                </a:solidFill>
              </a:rPr>
              <a:t>cấp</a:t>
            </a:r>
            <a:r>
              <a:rPr lang="en-US" sz="1600" dirty="0">
                <a:solidFill>
                  <a:schemeClr val="bg2">
                    <a:lumMod val="10000"/>
                  </a:schemeClr>
                </a:solidFill>
              </a:rPr>
              <a:t> </a:t>
            </a:r>
            <a:r>
              <a:rPr lang="en-US" sz="1600" dirty="0" err="1">
                <a:solidFill>
                  <a:schemeClr val="bg2">
                    <a:lumMod val="10000"/>
                  </a:schemeClr>
                </a:solidFill>
              </a:rPr>
              <a:t>được</a:t>
            </a:r>
            <a:r>
              <a:rPr lang="en-US" sz="1600" dirty="0">
                <a:solidFill>
                  <a:schemeClr val="bg2">
                    <a:lumMod val="10000"/>
                  </a:schemeClr>
                </a:solidFill>
              </a:rPr>
              <a:t> </a:t>
            </a:r>
            <a:r>
              <a:rPr lang="en-US" sz="1600" dirty="0" err="1">
                <a:solidFill>
                  <a:schemeClr val="bg2">
                    <a:lumMod val="10000"/>
                  </a:schemeClr>
                </a:solidFill>
              </a:rPr>
              <a:t>xác</a:t>
            </a:r>
            <a:r>
              <a:rPr lang="en-US" sz="1600" dirty="0">
                <a:solidFill>
                  <a:schemeClr val="bg2">
                    <a:lumMod val="10000"/>
                  </a:schemeClr>
                </a:solidFill>
              </a:rPr>
              <a:t> </a:t>
            </a:r>
            <a:r>
              <a:rPr lang="en-US" sz="1600" dirty="0" err="1">
                <a:solidFill>
                  <a:schemeClr val="bg2">
                    <a:lumMod val="10000"/>
                  </a:schemeClr>
                </a:solidFill>
              </a:rPr>
              <a:t>định</a:t>
            </a:r>
            <a:r>
              <a:rPr lang="en-US" sz="1600" dirty="0">
                <a:solidFill>
                  <a:schemeClr val="bg2">
                    <a:lumMod val="10000"/>
                  </a:schemeClr>
                </a:solidFill>
              </a:rPr>
              <a:t> </a:t>
            </a:r>
            <a:r>
              <a:rPr lang="en-US" sz="1600" dirty="0" err="1">
                <a:solidFill>
                  <a:schemeClr val="bg2">
                    <a:lumMod val="10000"/>
                  </a:schemeClr>
                </a:solidFill>
              </a:rPr>
              <a:t>trên</a:t>
            </a:r>
            <a:r>
              <a:rPr lang="en-US" sz="1600" dirty="0">
                <a:solidFill>
                  <a:schemeClr val="bg2">
                    <a:lumMod val="10000"/>
                  </a:schemeClr>
                </a:solidFill>
              </a:rPr>
              <a:t> </a:t>
            </a:r>
            <a:r>
              <a:rPr lang="en-US" sz="1600" dirty="0" err="1">
                <a:solidFill>
                  <a:schemeClr val="bg2">
                    <a:lumMod val="10000"/>
                  </a:schemeClr>
                </a:solidFill>
              </a:rPr>
              <a:t>cơ</a:t>
            </a:r>
            <a:r>
              <a:rPr lang="en-US" sz="1600" dirty="0">
                <a:solidFill>
                  <a:schemeClr val="bg2">
                    <a:lumMod val="10000"/>
                  </a:schemeClr>
                </a:solidFill>
              </a:rPr>
              <a:t> </a:t>
            </a:r>
            <a:r>
              <a:rPr lang="en-US" sz="1600" dirty="0" err="1">
                <a:solidFill>
                  <a:schemeClr val="bg2">
                    <a:lumMod val="10000"/>
                  </a:schemeClr>
                </a:solidFill>
              </a:rPr>
              <a:t>sở</a:t>
            </a:r>
            <a:r>
              <a:rPr lang="en-US" sz="1600" dirty="0">
                <a:solidFill>
                  <a:schemeClr val="bg2">
                    <a:lumMod val="10000"/>
                  </a:schemeClr>
                </a:solidFill>
              </a:rPr>
              <a:t> </a:t>
            </a:r>
            <a:r>
              <a:rPr lang="en-US" sz="1600" dirty="0" err="1">
                <a:solidFill>
                  <a:schemeClr val="bg2">
                    <a:lumMod val="10000"/>
                  </a:schemeClr>
                </a:solidFill>
              </a:rPr>
              <a:t>hồi</a:t>
            </a:r>
            <a:r>
              <a:rPr lang="en-US" sz="1600" dirty="0">
                <a:solidFill>
                  <a:schemeClr val="bg2">
                    <a:lumMod val="10000"/>
                  </a:schemeClr>
                </a:solidFill>
              </a:rPr>
              <a:t> qui </a:t>
            </a:r>
            <a:r>
              <a:rPr lang="en-US" sz="1600" dirty="0" err="1">
                <a:solidFill>
                  <a:schemeClr val="bg2">
                    <a:lumMod val="10000"/>
                  </a:schemeClr>
                </a:solidFill>
              </a:rPr>
              <a:t>của</a:t>
            </a:r>
            <a:r>
              <a:rPr lang="en-US" sz="1600" dirty="0">
                <a:solidFill>
                  <a:schemeClr val="bg2">
                    <a:lumMod val="10000"/>
                  </a:schemeClr>
                </a:solidFill>
              </a:rPr>
              <a:t> </a:t>
            </a:r>
            <a:r>
              <a:rPr lang="en-US" sz="1600" dirty="0" err="1">
                <a:solidFill>
                  <a:schemeClr val="bg2">
                    <a:lumMod val="10000"/>
                  </a:schemeClr>
                </a:solidFill>
              </a:rPr>
              <a:t>độ</a:t>
            </a:r>
            <a:r>
              <a:rPr lang="en-US" sz="1600" dirty="0">
                <a:solidFill>
                  <a:schemeClr val="bg2">
                    <a:lumMod val="10000"/>
                  </a:schemeClr>
                </a:solidFill>
              </a:rPr>
              <a:t> </a:t>
            </a:r>
            <a:r>
              <a:rPr lang="en-US" sz="1600" dirty="0" err="1">
                <a:solidFill>
                  <a:schemeClr val="bg2">
                    <a:lumMod val="10000"/>
                  </a:schemeClr>
                </a:solidFill>
              </a:rPr>
              <a:t>gồ</a:t>
            </a:r>
            <a:r>
              <a:rPr lang="en-US" sz="1600" dirty="0">
                <a:solidFill>
                  <a:schemeClr val="bg2">
                    <a:lumMod val="10000"/>
                  </a:schemeClr>
                </a:solidFill>
              </a:rPr>
              <a:t> </a:t>
            </a:r>
            <a:r>
              <a:rPr lang="en-US" sz="1600" dirty="0" err="1">
                <a:solidFill>
                  <a:schemeClr val="bg2">
                    <a:lumMod val="10000"/>
                  </a:schemeClr>
                </a:solidFill>
              </a:rPr>
              <a:t>ghề</a:t>
            </a:r>
            <a:r>
              <a:rPr lang="en-US" sz="1600" dirty="0">
                <a:solidFill>
                  <a:schemeClr val="bg2">
                    <a:lumMod val="10000"/>
                  </a:schemeClr>
                </a:solidFill>
              </a:rPr>
              <a:t> (</a:t>
            </a:r>
            <a:r>
              <a:rPr lang="en-US" sz="1600" dirty="0" err="1">
                <a:solidFill>
                  <a:schemeClr val="bg2">
                    <a:lumMod val="10000"/>
                  </a:schemeClr>
                </a:solidFill>
              </a:rPr>
              <a:t>mặc</a:t>
            </a:r>
            <a:r>
              <a:rPr lang="en-US" sz="1600" dirty="0">
                <a:solidFill>
                  <a:schemeClr val="bg2">
                    <a:lumMod val="10000"/>
                  </a:schemeClr>
                </a:solidFill>
              </a:rPr>
              <a:t> </a:t>
            </a:r>
            <a:r>
              <a:rPr lang="en-US" sz="1600" dirty="0" err="1">
                <a:solidFill>
                  <a:schemeClr val="bg2">
                    <a:lumMod val="10000"/>
                  </a:schemeClr>
                </a:solidFill>
              </a:rPr>
              <a:t>định</a:t>
            </a:r>
            <a:r>
              <a:rPr lang="en-US" sz="1600" dirty="0">
                <a:solidFill>
                  <a:schemeClr val="bg2">
                    <a:lumMod val="10000"/>
                  </a:schemeClr>
                </a:solidFill>
              </a:rPr>
              <a:t> = 1) </a:t>
            </a:r>
          </a:p>
          <a:p>
            <a:pPr>
              <a:lnSpc>
                <a:spcPct val="120000"/>
              </a:lnSpc>
              <a:spcBef>
                <a:spcPts val="600"/>
              </a:spcBef>
            </a:pPr>
            <a:r>
              <a:rPr lang="en-US" sz="1600" dirty="0" err="1">
                <a:solidFill>
                  <a:schemeClr val="bg2">
                    <a:lumMod val="10000"/>
                  </a:schemeClr>
                </a:solidFill>
              </a:rPr>
              <a:t>K</a:t>
            </a:r>
            <a:r>
              <a:rPr lang="en-US" sz="1600" baseline="-25000" dirty="0" err="1">
                <a:solidFill>
                  <a:schemeClr val="bg2">
                    <a:lumMod val="10000"/>
                  </a:schemeClr>
                </a:solidFill>
              </a:rPr>
              <a:t>ge</a:t>
            </a:r>
            <a:r>
              <a:rPr lang="en-US" sz="1600" dirty="0">
                <a:solidFill>
                  <a:schemeClr val="bg2">
                    <a:lumMod val="10000"/>
                  </a:schemeClr>
                </a:solidFill>
              </a:rPr>
              <a:t> = </a:t>
            </a:r>
            <a:r>
              <a:rPr lang="en-US" sz="1600" dirty="0" err="1">
                <a:solidFill>
                  <a:schemeClr val="bg2">
                    <a:lumMod val="10000"/>
                  </a:schemeClr>
                </a:solidFill>
              </a:rPr>
              <a:t>hệ</a:t>
            </a:r>
            <a:r>
              <a:rPr lang="en-US" sz="1600" dirty="0">
                <a:solidFill>
                  <a:schemeClr val="bg2">
                    <a:lumMod val="10000"/>
                  </a:schemeClr>
                </a:solidFill>
              </a:rPr>
              <a:t> </a:t>
            </a:r>
            <a:r>
              <a:rPr lang="en-US" sz="1600" dirty="0" err="1">
                <a:solidFill>
                  <a:schemeClr val="bg2">
                    <a:lumMod val="10000"/>
                  </a:schemeClr>
                </a:solidFill>
              </a:rPr>
              <a:t>số</a:t>
            </a:r>
            <a:r>
              <a:rPr lang="en-US" sz="1600" dirty="0">
                <a:solidFill>
                  <a:schemeClr val="bg2">
                    <a:lumMod val="10000"/>
                  </a:schemeClr>
                </a:solidFill>
              </a:rPr>
              <a:t> </a:t>
            </a:r>
            <a:r>
              <a:rPr lang="en-US" sz="1600" dirty="0" err="1">
                <a:solidFill>
                  <a:schemeClr val="bg2">
                    <a:lumMod val="10000"/>
                  </a:schemeClr>
                </a:solidFill>
              </a:rPr>
              <a:t>xuống</a:t>
            </a:r>
            <a:r>
              <a:rPr lang="en-US" sz="1600" dirty="0">
                <a:solidFill>
                  <a:schemeClr val="bg2">
                    <a:lumMod val="10000"/>
                  </a:schemeClr>
                </a:solidFill>
              </a:rPr>
              <a:t> </a:t>
            </a:r>
            <a:r>
              <a:rPr lang="en-US" sz="1600" dirty="0" err="1">
                <a:solidFill>
                  <a:schemeClr val="bg2">
                    <a:lumMod val="10000"/>
                  </a:schemeClr>
                </a:solidFill>
              </a:rPr>
              <a:t>cấp</a:t>
            </a:r>
            <a:r>
              <a:rPr lang="en-US" sz="1600" dirty="0">
                <a:solidFill>
                  <a:schemeClr val="bg2">
                    <a:lumMod val="10000"/>
                  </a:schemeClr>
                </a:solidFill>
              </a:rPr>
              <a:t> </a:t>
            </a:r>
            <a:r>
              <a:rPr lang="en-US" sz="1600" dirty="0" err="1">
                <a:solidFill>
                  <a:schemeClr val="bg2">
                    <a:lumMod val="10000"/>
                  </a:schemeClr>
                </a:solidFill>
              </a:rPr>
              <a:t>được</a:t>
            </a:r>
            <a:r>
              <a:rPr lang="en-US" sz="1600" dirty="0">
                <a:solidFill>
                  <a:schemeClr val="bg2">
                    <a:lumMod val="10000"/>
                  </a:schemeClr>
                </a:solidFill>
              </a:rPr>
              <a:t> </a:t>
            </a:r>
            <a:r>
              <a:rPr lang="en-US" sz="1600" dirty="0" err="1">
                <a:solidFill>
                  <a:schemeClr val="bg2">
                    <a:lumMod val="10000"/>
                  </a:schemeClr>
                </a:solidFill>
              </a:rPr>
              <a:t>xác</a:t>
            </a:r>
            <a:r>
              <a:rPr lang="en-US" sz="1600" dirty="0">
                <a:solidFill>
                  <a:schemeClr val="bg2">
                    <a:lumMod val="10000"/>
                  </a:schemeClr>
                </a:solidFill>
              </a:rPr>
              <a:t> </a:t>
            </a:r>
            <a:r>
              <a:rPr lang="en-US" sz="1600" dirty="0" err="1">
                <a:solidFill>
                  <a:schemeClr val="bg2">
                    <a:lumMod val="10000"/>
                  </a:schemeClr>
                </a:solidFill>
              </a:rPr>
              <a:t>định</a:t>
            </a:r>
            <a:r>
              <a:rPr lang="en-US" sz="1600" dirty="0">
                <a:solidFill>
                  <a:schemeClr val="bg2">
                    <a:lumMod val="10000"/>
                  </a:schemeClr>
                </a:solidFill>
              </a:rPr>
              <a:t> </a:t>
            </a:r>
            <a:r>
              <a:rPr lang="en-US" sz="1600" dirty="0" err="1">
                <a:solidFill>
                  <a:schemeClr val="bg2">
                    <a:lumMod val="10000"/>
                  </a:schemeClr>
                </a:solidFill>
              </a:rPr>
              <a:t>trên</a:t>
            </a:r>
            <a:r>
              <a:rPr lang="en-US" sz="1600" dirty="0">
                <a:solidFill>
                  <a:schemeClr val="bg2">
                    <a:lumMod val="10000"/>
                  </a:schemeClr>
                </a:solidFill>
              </a:rPr>
              <a:t> </a:t>
            </a:r>
            <a:r>
              <a:rPr lang="en-US" sz="1600" dirty="0" err="1">
                <a:solidFill>
                  <a:schemeClr val="bg2">
                    <a:lumMod val="10000"/>
                  </a:schemeClr>
                </a:solidFill>
              </a:rPr>
              <a:t>cơ</a:t>
            </a:r>
            <a:r>
              <a:rPr lang="en-US" sz="1600" dirty="0">
                <a:solidFill>
                  <a:schemeClr val="bg2">
                    <a:lumMod val="10000"/>
                  </a:schemeClr>
                </a:solidFill>
              </a:rPr>
              <a:t> </a:t>
            </a:r>
            <a:r>
              <a:rPr lang="en-US" sz="1600" dirty="0" err="1">
                <a:solidFill>
                  <a:schemeClr val="bg2">
                    <a:lumMod val="10000"/>
                  </a:schemeClr>
                </a:solidFill>
              </a:rPr>
              <a:t>sở</a:t>
            </a:r>
            <a:r>
              <a:rPr lang="en-US" sz="1600" dirty="0">
                <a:solidFill>
                  <a:schemeClr val="bg2">
                    <a:lumMod val="10000"/>
                  </a:schemeClr>
                </a:solidFill>
              </a:rPr>
              <a:t> </a:t>
            </a:r>
            <a:r>
              <a:rPr lang="en-US" sz="1600" dirty="0" err="1">
                <a:solidFill>
                  <a:schemeClr val="bg2">
                    <a:lumMod val="10000"/>
                  </a:schemeClr>
                </a:solidFill>
              </a:rPr>
              <a:t>điều</a:t>
            </a:r>
            <a:r>
              <a:rPr lang="en-US" sz="1600" dirty="0">
                <a:solidFill>
                  <a:schemeClr val="bg2">
                    <a:lumMod val="10000"/>
                  </a:schemeClr>
                </a:solidFill>
              </a:rPr>
              <a:t> </a:t>
            </a:r>
            <a:r>
              <a:rPr lang="en-US" sz="1600" dirty="0" err="1">
                <a:solidFill>
                  <a:schemeClr val="bg2">
                    <a:lumMod val="10000"/>
                  </a:schemeClr>
                </a:solidFill>
              </a:rPr>
              <a:t>kiện</a:t>
            </a:r>
            <a:r>
              <a:rPr lang="en-US" sz="1600" dirty="0">
                <a:solidFill>
                  <a:schemeClr val="bg2">
                    <a:lumMod val="10000"/>
                  </a:schemeClr>
                </a:solidFill>
              </a:rPr>
              <a:t> </a:t>
            </a:r>
            <a:r>
              <a:rPr lang="en-US" sz="1600" dirty="0" err="1">
                <a:solidFill>
                  <a:schemeClr val="bg2">
                    <a:lumMod val="10000"/>
                  </a:schemeClr>
                </a:solidFill>
              </a:rPr>
              <a:t>liên</a:t>
            </a:r>
            <a:r>
              <a:rPr lang="en-US" sz="1600" dirty="0">
                <a:solidFill>
                  <a:schemeClr val="bg2">
                    <a:lumMod val="10000"/>
                  </a:schemeClr>
                </a:solidFill>
              </a:rPr>
              <a:t> </a:t>
            </a:r>
            <a:r>
              <a:rPr lang="en-US" sz="1600" dirty="0" err="1">
                <a:solidFill>
                  <a:schemeClr val="bg2">
                    <a:lumMod val="10000"/>
                  </a:schemeClr>
                </a:solidFill>
              </a:rPr>
              <a:t>quna</a:t>
            </a:r>
            <a:r>
              <a:rPr lang="en-US" sz="1600" dirty="0">
                <a:solidFill>
                  <a:schemeClr val="bg2">
                    <a:lumMod val="10000"/>
                  </a:schemeClr>
                </a:solidFill>
              </a:rPr>
              <a:t> </a:t>
            </a:r>
            <a:r>
              <a:rPr lang="en-US" sz="1600" dirty="0" err="1">
                <a:solidFill>
                  <a:schemeClr val="bg2">
                    <a:lumMod val="10000"/>
                  </a:schemeClr>
                </a:solidFill>
              </a:rPr>
              <a:t>đến</a:t>
            </a:r>
            <a:r>
              <a:rPr lang="en-US" sz="1600" dirty="0">
                <a:solidFill>
                  <a:schemeClr val="bg2">
                    <a:lumMod val="10000"/>
                  </a:schemeClr>
                </a:solidFill>
              </a:rPr>
              <a:t> </a:t>
            </a:r>
            <a:r>
              <a:rPr lang="en-US" sz="1600" dirty="0" err="1">
                <a:solidFill>
                  <a:schemeClr val="bg2">
                    <a:lumMod val="10000"/>
                  </a:schemeClr>
                </a:solidFill>
              </a:rPr>
              <a:t>môi</a:t>
            </a:r>
            <a:r>
              <a:rPr lang="en-US" sz="1600" dirty="0">
                <a:solidFill>
                  <a:schemeClr val="bg2">
                    <a:lumMod val="10000"/>
                  </a:schemeClr>
                </a:solidFill>
              </a:rPr>
              <a:t> </a:t>
            </a:r>
            <a:r>
              <a:rPr lang="en-US" sz="1600" dirty="0" err="1">
                <a:solidFill>
                  <a:schemeClr val="bg2">
                    <a:lumMod val="10000"/>
                  </a:schemeClr>
                </a:solidFill>
              </a:rPr>
              <a:t>trường</a:t>
            </a:r>
            <a:r>
              <a:rPr lang="en-US" sz="1600" dirty="0">
                <a:solidFill>
                  <a:schemeClr val="bg2">
                    <a:lumMod val="10000"/>
                  </a:schemeClr>
                </a:solidFill>
              </a:rPr>
              <a:t> </a:t>
            </a:r>
            <a:r>
              <a:rPr lang="en-US" sz="1600" dirty="0" err="1">
                <a:solidFill>
                  <a:schemeClr val="bg2">
                    <a:lumMod val="10000"/>
                  </a:schemeClr>
                </a:solidFill>
              </a:rPr>
              <a:t>làm</a:t>
            </a:r>
            <a:r>
              <a:rPr lang="en-US" sz="1600" dirty="0">
                <a:solidFill>
                  <a:schemeClr val="bg2">
                    <a:lumMod val="10000"/>
                  </a:schemeClr>
                </a:solidFill>
              </a:rPr>
              <a:t> </a:t>
            </a:r>
            <a:r>
              <a:rPr lang="en-US" sz="1600" dirty="0" err="1">
                <a:solidFill>
                  <a:schemeClr val="bg2">
                    <a:lumMod val="10000"/>
                  </a:schemeClr>
                </a:solidFill>
              </a:rPr>
              <a:t>tăng</a:t>
            </a:r>
            <a:r>
              <a:rPr lang="en-US" sz="1600" dirty="0">
                <a:solidFill>
                  <a:schemeClr val="bg2">
                    <a:lumMod val="10000"/>
                  </a:schemeClr>
                </a:solidFill>
              </a:rPr>
              <a:t> </a:t>
            </a:r>
            <a:r>
              <a:rPr lang="en-US" sz="1600" dirty="0" err="1">
                <a:solidFill>
                  <a:schemeClr val="bg2">
                    <a:lumMod val="10000"/>
                  </a:schemeClr>
                </a:solidFill>
              </a:rPr>
              <a:t>độ</a:t>
            </a:r>
            <a:r>
              <a:rPr lang="en-US" sz="1600" dirty="0">
                <a:solidFill>
                  <a:schemeClr val="bg2">
                    <a:lumMod val="10000"/>
                  </a:schemeClr>
                </a:solidFill>
              </a:rPr>
              <a:t> </a:t>
            </a:r>
            <a:r>
              <a:rPr lang="en-US" sz="1600" dirty="0" err="1">
                <a:solidFill>
                  <a:schemeClr val="bg2">
                    <a:lumMod val="10000"/>
                  </a:schemeClr>
                </a:solidFill>
              </a:rPr>
              <a:t>gồ</a:t>
            </a:r>
            <a:r>
              <a:rPr lang="en-US" sz="1600" dirty="0">
                <a:solidFill>
                  <a:schemeClr val="bg2">
                    <a:lumMod val="10000"/>
                  </a:schemeClr>
                </a:solidFill>
              </a:rPr>
              <a:t> </a:t>
            </a:r>
            <a:r>
              <a:rPr lang="en-US" sz="1600" dirty="0" err="1">
                <a:solidFill>
                  <a:schemeClr val="bg2">
                    <a:lumMod val="10000"/>
                  </a:schemeClr>
                </a:solidFill>
              </a:rPr>
              <a:t>ghề</a:t>
            </a:r>
            <a:r>
              <a:rPr lang="en-US" sz="1600" dirty="0">
                <a:solidFill>
                  <a:schemeClr val="bg2">
                    <a:lumMod val="10000"/>
                  </a:schemeClr>
                </a:solidFill>
              </a:rPr>
              <a:t> (</a:t>
            </a:r>
            <a:r>
              <a:rPr lang="en-US" sz="1600" dirty="0" err="1">
                <a:solidFill>
                  <a:schemeClr val="bg2">
                    <a:lumMod val="10000"/>
                  </a:schemeClr>
                </a:solidFill>
              </a:rPr>
              <a:t>mặc</a:t>
            </a:r>
            <a:r>
              <a:rPr lang="en-US" sz="1600" dirty="0">
                <a:solidFill>
                  <a:schemeClr val="bg2">
                    <a:lumMod val="10000"/>
                  </a:schemeClr>
                </a:solidFill>
              </a:rPr>
              <a:t> </a:t>
            </a:r>
            <a:r>
              <a:rPr lang="en-US" sz="1600" dirty="0" err="1">
                <a:solidFill>
                  <a:schemeClr val="bg2">
                    <a:lumMod val="10000"/>
                  </a:schemeClr>
                </a:solidFill>
              </a:rPr>
              <a:t>định</a:t>
            </a:r>
            <a:r>
              <a:rPr lang="en-US" sz="1600" dirty="0">
                <a:solidFill>
                  <a:schemeClr val="bg2">
                    <a:lumMod val="10000"/>
                  </a:schemeClr>
                </a:solidFill>
              </a:rPr>
              <a:t> = 1) </a:t>
            </a:r>
          </a:p>
          <a:p>
            <a:pPr>
              <a:lnSpc>
                <a:spcPct val="120000"/>
              </a:lnSpc>
              <a:spcBef>
                <a:spcPts val="600"/>
              </a:spcBef>
            </a:pPr>
            <a:r>
              <a:rPr lang="en-US" sz="1600" dirty="0">
                <a:solidFill>
                  <a:schemeClr val="bg2">
                    <a:lumMod val="10000"/>
                  </a:schemeClr>
                </a:solidFill>
              </a:rPr>
              <a:t>F = </a:t>
            </a:r>
            <a:r>
              <a:rPr lang="en-US" sz="1600" dirty="0" err="1">
                <a:solidFill>
                  <a:schemeClr val="bg2">
                    <a:lumMod val="10000"/>
                  </a:schemeClr>
                </a:solidFill>
              </a:rPr>
              <a:t>yếu</a:t>
            </a:r>
            <a:r>
              <a:rPr lang="en-US" sz="1600" dirty="0">
                <a:solidFill>
                  <a:schemeClr val="bg2">
                    <a:lumMod val="10000"/>
                  </a:schemeClr>
                </a:solidFill>
              </a:rPr>
              <a:t> </a:t>
            </a:r>
            <a:r>
              <a:rPr lang="en-US" sz="1600" dirty="0" err="1">
                <a:solidFill>
                  <a:schemeClr val="bg2">
                    <a:lumMod val="10000"/>
                  </a:schemeClr>
                </a:solidFill>
              </a:rPr>
              <a:t>tố</a:t>
            </a:r>
            <a:r>
              <a:rPr lang="en-US" sz="1600" dirty="0">
                <a:solidFill>
                  <a:schemeClr val="bg2">
                    <a:lumMod val="10000"/>
                  </a:schemeClr>
                </a:solidFill>
              </a:rPr>
              <a:t> </a:t>
            </a:r>
            <a:r>
              <a:rPr lang="en-US" sz="1600" dirty="0" err="1">
                <a:solidFill>
                  <a:schemeClr val="bg2">
                    <a:lumMod val="10000"/>
                  </a:schemeClr>
                </a:solidFill>
              </a:rPr>
              <a:t>làm</a:t>
            </a:r>
            <a:r>
              <a:rPr lang="en-US" sz="1600" dirty="0">
                <a:solidFill>
                  <a:schemeClr val="bg2">
                    <a:lumMod val="10000"/>
                  </a:schemeClr>
                </a:solidFill>
              </a:rPr>
              <a:t> </a:t>
            </a:r>
            <a:r>
              <a:rPr lang="en-US" sz="1600" dirty="0" err="1">
                <a:solidFill>
                  <a:schemeClr val="bg2">
                    <a:lumMod val="10000"/>
                  </a:schemeClr>
                </a:solidFill>
              </a:rPr>
              <a:t>tăng</a:t>
            </a:r>
            <a:r>
              <a:rPr lang="en-US" sz="1600" dirty="0">
                <a:solidFill>
                  <a:schemeClr val="bg2">
                    <a:lumMod val="10000"/>
                  </a:schemeClr>
                </a:solidFill>
              </a:rPr>
              <a:t> </a:t>
            </a:r>
            <a:r>
              <a:rPr lang="en-US" sz="1600" dirty="0" err="1">
                <a:solidFill>
                  <a:schemeClr val="bg2">
                    <a:lumMod val="10000"/>
                  </a:schemeClr>
                </a:solidFill>
              </a:rPr>
              <a:t>độ</a:t>
            </a:r>
            <a:r>
              <a:rPr lang="en-US" sz="1600" dirty="0">
                <a:solidFill>
                  <a:schemeClr val="bg2">
                    <a:lumMod val="10000"/>
                  </a:schemeClr>
                </a:solidFill>
              </a:rPr>
              <a:t> </a:t>
            </a:r>
            <a:r>
              <a:rPr lang="en-US" sz="1600" dirty="0" err="1">
                <a:solidFill>
                  <a:schemeClr val="bg2">
                    <a:lumMod val="10000"/>
                  </a:schemeClr>
                </a:solidFill>
              </a:rPr>
              <a:t>gồ</a:t>
            </a:r>
            <a:r>
              <a:rPr lang="en-US" sz="1600" dirty="0">
                <a:solidFill>
                  <a:schemeClr val="bg2">
                    <a:lumMod val="10000"/>
                  </a:schemeClr>
                </a:solidFill>
              </a:rPr>
              <a:t> </a:t>
            </a:r>
            <a:r>
              <a:rPr lang="en-US" sz="1600" dirty="0" err="1">
                <a:solidFill>
                  <a:schemeClr val="bg2">
                    <a:lumMod val="10000"/>
                  </a:schemeClr>
                </a:solidFill>
              </a:rPr>
              <a:t>ghề</a:t>
            </a:r>
            <a:r>
              <a:rPr lang="en-US" sz="1600" dirty="0">
                <a:solidFill>
                  <a:schemeClr val="bg2">
                    <a:lumMod val="10000"/>
                  </a:schemeClr>
                </a:solidFill>
              </a:rPr>
              <a:t> </a:t>
            </a:r>
            <a:r>
              <a:rPr lang="en-US" sz="1600" dirty="0" err="1">
                <a:solidFill>
                  <a:schemeClr val="bg2">
                    <a:lumMod val="10000"/>
                  </a:schemeClr>
                </a:solidFill>
              </a:rPr>
              <a:t>liên</a:t>
            </a:r>
            <a:r>
              <a:rPr lang="en-US" sz="1600" dirty="0">
                <a:solidFill>
                  <a:schemeClr val="bg2">
                    <a:lumMod val="10000"/>
                  </a:schemeClr>
                </a:solidFill>
              </a:rPr>
              <a:t> </a:t>
            </a:r>
            <a:r>
              <a:rPr lang="en-US" sz="1600" dirty="0" err="1">
                <a:solidFill>
                  <a:schemeClr val="bg2">
                    <a:lumMod val="10000"/>
                  </a:schemeClr>
                </a:solidFill>
              </a:rPr>
              <a:t>quan</a:t>
            </a:r>
            <a:r>
              <a:rPr lang="en-US" sz="1600" dirty="0">
                <a:solidFill>
                  <a:schemeClr val="bg2">
                    <a:lumMod val="10000"/>
                  </a:schemeClr>
                </a:solidFill>
              </a:rPr>
              <a:t> </a:t>
            </a:r>
            <a:r>
              <a:rPr lang="en-US" sz="1600" dirty="0" err="1">
                <a:solidFill>
                  <a:schemeClr val="bg2">
                    <a:lumMod val="10000"/>
                  </a:schemeClr>
                </a:solidFill>
              </a:rPr>
              <a:t>đến</a:t>
            </a:r>
            <a:r>
              <a:rPr lang="en-US" sz="1600" dirty="0">
                <a:solidFill>
                  <a:schemeClr val="bg2">
                    <a:lumMod val="10000"/>
                  </a:schemeClr>
                </a:solidFill>
              </a:rPr>
              <a:t> </a:t>
            </a:r>
            <a:r>
              <a:rPr lang="en-US" sz="1600" dirty="0" err="1">
                <a:solidFill>
                  <a:schemeClr val="bg2">
                    <a:lumMod val="10000"/>
                  </a:schemeClr>
                </a:solidFill>
              </a:rPr>
              <a:t>điều</a:t>
            </a:r>
            <a:r>
              <a:rPr lang="en-US" sz="1600" dirty="0">
                <a:solidFill>
                  <a:schemeClr val="bg2">
                    <a:lumMod val="10000"/>
                  </a:schemeClr>
                </a:solidFill>
              </a:rPr>
              <a:t> </a:t>
            </a:r>
            <a:r>
              <a:rPr lang="en-US" sz="1600" dirty="0" err="1">
                <a:solidFill>
                  <a:schemeClr val="bg2">
                    <a:lumMod val="10000"/>
                  </a:schemeClr>
                </a:solidFill>
              </a:rPr>
              <a:t>kiện</a:t>
            </a:r>
            <a:r>
              <a:rPr lang="en-US" sz="1600" dirty="0">
                <a:solidFill>
                  <a:schemeClr val="bg2">
                    <a:lumMod val="10000"/>
                  </a:schemeClr>
                </a:solidFill>
              </a:rPr>
              <a:t> </a:t>
            </a:r>
            <a:r>
              <a:rPr lang="en-US" sz="1600" dirty="0" err="1">
                <a:solidFill>
                  <a:schemeClr val="bg2">
                    <a:lumMod val="10000"/>
                  </a:schemeClr>
                </a:solidFill>
              </a:rPr>
              <a:t>biến</a:t>
            </a:r>
            <a:r>
              <a:rPr lang="en-US" sz="1600" dirty="0">
                <a:solidFill>
                  <a:schemeClr val="bg2">
                    <a:lumMod val="10000"/>
                  </a:schemeClr>
                </a:solidFill>
              </a:rPr>
              <a:t> </a:t>
            </a:r>
            <a:r>
              <a:rPr lang="en-US" sz="1600" dirty="0" err="1">
                <a:solidFill>
                  <a:schemeClr val="bg2">
                    <a:lumMod val="10000"/>
                  </a:schemeClr>
                </a:solidFill>
              </a:rPr>
              <a:t>dạng</a:t>
            </a:r>
            <a:r>
              <a:rPr lang="en-US" sz="1600" dirty="0">
                <a:solidFill>
                  <a:schemeClr val="bg2">
                    <a:lumMod val="10000"/>
                  </a:schemeClr>
                </a:solidFill>
              </a:rPr>
              <a:t> </a:t>
            </a:r>
            <a:r>
              <a:rPr lang="en-US" sz="1600" dirty="0" err="1">
                <a:solidFill>
                  <a:schemeClr val="bg2">
                    <a:lumMod val="10000"/>
                  </a:schemeClr>
                </a:solidFill>
              </a:rPr>
              <a:t>kết</a:t>
            </a:r>
            <a:r>
              <a:rPr lang="en-US" sz="1600" dirty="0">
                <a:solidFill>
                  <a:schemeClr val="bg2">
                    <a:lumMod val="10000"/>
                  </a:schemeClr>
                </a:solidFill>
              </a:rPr>
              <a:t> </a:t>
            </a:r>
            <a:r>
              <a:rPr lang="en-US" sz="1600" dirty="0" err="1">
                <a:solidFill>
                  <a:schemeClr val="bg2">
                    <a:lumMod val="10000"/>
                  </a:schemeClr>
                </a:solidFill>
              </a:rPr>
              <a:t>cấu</a:t>
            </a:r>
            <a:r>
              <a:rPr lang="en-US" sz="1600" dirty="0">
                <a:solidFill>
                  <a:schemeClr val="bg2">
                    <a:lumMod val="10000"/>
                  </a:schemeClr>
                </a:solidFill>
              </a:rPr>
              <a:t> </a:t>
            </a:r>
            <a:r>
              <a:rPr lang="en-US" sz="1600" dirty="0" err="1">
                <a:solidFill>
                  <a:schemeClr val="bg2">
                    <a:lumMod val="10000"/>
                  </a:schemeClr>
                </a:solidFill>
              </a:rPr>
              <a:t>và</a:t>
            </a:r>
            <a:r>
              <a:rPr lang="en-US" sz="1600" dirty="0">
                <a:solidFill>
                  <a:schemeClr val="bg2">
                    <a:lumMod val="10000"/>
                  </a:schemeClr>
                </a:solidFill>
              </a:rPr>
              <a:t> </a:t>
            </a:r>
            <a:r>
              <a:rPr lang="en-US" sz="1600" dirty="0" err="1">
                <a:solidFill>
                  <a:schemeClr val="bg2">
                    <a:lumMod val="10000"/>
                  </a:schemeClr>
                </a:solidFill>
              </a:rPr>
              <a:t>tình</a:t>
            </a:r>
            <a:r>
              <a:rPr lang="en-US" sz="1600" dirty="0">
                <a:solidFill>
                  <a:schemeClr val="bg2">
                    <a:lumMod val="10000"/>
                  </a:schemeClr>
                </a:solidFill>
              </a:rPr>
              <a:t> </a:t>
            </a:r>
            <a:r>
              <a:rPr lang="en-US" sz="1600" dirty="0" err="1">
                <a:solidFill>
                  <a:schemeClr val="bg2">
                    <a:lumMod val="10000"/>
                  </a:schemeClr>
                </a:solidFill>
              </a:rPr>
              <a:t>trạng</a:t>
            </a:r>
            <a:r>
              <a:rPr lang="en-US" sz="1600" dirty="0">
                <a:solidFill>
                  <a:schemeClr val="bg2">
                    <a:lumMod val="10000"/>
                  </a:schemeClr>
                </a:solidFill>
              </a:rPr>
              <a:t> </a:t>
            </a:r>
            <a:r>
              <a:rPr lang="en-US" sz="1600" dirty="0" err="1">
                <a:solidFill>
                  <a:schemeClr val="bg2">
                    <a:lumMod val="10000"/>
                  </a:schemeClr>
                </a:solidFill>
              </a:rPr>
              <a:t>bề</a:t>
            </a:r>
            <a:r>
              <a:rPr lang="en-US" sz="1600" dirty="0">
                <a:solidFill>
                  <a:schemeClr val="bg2">
                    <a:lumMod val="10000"/>
                  </a:schemeClr>
                </a:solidFill>
              </a:rPr>
              <a:t> </a:t>
            </a:r>
            <a:r>
              <a:rPr lang="en-US" sz="1600" dirty="0" err="1">
                <a:solidFill>
                  <a:schemeClr val="bg2">
                    <a:lumMod val="10000"/>
                  </a:schemeClr>
                </a:solidFill>
              </a:rPr>
              <a:t>mặt</a:t>
            </a:r>
            <a:r>
              <a:rPr lang="en-US" sz="1600" dirty="0">
                <a:solidFill>
                  <a:schemeClr val="bg2">
                    <a:lumMod val="10000"/>
                  </a:schemeClr>
                </a:solidFill>
              </a:rPr>
              <a:t> </a:t>
            </a:r>
            <a:endParaRPr lang="en-US" sz="1600" b="1" dirty="0">
              <a:solidFill>
                <a:schemeClr val="bg2">
                  <a:lumMod val="10000"/>
                </a:schemeClr>
              </a:solidFill>
            </a:endParaRPr>
          </a:p>
          <a:p>
            <a:pPr>
              <a:lnSpc>
                <a:spcPct val="120000"/>
              </a:lnSpc>
              <a:spcBef>
                <a:spcPts val="600"/>
              </a:spcBef>
            </a:pPr>
            <a:endParaRPr lang="en-US" sz="1600" b="1" dirty="0">
              <a:solidFill>
                <a:srgbClr val="050607"/>
              </a:solidFill>
            </a:endParaRPr>
          </a:p>
        </p:txBody>
      </p:sp>
      <p:sp>
        <p:nvSpPr>
          <p:cNvPr id="6" name="Rectangle 5"/>
          <p:cNvSpPr>
            <a:spLocks noChangeArrowheads="1"/>
          </p:cNvSpPr>
          <p:nvPr/>
        </p:nvSpPr>
        <p:spPr bwMode="auto">
          <a:xfrm>
            <a:off x="533400" y="332006"/>
            <a:ext cx="612795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spcBef>
                <a:spcPct val="50000"/>
              </a:spcBef>
            </a:pPr>
            <a:r>
              <a:rPr lang="en-US" sz="2000" b="1" dirty="0" err="1">
                <a:solidFill>
                  <a:srgbClr val="FF0000"/>
                </a:solidFill>
              </a:rPr>
              <a:t>Sự</a:t>
            </a:r>
            <a:r>
              <a:rPr lang="en-US" sz="2000" b="1" dirty="0">
                <a:solidFill>
                  <a:srgbClr val="FF0000"/>
                </a:solidFill>
              </a:rPr>
              <a:t> </a:t>
            </a:r>
            <a:r>
              <a:rPr lang="en-US" sz="2000" b="1" dirty="0" err="1">
                <a:solidFill>
                  <a:srgbClr val="FF0000"/>
                </a:solidFill>
              </a:rPr>
              <a:t>xuống</a:t>
            </a:r>
            <a:r>
              <a:rPr lang="en-US" sz="2000" b="1" dirty="0">
                <a:solidFill>
                  <a:srgbClr val="FF0000"/>
                </a:solidFill>
              </a:rPr>
              <a:t> </a:t>
            </a:r>
            <a:r>
              <a:rPr lang="en-US" sz="2000" b="1" dirty="0" err="1">
                <a:solidFill>
                  <a:srgbClr val="FF0000"/>
                </a:solidFill>
              </a:rPr>
              <a:t>cấp</a:t>
            </a:r>
            <a:r>
              <a:rPr lang="en-US" sz="2000" b="1" dirty="0">
                <a:solidFill>
                  <a:srgbClr val="FF0000"/>
                </a:solidFill>
              </a:rPr>
              <a:t> </a:t>
            </a:r>
            <a:r>
              <a:rPr lang="en-US" sz="2000" b="1" dirty="0" err="1">
                <a:solidFill>
                  <a:srgbClr val="FF0000"/>
                </a:solidFill>
              </a:rPr>
              <a:t>của</a:t>
            </a:r>
            <a:r>
              <a:rPr lang="en-US" sz="2000" b="1" dirty="0">
                <a:solidFill>
                  <a:srgbClr val="FF0000"/>
                </a:solidFill>
              </a:rPr>
              <a:t> </a:t>
            </a:r>
            <a:r>
              <a:rPr lang="en-US" sz="2000" b="1" dirty="0" err="1">
                <a:solidFill>
                  <a:srgbClr val="FF0000"/>
                </a:solidFill>
              </a:rPr>
              <a:t>mặt</a:t>
            </a:r>
            <a:r>
              <a:rPr lang="en-US" sz="2000" b="1" dirty="0">
                <a:solidFill>
                  <a:srgbClr val="FF0000"/>
                </a:solidFill>
              </a:rPr>
              <a:t> </a:t>
            </a:r>
            <a:r>
              <a:rPr lang="en-US" sz="2000" b="1" dirty="0" err="1">
                <a:solidFill>
                  <a:srgbClr val="FF0000"/>
                </a:solidFill>
              </a:rPr>
              <a:t>đường</a:t>
            </a:r>
            <a:endParaRPr lang="en-US" sz="2000" b="1" dirty="0">
              <a:solidFill>
                <a:srgbClr val="FF0000"/>
              </a:solidFill>
            </a:endParaRPr>
          </a:p>
        </p:txBody>
      </p:sp>
    </p:spTree>
    <p:extLst>
      <p:ext uri="{BB962C8B-B14F-4D97-AF65-F5344CB8AC3E}">
        <p14:creationId xmlns:p14="http://schemas.microsoft.com/office/powerpoint/2010/main" val="398179000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304800" y="381000"/>
            <a:ext cx="769620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200" b="1" dirty="0" err="1"/>
              <a:t>Quản</a:t>
            </a:r>
            <a:r>
              <a:rPr lang="en-US" sz="2200" b="1" dirty="0"/>
              <a:t> </a:t>
            </a:r>
            <a:r>
              <a:rPr lang="en-US" sz="2200" b="1" dirty="0" err="1"/>
              <a:t>lý</a:t>
            </a:r>
            <a:r>
              <a:rPr lang="en-US" sz="2200" b="1" dirty="0"/>
              <a:t> </a:t>
            </a:r>
            <a:r>
              <a:rPr lang="en-US" sz="2200" b="1" dirty="0" err="1"/>
              <a:t>bảo</a:t>
            </a:r>
            <a:r>
              <a:rPr lang="en-US" sz="2200" b="1" dirty="0"/>
              <a:t> </a:t>
            </a:r>
            <a:r>
              <a:rPr lang="en-US" sz="2200" b="1" dirty="0" err="1"/>
              <a:t>dưỡng</a:t>
            </a:r>
            <a:r>
              <a:rPr lang="en-US" sz="2200" b="1" dirty="0"/>
              <a:t> </a:t>
            </a:r>
            <a:r>
              <a:rPr lang="en-US" sz="2200" b="1" dirty="0" err="1"/>
              <a:t>mặt</a:t>
            </a:r>
            <a:r>
              <a:rPr lang="en-US" sz="2200" b="1" dirty="0"/>
              <a:t> </a:t>
            </a:r>
            <a:r>
              <a:rPr lang="en-US" sz="2200" b="1" dirty="0" err="1"/>
              <a:t>đường</a:t>
            </a:r>
            <a:r>
              <a:rPr lang="en-US" sz="2200" b="1" dirty="0"/>
              <a:t> – </a:t>
            </a:r>
            <a:r>
              <a:rPr lang="en-US" sz="2200" b="1" dirty="0" err="1"/>
              <a:t>các</a:t>
            </a:r>
            <a:r>
              <a:rPr lang="en-US" sz="2200" b="1" dirty="0"/>
              <a:t> </a:t>
            </a:r>
            <a:r>
              <a:rPr lang="en-US" sz="2200" b="1" dirty="0" err="1"/>
              <a:t>chỉ</a:t>
            </a:r>
            <a:r>
              <a:rPr lang="en-US" sz="2200" b="1" dirty="0"/>
              <a:t> </a:t>
            </a:r>
            <a:r>
              <a:rPr lang="en-US" sz="2200" b="1" dirty="0" err="1"/>
              <a:t>tiêu</a:t>
            </a:r>
            <a:r>
              <a:rPr lang="en-US" sz="2200" b="1" dirty="0"/>
              <a:t> </a:t>
            </a:r>
            <a:r>
              <a:rPr lang="en-US" sz="2200" b="1" dirty="0" err="1"/>
              <a:t>đánh</a:t>
            </a:r>
            <a:r>
              <a:rPr lang="en-US" sz="2200" b="1" dirty="0"/>
              <a:t> </a:t>
            </a:r>
            <a:r>
              <a:rPr lang="en-US" sz="2200" b="1" dirty="0" err="1"/>
              <a:t>giá</a:t>
            </a:r>
            <a:endParaRPr lang="en-US" sz="2200" b="1" dirty="0"/>
          </a:p>
        </p:txBody>
      </p:sp>
      <p:sp>
        <p:nvSpPr>
          <p:cNvPr id="4" name="Text Box 3"/>
          <p:cNvSpPr txBox="1">
            <a:spLocks noChangeArrowheads="1"/>
          </p:cNvSpPr>
          <p:nvPr/>
        </p:nvSpPr>
        <p:spPr bwMode="auto">
          <a:xfrm>
            <a:off x="609600" y="1524000"/>
            <a:ext cx="7696200"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defRPr>
                <a:solidFill>
                  <a:schemeClr val="tx1"/>
                </a:solidFill>
                <a:latin typeface="Arial" pitchFamily="34" charset="0"/>
              </a:defRPr>
            </a:lvl1pPr>
            <a:lvl2pPr marL="800100" indent="-342900">
              <a:defRPr>
                <a:solidFill>
                  <a:schemeClr val="tx1"/>
                </a:solidFill>
                <a:latin typeface="Arial" pitchFamily="34" charset="0"/>
              </a:defRPr>
            </a:lvl2pPr>
            <a:lvl3pPr marL="1257300" indent="-342900">
              <a:defRPr>
                <a:solidFill>
                  <a:schemeClr val="tx1"/>
                </a:solidFill>
                <a:latin typeface="Arial" pitchFamily="34" charset="0"/>
              </a:defRPr>
            </a:lvl3pPr>
            <a:lvl4pPr marL="1714500" indent="-342900">
              <a:defRPr>
                <a:solidFill>
                  <a:schemeClr val="tx1"/>
                </a:solidFill>
                <a:latin typeface="Arial" pitchFamily="34" charset="0"/>
              </a:defRPr>
            </a:lvl4pPr>
            <a:lvl5pPr marL="2171700" indent="-342900">
              <a:defRPr>
                <a:solidFill>
                  <a:schemeClr val="tx1"/>
                </a:solidFill>
                <a:latin typeface="Arial" pitchFamily="34" charset="0"/>
              </a:defRPr>
            </a:lvl5pPr>
            <a:lvl6pPr marL="2628900" indent="-342900" fontAlgn="base">
              <a:spcBef>
                <a:spcPct val="0"/>
              </a:spcBef>
              <a:spcAft>
                <a:spcPct val="0"/>
              </a:spcAft>
              <a:defRPr>
                <a:solidFill>
                  <a:schemeClr val="tx1"/>
                </a:solidFill>
                <a:latin typeface="Arial" pitchFamily="34" charset="0"/>
              </a:defRPr>
            </a:lvl6pPr>
            <a:lvl7pPr marL="3086100" indent="-342900" fontAlgn="base">
              <a:spcBef>
                <a:spcPct val="0"/>
              </a:spcBef>
              <a:spcAft>
                <a:spcPct val="0"/>
              </a:spcAft>
              <a:defRPr>
                <a:solidFill>
                  <a:schemeClr val="tx1"/>
                </a:solidFill>
                <a:latin typeface="Arial" pitchFamily="34" charset="0"/>
              </a:defRPr>
            </a:lvl7pPr>
            <a:lvl8pPr marL="3543300" indent="-342900" fontAlgn="base">
              <a:spcBef>
                <a:spcPct val="0"/>
              </a:spcBef>
              <a:spcAft>
                <a:spcPct val="0"/>
              </a:spcAft>
              <a:defRPr>
                <a:solidFill>
                  <a:schemeClr val="tx1"/>
                </a:solidFill>
                <a:latin typeface="Arial" pitchFamily="34" charset="0"/>
              </a:defRPr>
            </a:lvl8pPr>
            <a:lvl9pPr marL="4000500" indent="-342900" fontAlgn="base">
              <a:spcBef>
                <a:spcPct val="0"/>
              </a:spcBef>
              <a:spcAft>
                <a:spcPct val="0"/>
              </a:spcAft>
              <a:defRPr>
                <a:solidFill>
                  <a:schemeClr val="tx1"/>
                </a:solidFill>
                <a:latin typeface="Arial" pitchFamily="34" charset="0"/>
              </a:defRPr>
            </a:lvl9pPr>
          </a:lstStyle>
          <a:p>
            <a:pPr>
              <a:spcBef>
                <a:spcPct val="50000"/>
              </a:spcBef>
              <a:buFontTx/>
              <a:buAutoNum type="arabicPeriod"/>
            </a:pPr>
            <a:r>
              <a:rPr lang="en-US" sz="2000" b="1" dirty="0" err="1">
                <a:solidFill>
                  <a:schemeClr val="tx2"/>
                </a:solidFill>
              </a:rPr>
              <a:t>Các</a:t>
            </a:r>
            <a:r>
              <a:rPr lang="en-US" sz="2000" b="1" dirty="0">
                <a:solidFill>
                  <a:schemeClr val="tx2"/>
                </a:solidFill>
              </a:rPr>
              <a:t> </a:t>
            </a:r>
            <a:r>
              <a:rPr lang="en-US" sz="2000" b="1" dirty="0" err="1">
                <a:solidFill>
                  <a:schemeClr val="tx2"/>
                </a:solidFill>
              </a:rPr>
              <a:t>chỉ</a:t>
            </a:r>
            <a:r>
              <a:rPr lang="en-US" sz="2000" b="1" dirty="0">
                <a:solidFill>
                  <a:schemeClr val="tx2"/>
                </a:solidFill>
              </a:rPr>
              <a:t> </a:t>
            </a:r>
            <a:r>
              <a:rPr lang="en-US" sz="2000" b="1" dirty="0" err="1">
                <a:solidFill>
                  <a:schemeClr val="tx2"/>
                </a:solidFill>
              </a:rPr>
              <a:t>tiêu</a:t>
            </a:r>
            <a:r>
              <a:rPr lang="en-US" sz="2000" b="1" dirty="0">
                <a:solidFill>
                  <a:schemeClr val="tx2"/>
                </a:solidFill>
              </a:rPr>
              <a:t> </a:t>
            </a:r>
            <a:r>
              <a:rPr lang="en-US" sz="2000" b="1" dirty="0" err="1">
                <a:solidFill>
                  <a:schemeClr val="tx2"/>
                </a:solidFill>
              </a:rPr>
              <a:t>đặc</a:t>
            </a:r>
            <a:r>
              <a:rPr lang="en-US" sz="2000" b="1" dirty="0">
                <a:solidFill>
                  <a:schemeClr val="tx2"/>
                </a:solidFill>
              </a:rPr>
              <a:t> </a:t>
            </a:r>
            <a:r>
              <a:rPr lang="en-US" sz="2000" b="1" dirty="0" err="1">
                <a:solidFill>
                  <a:schemeClr val="tx2"/>
                </a:solidFill>
              </a:rPr>
              <a:t>trưng</a:t>
            </a:r>
            <a:r>
              <a:rPr lang="en-US" sz="2000" b="1" dirty="0">
                <a:solidFill>
                  <a:schemeClr val="tx2"/>
                </a:solidFill>
              </a:rPr>
              <a:t> </a:t>
            </a:r>
            <a:r>
              <a:rPr lang="en-US" sz="2000" b="1" dirty="0" err="1">
                <a:solidFill>
                  <a:schemeClr val="tx2"/>
                </a:solidFill>
              </a:rPr>
              <a:t>mặt</a:t>
            </a:r>
            <a:r>
              <a:rPr lang="en-US" sz="2000" b="1" dirty="0">
                <a:solidFill>
                  <a:schemeClr val="tx2"/>
                </a:solidFill>
              </a:rPr>
              <a:t> </a:t>
            </a:r>
            <a:r>
              <a:rPr lang="en-US" sz="2000" b="1" dirty="0" err="1">
                <a:solidFill>
                  <a:schemeClr val="tx2"/>
                </a:solidFill>
              </a:rPr>
              <a:t>đường</a:t>
            </a:r>
            <a:endParaRPr lang="en-US" sz="2000" b="1" dirty="0">
              <a:solidFill>
                <a:schemeClr val="tx2"/>
              </a:solidFill>
            </a:endParaRPr>
          </a:p>
          <a:p>
            <a:pPr marL="739775" indent="-392113">
              <a:spcBef>
                <a:spcPct val="50000"/>
              </a:spcBef>
              <a:buFont typeface="Arial" pitchFamily="34" charset="0"/>
              <a:buChar char="•"/>
            </a:pPr>
            <a:r>
              <a:rPr lang="en-US" sz="2000" dirty="0" err="1">
                <a:solidFill>
                  <a:schemeClr val="bg2">
                    <a:lumMod val="10000"/>
                  </a:schemeClr>
                </a:solidFill>
              </a:rPr>
              <a:t>Hư</a:t>
            </a:r>
            <a:r>
              <a:rPr lang="en-US" sz="2000" dirty="0">
                <a:solidFill>
                  <a:schemeClr val="bg2">
                    <a:lumMod val="10000"/>
                  </a:schemeClr>
                </a:solidFill>
              </a:rPr>
              <a:t> </a:t>
            </a:r>
            <a:r>
              <a:rPr lang="en-US" sz="2000" dirty="0" err="1">
                <a:solidFill>
                  <a:schemeClr val="bg2">
                    <a:lumMod val="10000"/>
                  </a:schemeClr>
                </a:solidFill>
              </a:rPr>
              <a:t>hỏng</a:t>
            </a:r>
            <a:r>
              <a:rPr lang="en-US" sz="2000" dirty="0">
                <a:solidFill>
                  <a:schemeClr val="bg2">
                    <a:lumMod val="10000"/>
                  </a:schemeClr>
                </a:solidFill>
              </a:rPr>
              <a:t> </a:t>
            </a:r>
            <a:r>
              <a:rPr lang="en-US" sz="2000" dirty="0" err="1">
                <a:solidFill>
                  <a:schemeClr val="bg2">
                    <a:lumMod val="10000"/>
                  </a:schemeClr>
                </a:solidFill>
              </a:rPr>
              <a:t>mặt</a:t>
            </a:r>
            <a:r>
              <a:rPr lang="en-US" sz="2000" dirty="0">
                <a:solidFill>
                  <a:schemeClr val="bg2">
                    <a:lumMod val="10000"/>
                  </a:schemeClr>
                </a:solidFill>
              </a:rPr>
              <a:t> </a:t>
            </a:r>
            <a:r>
              <a:rPr lang="en-US" sz="2000" dirty="0" err="1">
                <a:solidFill>
                  <a:schemeClr val="bg2">
                    <a:lumMod val="10000"/>
                  </a:schemeClr>
                </a:solidFill>
              </a:rPr>
              <a:t>đường</a:t>
            </a:r>
            <a:endParaRPr lang="en-US" sz="2000" dirty="0">
              <a:solidFill>
                <a:schemeClr val="bg2">
                  <a:lumMod val="10000"/>
                </a:schemeClr>
              </a:solidFill>
            </a:endParaRPr>
          </a:p>
          <a:p>
            <a:pPr marL="739775" indent="-392113">
              <a:spcBef>
                <a:spcPct val="50000"/>
              </a:spcBef>
              <a:buFont typeface="Arial" pitchFamily="34" charset="0"/>
              <a:buChar char="•"/>
            </a:pPr>
            <a:r>
              <a:rPr lang="en-US" sz="2000" dirty="0" err="1">
                <a:solidFill>
                  <a:schemeClr val="bg2">
                    <a:lumMod val="10000"/>
                  </a:schemeClr>
                </a:solidFill>
              </a:rPr>
              <a:t>Cường</a:t>
            </a:r>
            <a:r>
              <a:rPr lang="en-US" sz="2000" dirty="0">
                <a:solidFill>
                  <a:schemeClr val="bg2">
                    <a:lumMod val="10000"/>
                  </a:schemeClr>
                </a:solidFill>
              </a:rPr>
              <a:t> </a:t>
            </a:r>
            <a:r>
              <a:rPr lang="en-US" sz="2000" dirty="0" err="1">
                <a:solidFill>
                  <a:schemeClr val="bg2">
                    <a:lumMod val="10000"/>
                  </a:schemeClr>
                </a:solidFill>
              </a:rPr>
              <a:t>độ</a:t>
            </a:r>
            <a:r>
              <a:rPr lang="en-US" sz="2000" dirty="0">
                <a:solidFill>
                  <a:schemeClr val="bg2">
                    <a:lumMod val="10000"/>
                  </a:schemeClr>
                </a:solidFill>
              </a:rPr>
              <a:t> </a:t>
            </a:r>
            <a:r>
              <a:rPr lang="en-US" sz="2000" dirty="0" err="1">
                <a:solidFill>
                  <a:schemeClr val="bg2">
                    <a:lumMod val="10000"/>
                  </a:schemeClr>
                </a:solidFill>
              </a:rPr>
              <a:t>mặt</a:t>
            </a:r>
            <a:r>
              <a:rPr lang="en-US" sz="2000" dirty="0">
                <a:solidFill>
                  <a:schemeClr val="bg2">
                    <a:lumMod val="10000"/>
                  </a:schemeClr>
                </a:solidFill>
              </a:rPr>
              <a:t> </a:t>
            </a:r>
            <a:r>
              <a:rPr lang="en-US" sz="2000" dirty="0" err="1">
                <a:solidFill>
                  <a:schemeClr val="bg2">
                    <a:lumMod val="10000"/>
                  </a:schemeClr>
                </a:solidFill>
              </a:rPr>
              <a:t>đường</a:t>
            </a:r>
            <a:endParaRPr lang="en-US" sz="2000" dirty="0">
              <a:solidFill>
                <a:schemeClr val="bg2">
                  <a:lumMod val="10000"/>
                </a:schemeClr>
              </a:solidFill>
            </a:endParaRPr>
          </a:p>
          <a:p>
            <a:pPr marL="739775" indent="-392113">
              <a:spcBef>
                <a:spcPct val="50000"/>
              </a:spcBef>
              <a:buFont typeface="Arial" pitchFamily="34" charset="0"/>
              <a:buChar char="•"/>
            </a:pPr>
            <a:r>
              <a:rPr lang="en-US" sz="2000" dirty="0" err="1">
                <a:solidFill>
                  <a:schemeClr val="bg2">
                    <a:lumMod val="10000"/>
                  </a:schemeClr>
                </a:solidFill>
              </a:rPr>
              <a:t>Độ</a:t>
            </a:r>
            <a:r>
              <a:rPr lang="en-US" sz="2000" dirty="0">
                <a:solidFill>
                  <a:schemeClr val="bg2">
                    <a:lumMod val="10000"/>
                  </a:schemeClr>
                </a:solidFill>
              </a:rPr>
              <a:t> </a:t>
            </a:r>
            <a:r>
              <a:rPr lang="en-US" sz="2000" dirty="0" err="1">
                <a:solidFill>
                  <a:schemeClr val="bg2">
                    <a:lumMod val="10000"/>
                  </a:schemeClr>
                </a:solidFill>
              </a:rPr>
              <a:t>bằng</a:t>
            </a:r>
            <a:r>
              <a:rPr lang="en-US" sz="2000" dirty="0">
                <a:solidFill>
                  <a:schemeClr val="bg2">
                    <a:lumMod val="10000"/>
                  </a:schemeClr>
                </a:solidFill>
              </a:rPr>
              <a:t> </a:t>
            </a:r>
            <a:r>
              <a:rPr lang="en-US" sz="2000" dirty="0" err="1">
                <a:solidFill>
                  <a:schemeClr val="bg2">
                    <a:lumMod val="10000"/>
                  </a:schemeClr>
                </a:solidFill>
              </a:rPr>
              <a:t>phẳng</a:t>
            </a:r>
            <a:r>
              <a:rPr lang="en-US" sz="2000" dirty="0">
                <a:solidFill>
                  <a:schemeClr val="bg2">
                    <a:lumMod val="10000"/>
                  </a:schemeClr>
                </a:solidFill>
              </a:rPr>
              <a:t> </a:t>
            </a:r>
            <a:r>
              <a:rPr lang="en-US" sz="2000" dirty="0" err="1">
                <a:solidFill>
                  <a:schemeClr val="bg2">
                    <a:lumMod val="10000"/>
                  </a:schemeClr>
                </a:solidFill>
              </a:rPr>
              <a:t>của</a:t>
            </a:r>
            <a:r>
              <a:rPr lang="en-US" sz="2000" dirty="0">
                <a:solidFill>
                  <a:schemeClr val="bg2">
                    <a:lumMod val="10000"/>
                  </a:schemeClr>
                </a:solidFill>
              </a:rPr>
              <a:t> </a:t>
            </a:r>
            <a:r>
              <a:rPr lang="en-US" sz="2000" dirty="0" err="1">
                <a:solidFill>
                  <a:schemeClr val="bg2">
                    <a:lumMod val="10000"/>
                  </a:schemeClr>
                </a:solidFill>
              </a:rPr>
              <a:t>mặt</a:t>
            </a:r>
            <a:r>
              <a:rPr lang="en-US" sz="2000" dirty="0">
                <a:solidFill>
                  <a:schemeClr val="bg2">
                    <a:lumMod val="10000"/>
                  </a:schemeClr>
                </a:solidFill>
              </a:rPr>
              <a:t> </a:t>
            </a:r>
            <a:r>
              <a:rPr lang="en-US" sz="2000" dirty="0" err="1">
                <a:solidFill>
                  <a:schemeClr val="bg2">
                    <a:lumMod val="10000"/>
                  </a:schemeClr>
                </a:solidFill>
              </a:rPr>
              <a:t>đường</a:t>
            </a:r>
            <a:endParaRPr lang="en-US" sz="2000" dirty="0">
              <a:solidFill>
                <a:schemeClr val="bg2">
                  <a:lumMod val="10000"/>
                </a:schemeClr>
              </a:solidFill>
            </a:endParaRPr>
          </a:p>
          <a:p>
            <a:pPr marL="739775" indent="-392113">
              <a:spcBef>
                <a:spcPct val="50000"/>
              </a:spcBef>
              <a:buFont typeface="Arial" pitchFamily="34" charset="0"/>
              <a:buChar char="•"/>
            </a:pPr>
            <a:r>
              <a:rPr lang="en-US" sz="2000" dirty="0" err="1">
                <a:solidFill>
                  <a:schemeClr val="bg2">
                    <a:lumMod val="10000"/>
                  </a:schemeClr>
                </a:solidFill>
              </a:rPr>
              <a:t>Cấu</a:t>
            </a:r>
            <a:r>
              <a:rPr lang="en-US" sz="2000" dirty="0">
                <a:solidFill>
                  <a:schemeClr val="bg2">
                    <a:lumMod val="10000"/>
                  </a:schemeClr>
                </a:solidFill>
              </a:rPr>
              <a:t> </a:t>
            </a:r>
            <a:r>
              <a:rPr lang="en-US" sz="2000" dirty="0" err="1">
                <a:solidFill>
                  <a:schemeClr val="bg2">
                    <a:lumMod val="10000"/>
                  </a:schemeClr>
                </a:solidFill>
              </a:rPr>
              <a:t>trúc</a:t>
            </a:r>
            <a:r>
              <a:rPr lang="en-US" sz="2000" dirty="0">
                <a:solidFill>
                  <a:schemeClr val="bg2">
                    <a:lumMod val="10000"/>
                  </a:schemeClr>
                </a:solidFill>
              </a:rPr>
              <a:t> </a:t>
            </a:r>
            <a:r>
              <a:rPr lang="en-US" sz="2000" dirty="0" err="1">
                <a:solidFill>
                  <a:schemeClr val="bg2">
                    <a:lumMod val="10000"/>
                  </a:schemeClr>
                </a:solidFill>
              </a:rPr>
              <a:t>nhám</a:t>
            </a:r>
            <a:r>
              <a:rPr lang="en-US" sz="2000" dirty="0">
                <a:solidFill>
                  <a:schemeClr val="bg2">
                    <a:lumMod val="10000"/>
                  </a:schemeClr>
                </a:solidFill>
              </a:rPr>
              <a:t> </a:t>
            </a:r>
            <a:r>
              <a:rPr lang="en-US" sz="2000" dirty="0" err="1">
                <a:solidFill>
                  <a:schemeClr val="bg2">
                    <a:lumMod val="10000"/>
                  </a:schemeClr>
                </a:solidFill>
              </a:rPr>
              <a:t>bề</a:t>
            </a:r>
            <a:r>
              <a:rPr lang="en-US" sz="2000" dirty="0">
                <a:solidFill>
                  <a:schemeClr val="bg2">
                    <a:lumMod val="10000"/>
                  </a:schemeClr>
                </a:solidFill>
              </a:rPr>
              <a:t> </a:t>
            </a:r>
            <a:r>
              <a:rPr lang="en-US" sz="2000" dirty="0" err="1">
                <a:solidFill>
                  <a:schemeClr val="bg2">
                    <a:lumMod val="10000"/>
                  </a:schemeClr>
                </a:solidFill>
              </a:rPr>
              <a:t>mặt</a:t>
            </a:r>
            <a:r>
              <a:rPr lang="en-US" sz="2000" dirty="0">
                <a:solidFill>
                  <a:schemeClr val="bg2">
                    <a:lumMod val="10000"/>
                  </a:schemeClr>
                </a:solidFill>
              </a:rPr>
              <a:t> </a:t>
            </a:r>
            <a:r>
              <a:rPr lang="en-US" sz="2000" dirty="0" err="1">
                <a:solidFill>
                  <a:schemeClr val="bg2">
                    <a:lumMod val="10000"/>
                  </a:schemeClr>
                </a:solidFill>
              </a:rPr>
              <a:t>và</a:t>
            </a:r>
            <a:r>
              <a:rPr lang="en-US" sz="2000" dirty="0">
                <a:solidFill>
                  <a:schemeClr val="bg2">
                    <a:lumMod val="10000"/>
                  </a:schemeClr>
                </a:solidFill>
              </a:rPr>
              <a:t> </a:t>
            </a:r>
            <a:r>
              <a:rPr lang="en-US" sz="2000" dirty="0" err="1">
                <a:solidFill>
                  <a:schemeClr val="bg2">
                    <a:lumMod val="10000"/>
                  </a:schemeClr>
                </a:solidFill>
              </a:rPr>
              <a:t>cường</a:t>
            </a:r>
            <a:r>
              <a:rPr lang="en-US" sz="2000" dirty="0">
                <a:solidFill>
                  <a:schemeClr val="bg2">
                    <a:lumMod val="10000"/>
                  </a:schemeClr>
                </a:solidFill>
              </a:rPr>
              <a:t> </a:t>
            </a:r>
            <a:r>
              <a:rPr lang="en-US" sz="2000" dirty="0" err="1">
                <a:solidFill>
                  <a:schemeClr val="bg2">
                    <a:lumMod val="10000"/>
                  </a:schemeClr>
                </a:solidFill>
              </a:rPr>
              <a:t>độ</a:t>
            </a:r>
            <a:r>
              <a:rPr lang="en-US" sz="2000" dirty="0">
                <a:solidFill>
                  <a:schemeClr val="bg2">
                    <a:lumMod val="10000"/>
                  </a:schemeClr>
                </a:solidFill>
              </a:rPr>
              <a:t> </a:t>
            </a:r>
            <a:r>
              <a:rPr lang="en-US" sz="2000" dirty="0" err="1">
                <a:solidFill>
                  <a:schemeClr val="bg2">
                    <a:lumMod val="10000"/>
                  </a:schemeClr>
                </a:solidFill>
              </a:rPr>
              <a:t>chống</a:t>
            </a:r>
            <a:r>
              <a:rPr lang="en-US" sz="2000" dirty="0">
                <a:solidFill>
                  <a:schemeClr val="bg2">
                    <a:lumMod val="10000"/>
                  </a:schemeClr>
                </a:solidFill>
              </a:rPr>
              <a:t> </a:t>
            </a:r>
            <a:r>
              <a:rPr lang="en-US" sz="2000" dirty="0" err="1">
                <a:solidFill>
                  <a:schemeClr val="bg2">
                    <a:lumMod val="10000"/>
                  </a:schemeClr>
                </a:solidFill>
              </a:rPr>
              <a:t>trơn</a:t>
            </a:r>
            <a:r>
              <a:rPr lang="en-US" sz="2000" dirty="0">
                <a:solidFill>
                  <a:schemeClr val="bg2">
                    <a:lumMod val="10000"/>
                  </a:schemeClr>
                </a:solidFill>
              </a:rPr>
              <a:t> </a:t>
            </a:r>
            <a:r>
              <a:rPr lang="en-US" sz="2000" dirty="0" err="1">
                <a:solidFill>
                  <a:schemeClr val="bg2">
                    <a:lumMod val="10000"/>
                  </a:schemeClr>
                </a:solidFill>
              </a:rPr>
              <a:t>trượt</a:t>
            </a:r>
            <a:r>
              <a:rPr lang="en-US" sz="2000" dirty="0">
                <a:solidFill>
                  <a:schemeClr val="bg2">
                    <a:lumMod val="10000"/>
                  </a:schemeClr>
                </a:solidFill>
              </a:rPr>
              <a:t> </a:t>
            </a:r>
            <a:r>
              <a:rPr lang="en-US" sz="2000" dirty="0" err="1">
                <a:solidFill>
                  <a:schemeClr val="bg2">
                    <a:lumMod val="10000"/>
                  </a:schemeClr>
                </a:solidFill>
              </a:rPr>
              <a:t>của</a:t>
            </a:r>
            <a:r>
              <a:rPr lang="en-US" sz="2000" dirty="0">
                <a:solidFill>
                  <a:schemeClr val="bg2">
                    <a:lumMod val="10000"/>
                  </a:schemeClr>
                </a:solidFill>
              </a:rPr>
              <a:t> </a:t>
            </a:r>
            <a:r>
              <a:rPr lang="en-US" sz="2000" dirty="0" err="1">
                <a:solidFill>
                  <a:schemeClr val="bg2">
                    <a:lumMod val="10000"/>
                  </a:schemeClr>
                </a:solidFill>
              </a:rPr>
              <a:t>mặt</a:t>
            </a:r>
            <a:r>
              <a:rPr lang="en-US" sz="2000" dirty="0">
                <a:solidFill>
                  <a:schemeClr val="bg2">
                    <a:lumMod val="10000"/>
                  </a:schemeClr>
                </a:solidFill>
              </a:rPr>
              <a:t> </a:t>
            </a:r>
            <a:r>
              <a:rPr lang="en-US" sz="2000" dirty="0" err="1">
                <a:solidFill>
                  <a:schemeClr val="bg2">
                    <a:lumMod val="10000"/>
                  </a:schemeClr>
                </a:solidFill>
              </a:rPr>
              <a:t>đường</a:t>
            </a:r>
            <a:endParaRPr lang="en-US" sz="2000" dirty="0">
              <a:solidFill>
                <a:schemeClr val="bg2">
                  <a:lumMod val="10000"/>
                </a:schemeClr>
              </a:solidFill>
            </a:endParaRPr>
          </a:p>
          <a:p>
            <a:pPr marL="0" indent="0">
              <a:spcBef>
                <a:spcPct val="50000"/>
              </a:spcBef>
            </a:pPr>
            <a:r>
              <a:rPr lang="en-US" sz="2000" b="1" dirty="0">
                <a:solidFill>
                  <a:srgbClr val="FF0000"/>
                </a:solidFill>
              </a:rPr>
              <a:t>2. </a:t>
            </a:r>
            <a:r>
              <a:rPr lang="en-US" sz="2000" b="1" dirty="0" err="1">
                <a:solidFill>
                  <a:schemeClr val="tx2"/>
                </a:solidFill>
              </a:rPr>
              <a:t>Sự</a:t>
            </a:r>
            <a:r>
              <a:rPr lang="en-US" sz="2000" b="1" dirty="0">
                <a:solidFill>
                  <a:schemeClr val="tx2"/>
                </a:solidFill>
              </a:rPr>
              <a:t> </a:t>
            </a:r>
            <a:r>
              <a:rPr lang="en-US" sz="2000" b="1" dirty="0" err="1">
                <a:solidFill>
                  <a:schemeClr val="tx2"/>
                </a:solidFill>
              </a:rPr>
              <a:t>xuống</a:t>
            </a:r>
            <a:r>
              <a:rPr lang="en-US" sz="2000" b="1" dirty="0">
                <a:solidFill>
                  <a:schemeClr val="tx2"/>
                </a:solidFill>
              </a:rPr>
              <a:t> </a:t>
            </a:r>
            <a:r>
              <a:rPr lang="en-US" sz="2000" b="1" dirty="0" err="1">
                <a:solidFill>
                  <a:schemeClr val="tx2"/>
                </a:solidFill>
              </a:rPr>
              <a:t>cấp</a:t>
            </a:r>
            <a:r>
              <a:rPr lang="en-US" sz="2000" b="1" dirty="0">
                <a:solidFill>
                  <a:schemeClr val="tx2"/>
                </a:solidFill>
              </a:rPr>
              <a:t> </a:t>
            </a:r>
            <a:r>
              <a:rPr lang="en-US" sz="2000" b="1" dirty="0" err="1">
                <a:solidFill>
                  <a:schemeClr val="tx2"/>
                </a:solidFill>
              </a:rPr>
              <a:t>của</a:t>
            </a:r>
            <a:r>
              <a:rPr lang="en-US" sz="2000" b="1" dirty="0">
                <a:solidFill>
                  <a:schemeClr val="tx2"/>
                </a:solidFill>
              </a:rPr>
              <a:t> </a:t>
            </a:r>
            <a:r>
              <a:rPr lang="en-US" sz="2000" b="1" dirty="0" err="1">
                <a:solidFill>
                  <a:schemeClr val="tx2"/>
                </a:solidFill>
              </a:rPr>
              <a:t>mặt</a:t>
            </a:r>
            <a:r>
              <a:rPr lang="en-US" sz="2000" b="1" dirty="0">
                <a:solidFill>
                  <a:schemeClr val="tx2"/>
                </a:solidFill>
              </a:rPr>
              <a:t> </a:t>
            </a:r>
            <a:r>
              <a:rPr lang="en-US" sz="2000" b="1" dirty="0" err="1">
                <a:solidFill>
                  <a:schemeClr val="tx2"/>
                </a:solidFill>
              </a:rPr>
              <a:t>đường</a:t>
            </a:r>
            <a:endParaRPr lang="en-US" sz="2000" b="1" dirty="0">
              <a:solidFill>
                <a:schemeClr val="tx2"/>
              </a:solidFill>
            </a:endParaRPr>
          </a:p>
          <a:p>
            <a:pPr marL="0" indent="0">
              <a:spcBef>
                <a:spcPct val="50000"/>
              </a:spcBef>
            </a:pPr>
            <a:r>
              <a:rPr lang="en-US" sz="2000" b="1" dirty="0">
                <a:solidFill>
                  <a:srgbClr val="FF0000"/>
                </a:solidFill>
              </a:rPr>
              <a:t>3. </a:t>
            </a:r>
            <a:r>
              <a:rPr lang="en-US" sz="2000" b="1" dirty="0" err="1">
                <a:solidFill>
                  <a:srgbClr val="FF0000"/>
                </a:solidFill>
              </a:rPr>
              <a:t>Quản</a:t>
            </a:r>
            <a:r>
              <a:rPr lang="en-US" sz="2000" b="1" dirty="0">
                <a:solidFill>
                  <a:srgbClr val="FF0000"/>
                </a:solidFill>
              </a:rPr>
              <a:t> </a:t>
            </a:r>
            <a:r>
              <a:rPr lang="en-US" sz="2000" b="1" dirty="0" err="1">
                <a:solidFill>
                  <a:srgbClr val="FF0000"/>
                </a:solidFill>
              </a:rPr>
              <a:t>lý</a:t>
            </a:r>
            <a:r>
              <a:rPr lang="en-US" sz="2000" b="1" dirty="0">
                <a:solidFill>
                  <a:srgbClr val="FF0000"/>
                </a:solidFill>
              </a:rPr>
              <a:t> </a:t>
            </a:r>
            <a:r>
              <a:rPr lang="en-US" sz="2000" b="1" dirty="0" err="1">
                <a:solidFill>
                  <a:srgbClr val="FF0000"/>
                </a:solidFill>
              </a:rPr>
              <a:t>tài</a:t>
            </a:r>
            <a:r>
              <a:rPr lang="en-US" sz="2000" b="1" dirty="0">
                <a:solidFill>
                  <a:srgbClr val="FF0000"/>
                </a:solidFill>
              </a:rPr>
              <a:t> </a:t>
            </a:r>
            <a:r>
              <a:rPr lang="en-US" sz="2000" b="1" dirty="0" err="1">
                <a:solidFill>
                  <a:srgbClr val="FF0000"/>
                </a:solidFill>
              </a:rPr>
              <a:t>sản</a:t>
            </a:r>
            <a:r>
              <a:rPr lang="en-US" sz="2000" b="1" dirty="0">
                <a:solidFill>
                  <a:srgbClr val="FF0000"/>
                </a:solidFill>
              </a:rPr>
              <a:t> </a:t>
            </a:r>
            <a:r>
              <a:rPr lang="en-US" sz="2000" b="1" dirty="0" err="1">
                <a:solidFill>
                  <a:srgbClr val="FF0000"/>
                </a:solidFill>
              </a:rPr>
              <a:t>cơ</a:t>
            </a:r>
            <a:r>
              <a:rPr lang="en-US" sz="2000" b="1" dirty="0">
                <a:solidFill>
                  <a:srgbClr val="FF0000"/>
                </a:solidFill>
              </a:rPr>
              <a:t> </a:t>
            </a:r>
            <a:r>
              <a:rPr lang="en-US" sz="2000" b="1" dirty="0" err="1">
                <a:solidFill>
                  <a:srgbClr val="FF0000"/>
                </a:solidFill>
              </a:rPr>
              <a:t>sở</a:t>
            </a:r>
            <a:r>
              <a:rPr lang="en-US" sz="2000" b="1" dirty="0">
                <a:solidFill>
                  <a:srgbClr val="FF0000"/>
                </a:solidFill>
              </a:rPr>
              <a:t> </a:t>
            </a:r>
            <a:r>
              <a:rPr lang="en-US" sz="2000" b="1" dirty="0" err="1">
                <a:solidFill>
                  <a:srgbClr val="FF0000"/>
                </a:solidFill>
              </a:rPr>
              <a:t>hạ</a:t>
            </a:r>
            <a:r>
              <a:rPr lang="en-US" sz="2000" b="1" dirty="0">
                <a:solidFill>
                  <a:srgbClr val="FF0000"/>
                </a:solidFill>
              </a:rPr>
              <a:t> </a:t>
            </a:r>
            <a:r>
              <a:rPr lang="en-US" sz="2000" b="1" dirty="0" err="1">
                <a:solidFill>
                  <a:srgbClr val="FF0000"/>
                </a:solidFill>
              </a:rPr>
              <a:t>tầng</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a:t>
            </a:r>
            <a:r>
              <a:rPr lang="en-US" sz="2000" b="1" dirty="0" err="1">
                <a:solidFill>
                  <a:srgbClr val="FF0000"/>
                </a:solidFill>
              </a:rPr>
              <a:t>bộ</a:t>
            </a:r>
            <a:endParaRPr lang="en-US" sz="2000" b="1" dirty="0">
              <a:solidFill>
                <a:srgbClr val="FF0000"/>
              </a:solidFill>
            </a:endParaRPr>
          </a:p>
        </p:txBody>
      </p:sp>
    </p:spTree>
    <p:extLst>
      <p:ext uri="{BB962C8B-B14F-4D97-AF65-F5344CB8AC3E}">
        <p14:creationId xmlns:p14="http://schemas.microsoft.com/office/powerpoint/2010/main" val="4189236091"/>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1130300"/>
            <a:ext cx="8610600" cy="5293757"/>
          </a:xfrm>
          <a:prstGeom prst="rect">
            <a:avLst/>
          </a:prstGeom>
        </p:spPr>
        <p:txBody>
          <a:bodyPr wrap="square">
            <a:spAutoFit/>
          </a:bodyPr>
          <a:lstStyle/>
          <a:p>
            <a:pPr>
              <a:lnSpc>
                <a:spcPct val="120000"/>
              </a:lnSpc>
              <a:spcBef>
                <a:spcPts val="600"/>
              </a:spcBef>
            </a:pPr>
            <a:r>
              <a:rPr lang="en-US" sz="1500" b="1" i="1" dirty="0" err="1">
                <a:solidFill>
                  <a:schemeClr val="accent4">
                    <a:lumMod val="75000"/>
                  </a:schemeClr>
                </a:solidFill>
              </a:rPr>
              <a:t>Tài</a:t>
            </a:r>
            <a:r>
              <a:rPr lang="en-US" sz="1500" b="1" i="1" dirty="0">
                <a:solidFill>
                  <a:schemeClr val="accent4">
                    <a:lumMod val="75000"/>
                  </a:schemeClr>
                </a:solidFill>
              </a:rPr>
              <a:t> </a:t>
            </a:r>
            <a:r>
              <a:rPr lang="en-US" sz="1500" b="1" i="1" dirty="0" err="1">
                <a:solidFill>
                  <a:schemeClr val="accent4">
                    <a:lumMod val="75000"/>
                  </a:schemeClr>
                </a:solidFill>
              </a:rPr>
              <a:t>sản</a:t>
            </a:r>
            <a:r>
              <a:rPr lang="en-US" sz="1500" b="1" i="1" dirty="0">
                <a:solidFill>
                  <a:schemeClr val="accent4">
                    <a:lumMod val="75000"/>
                  </a:schemeClr>
                </a:solidFill>
              </a:rPr>
              <a:t> </a:t>
            </a:r>
            <a:r>
              <a:rPr lang="en-US" sz="1500" b="1" i="1" dirty="0" err="1">
                <a:solidFill>
                  <a:schemeClr val="accent4">
                    <a:lumMod val="75000"/>
                  </a:schemeClr>
                </a:solidFill>
              </a:rPr>
              <a:t>hạ</a:t>
            </a:r>
            <a:r>
              <a:rPr lang="en-US" sz="1500" b="1" i="1" dirty="0">
                <a:solidFill>
                  <a:schemeClr val="accent4">
                    <a:lumMod val="75000"/>
                  </a:schemeClr>
                </a:solidFill>
              </a:rPr>
              <a:t> </a:t>
            </a:r>
            <a:r>
              <a:rPr lang="en-US" sz="1500" b="1" i="1" dirty="0" err="1">
                <a:solidFill>
                  <a:schemeClr val="accent4">
                    <a:lumMod val="75000"/>
                  </a:schemeClr>
                </a:solidFill>
              </a:rPr>
              <a:t>tầng</a:t>
            </a:r>
            <a:endParaRPr lang="en-US" sz="1500" b="1" i="1" dirty="0">
              <a:solidFill>
                <a:schemeClr val="accent4">
                  <a:lumMod val="75000"/>
                </a:schemeClr>
              </a:solidFill>
            </a:endParaRPr>
          </a:p>
          <a:p>
            <a:pPr>
              <a:lnSpc>
                <a:spcPct val="120000"/>
              </a:lnSpc>
              <a:spcBef>
                <a:spcPts val="600"/>
              </a:spcBef>
            </a:pPr>
            <a:r>
              <a:rPr lang="en-US" sz="1500" dirty="0" err="1">
                <a:solidFill>
                  <a:srgbClr val="030405"/>
                </a:solidFill>
              </a:rPr>
              <a:t>Các</a:t>
            </a:r>
            <a:r>
              <a:rPr lang="en-US" sz="1500" dirty="0">
                <a:solidFill>
                  <a:srgbClr val="030405"/>
                </a:solidFill>
              </a:rPr>
              <a:t> </a:t>
            </a:r>
            <a:r>
              <a:rPr lang="en-US" sz="1500" dirty="0" err="1">
                <a:solidFill>
                  <a:srgbClr val="030405"/>
                </a:solidFill>
              </a:rPr>
              <a:t>công</a:t>
            </a:r>
            <a:r>
              <a:rPr lang="en-US" sz="1500" dirty="0">
                <a:solidFill>
                  <a:srgbClr val="030405"/>
                </a:solidFill>
              </a:rPr>
              <a:t> </a:t>
            </a:r>
            <a:r>
              <a:rPr lang="en-US" sz="1500" dirty="0" err="1">
                <a:solidFill>
                  <a:srgbClr val="030405"/>
                </a:solidFill>
              </a:rPr>
              <a:t>trình</a:t>
            </a:r>
            <a:r>
              <a:rPr lang="en-US" sz="1500" dirty="0">
                <a:solidFill>
                  <a:srgbClr val="030405"/>
                </a:solidFill>
              </a:rPr>
              <a:t> </a:t>
            </a:r>
            <a:r>
              <a:rPr lang="en-US" sz="1500" dirty="0" err="1">
                <a:solidFill>
                  <a:srgbClr val="030405"/>
                </a:solidFill>
              </a:rPr>
              <a:t>công</a:t>
            </a:r>
            <a:r>
              <a:rPr lang="en-US" sz="1500" dirty="0">
                <a:solidFill>
                  <a:srgbClr val="030405"/>
                </a:solidFill>
              </a:rPr>
              <a:t> </a:t>
            </a:r>
            <a:r>
              <a:rPr lang="en-US" sz="1500" dirty="0" err="1">
                <a:solidFill>
                  <a:srgbClr val="030405"/>
                </a:solidFill>
              </a:rPr>
              <a:t>cộng</a:t>
            </a:r>
            <a:r>
              <a:rPr lang="en-US" sz="1500" dirty="0">
                <a:solidFill>
                  <a:srgbClr val="030405"/>
                </a:solidFill>
              </a:rPr>
              <a:t> </a:t>
            </a:r>
            <a:r>
              <a:rPr lang="en-US" sz="1500" dirty="0" err="1">
                <a:solidFill>
                  <a:srgbClr val="030405"/>
                </a:solidFill>
              </a:rPr>
              <a:t>để</a:t>
            </a:r>
            <a:r>
              <a:rPr lang="en-US" sz="1500" dirty="0">
                <a:solidFill>
                  <a:srgbClr val="030405"/>
                </a:solidFill>
              </a:rPr>
              <a:t> </a:t>
            </a:r>
            <a:r>
              <a:rPr lang="en-US" sz="1500" dirty="0" err="1">
                <a:solidFill>
                  <a:srgbClr val="030405"/>
                </a:solidFill>
              </a:rPr>
              <a:t>phục</a:t>
            </a:r>
            <a:r>
              <a:rPr lang="en-US" sz="1500" dirty="0">
                <a:solidFill>
                  <a:srgbClr val="030405"/>
                </a:solidFill>
              </a:rPr>
              <a:t> </a:t>
            </a:r>
            <a:r>
              <a:rPr lang="en-US" sz="1500" dirty="0" err="1">
                <a:solidFill>
                  <a:srgbClr val="030405"/>
                </a:solidFill>
              </a:rPr>
              <a:t>vụ</a:t>
            </a:r>
            <a:r>
              <a:rPr lang="en-US" sz="1500" dirty="0">
                <a:solidFill>
                  <a:srgbClr val="030405"/>
                </a:solidFill>
              </a:rPr>
              <a:t> </a:t>
            </a:r>
            <a:r>
              <a:rPr lang="en-US" sz="1500" dirty="0" err="1">
                <a:solidFill>
                  <a:srgbClr val="030405"/>
                </a:solidFill>
              </a:rPr>
              <a:t>kinh</a:t>
            </a:r>
            <a:r>
              <a:rPr lang="en-US" sz="1500" dirty="0">
                <a:solidFill>
                  <a:srgbClr val="030405"/>
                </a:solidFill>
              </a:rPr>
              <a:t> </a:t>
            </a:r>
            <a:r>
              <a:rPr lang="en-US" sz="1500" dirty="0" err="1">
                <a:solidFill>
                  <a:srgbClr val="030405"/>
                </a:solidFill>
              </a:rPr>
              <a:t>tế</a:t>
            </a:r>
            <a:r>
              <a:rPr lang="en-US" sz="1500" dirty="0">
                <a:solidFill>
                  <a:srgbClr val="030405"/>
                </a:solidFill>
              </a:rPr>
              <a:t> </a:t>
            </a:r>
            <a:r>
              <a:rPr lang="en-US" sz="1500" dirty="0" err="1">
                <a:solidFill>
                  <a:srgbClr val="030405"/>
                </a:solidFill>
              </a:rPr>
              <a:t>xã</a:t>
            </a:r>
            <a:r>
              <a:rPr lang="en-US" sz="1500" dirty="0">
                <a:solidFill>
                  <a:srgbClr val="030405"/>
                </a:solidFill>
              </a:rPr>
              <a:t> </a:t>
            </a:r>
            <a:r>
              <a:rPr lang="en-US" sz="1500" dirty="0" err="1">
                <a:solidFill>
                  <a:srgbClr val="030405"/>
                </a:solidFill>
              </a:rPr>
              <a:t>hội</a:t>
            </a:r>
            <a:r>
              <a:rPr lang="en-US" sz="1500" dirty="0">
                <a:solidFill>
                  <a:srgbClr val="030405"/>
                </a:solidFill>
              </a:rPr>
              <a:t> </a:t>
            </a:r>
            <a:r>
              <a:rPr lang="en-US" sz="1500" dirty="0" err="1">
                <a:solidFill>
                  <a:srgbClr val="030405"/>
                </a:solidFill>
              </a:rPr>
              <a:t>như</a:t>
            </a:r>
            <a:r>
              <a:rPr lang="en-US" sz="1500" dirty="0">
                <a:solidFill>
                  <a:srgbClr val="030405"/>
                </a:solidFill>
              </a:rPr>
              <a:t> </a:t>
            </a:r>
            <a:r>
              <a:rPr lang="en-US" sz="1500" dirty="0" err="1">
                <a:solidFill>
                  <a:srgbClr val="030405"/>
                </a:solidFill>
              </a:rPr>
              <a:t>hệ</a:t>
            </a:r>
            <a:r>
              <a:rPr lang="en-US" sz="1500" dirty="0">
                <a:solidFill>
                  <a:srgbClr val="030405"/>
                </a:solidFill>
              </a:rPr>
              <a:t> </a:t>
            </a:r>
            <a:r>
              <a:rPr lang="en-US" sz="1500" dirty="0" err="1">
                <a:solidFill>
                  <a:srgbClr val="030405"/>
                </a:solidFill>
              </a:rPr>
              <a:t>thống</a:t>
            </a:r>
            <a:r>
              <a:rPr lang="en-US" sz="1500" dirty="0">
                <a:solidFill>
                  <a:srgbClr val="030405"/>
                </a:solidFill>
              </a:rPr>
              <a:t> </a:t>
            </a:r>
            <a:r>
              <a:rPr lang="en-US" sz="1500" dirty="0" err="1">
                <a:solidFill>
                  <a:srgbClr val="030405"/>
                </a:solidFill>
              </a:rPr>
              <a:t>đường</a:t>
            </a:r>
            <a:r>
              <a:rPr lang="en-US" sz="1500" dirty="0">
                <a:solidFill>
                  <a:srgbClr val="030405"/>
                </a:solidFill>
              </a:rPr>
              <a:t>, </a:t>
            </a:r>
            <a:r>
              <a:rPr lang="en-US" sz="1500" dirty="0" err="1">
                <a:solidFill>
                  <a:srgbClr val="030405"/>
                </a:solidFill>
              </a:rPr>
              <a:t>hệ</a:t>
            </a:r>
            <a:r>
              <a:rPr lang="en-US" sz="1500" dirty="0">
                <a:solidFill>
                  <a:srgbClr val="030405"/>
                </a:solidFill>
              </a:rPr>
              <a:t> </a:t>
            </a:r>
            <a:r>
              <a:rPr lang="en-US" sz="1500" dirty="0" err="1">
                <a:solidFill>
                  <a:srgbClr val="030405"/>
                </a:solidFill>
              </a:rPr>
              <a:t>thống</a:t>
            </a:r>
            <a:r>
              <a:rPr lang="en-US" sz="1500" dirty="0">
                <a:solidFill>
                  <a:srgbClr val="030405"/>
                </a:solidFill>
              </a:rPr>
              <a:t> </a:t>
            </a:r>
            <a:r>
              <a:rPr lang="en-US" sz="1500" dirty="0" err="1">
                <a:solidFill>
                  <a:srgbClr val="030405"/>
                </a:solidFill>
              </a:rPr>
              <a:t>cấp</a:t>
            </a:r>
            <a:r>
              <a:rPr lang="en-US" sz="1500" dirty="0">
                <a:solidFill>
                  <a:srgbClr val="030405"/>
                </a:solidFill>
              </a:rPr>
              <a:t> – </a:t>
            </a:r>
            <a:r>
              <a:rPr lang="en-US" sz="1500" dirty="0" err="1">
                <a:solidFill>
                  <a:srgbClr val="030405"/>
                </a:solidFill>
              </a:rPr>
              <a:t>thoát</a:t>
            </a:r>
            <a:r>
              <a:rPr lang="en-US" sz="1500" dirty="0">
                <a:solidFill>
                  <a:srgbClr val="030405"/>
                </a:solidFill>
              </a:rPr>
              <a:t> </a:t>
            </a:r>
            <a:r>
              <a:rPr lang="en-US" sz="1500" dirty="0" err="1">
                <a:solidFill>
                  <a:srgbClr val="030405"/>
                </a:solidFill>
              </a:rPr>
              <a:t>nước</a:t>
            </a:r>
            <a:r>
              <a:rPr lang="en-US" sz="1500" dirty="0">
                <a:solidFill>
                  <a:srgbClr val="030405"/>
                </a:solidFill>
              </a:rPr>
              <a:t>, </a:t>
            </a:r>
            <a:r>
              <a:rPr lang="en-US" sz="1500" dirty="0" err="1">
                <a:solidFill>
                  <a:srgbClr val="030405"/>
                </a:solidFill>
              </a:rPr>
              <a:t>cấp</a:t>
            </a:r>
            <a:r>
              <a:rPr lang="en-US" sz="1500" dirty="0">
                <a:solidFill>
                  <a:srgbClr val="030405"/>
                </a:solidFill>
              </a:rPr>
              <a:t> </a:t>
            </a:r>
            <a:r>
              <a:rPr lang="en-US" sz="1500" dirty="0" err="1">
                <a:solidFill>
                  <a:srgbClr val="030405"/>
                </a:solidFill>
              </a:rPr>
              <a:t>điện</a:t>
            </a:r>
            <a:r>
              <a:rPr lang="en-US" sz="1500" dirty="0">
                <a:solidFill>
                  <a:srgbClr val="030405"/>
                </a:solidFill>
              </a:rPr>
              <a:t>, </a:t>
            </a:r>
            <a:r>
              <a:rPr lang="en-US" sz="1500" dirty="0" err="1">
                <a:solidFill>
                  <a:srgbClr val="030405"/>
                </a:solidFill>
              </a:rPr>
              <a:t>ga</a:t>
            </a:r>
            <a:r>
              <a:rPr lang="en-US" sz="1500" dirty="0">
                <a:solidFill>
                  <a:srgbClr val="030405"/>
                </a:solidFill>
              </a:rPr>
              <a:t>, </a:t>
            </a:r>
            <a:r>
              <a:rPr lang="en-US" sz="1500" dirty="0" err="1">
                <a:solidFill>
                  <a:srgbClr val="030405"/>
                </a:solidFill>
              </a:rPr>
              <a:t>các</a:t>
            </a:r>
            <a:r>
              <a:rPr lang="en-US" sz="1500" dirty="0">
                <a:solidFill>
                  <a:srgbClr val="030405"/>
                </a:solidFill>
              </a:rPr>
              <a:t> </a:t>
            </a:r>
            <a:r>
              <a:rPr lang="en-US" sz="1500" dirty="0" err="1">
                <a:solidFill>
                  <a:srgbClr val="030405"/>
                </a:solidFill>
              </a:rPr>
              <a:t>sân</a:t>
            </a:r>
            <a:r>
              <a:rPr lang="en-US" sz="1500" dirty="0">
                <a:solidFill>
                  <a:srgbClr val="030405"/>
                </a:solidFill>
              </a:rPr>
              <a:t> bay, </a:t>
            </a:r>
            <a:r>
              <a:rPr lang="en-US" sz="1500" dirty="0" err="1">
                <a:solidFill>
                  <a:srgbClr val="030405"/>
                </a:solidFill>
              </a:rPr>
              <a:t>tuyến</a:t>
            </a:r>
            <a:r>
              <a:rPr lang="en-US" sz="1500" dirty="0">
                <a:solidFill>
                  <a:srgbClr val="030405"/>
                </a:solidFill>
              </a:rPr>
              <a:t> </a:t>
            </a:r>
            <a:r>
              <a:rPr lang="en-US" sz="1500" dirty="0" err="1">
                <a:solidFill>
                  <a:srgbClr val="030405"/>
                </a:solidFill>
              </a:rPr>
              <a:t>đường</a:t>
            </a:r>
            <a:r>
              <a:rPr lang="en-US" sz="1500" dirty="0">
                <a:solidFill>
                  <a:srgbClr val="030405"/>
                </a:solidFill>
              </a:rPr>
              <a:t> </a:t>
            </a:r>
            <a:r>
              <a:rPr lang="en-US" sz="1500" dirty="0" err="1">
                <a:solidFill>
                  <a:srgbClr val="030405"/>
                </a:solidFill>
              </a:rPr>
              <a:t>sắt</a:t>
            </a:r>
            <a:r>
              <a:rPr lang="en-US" sz="1500" dirty="0">
                <a:solidFill>
                  <a:srgbClr val="030405"/>
                </a:solidFill>
              </a:rPr>
              <a:t>,… </a:t>
            </a:r>
            <a:r>
              <a:rPr lang="en-US" sz="1500" dirty="0" err="1">
                <a:solidFill>
                  <a:srgbClr val="030405"/>
                </a:solidFill>
              </a:rPr>
              <a:t>là</a:t>
            </a:r>
            <a:r>
              <a:rPr lang="en-US" sz="1500" dirty="0">
                <a:solidFill>
                  <a:srgbClr val="030405"/>
                </a:solidFill>
              </a:rPr>
              <a:t> </a:t>
            </a:r>
            <a:r>
              <a:rPr lang="en-US" sz="1500" dirty="0" err="1">
                <a:solidFill>
                  <a:srgbClr val="030405"/>
                </a:solidFill>
              </a:rPr>
              <a:t>tài</a:t>
            </a:r>
            <a:r>
              <a:rPr lang="en-US" sz="1500" dirty="0">
                <a:solidFill>
                  <a:srgbClr val="030405"/>
                </a:solidFill>
              </a:rPr>
              <a:t> </a:t>
            </a:r>
            <a:r>
              <a:rPr lang="en-US" sz="1500" dirty="0" err="1">
                <a:solidFill>
                  <a:srgbClr val="030405"/>
                </a:solidFill>
              </a:rPr>
              <a:t>sản</a:t>
            </a:r>
            <a:r>
              <a:rPr lang="en-US" sz="1500" dirty="0">
                <a:solidFill>
                  <a:srgbClr val="030405"/>
                </a:solidFill>
              </a:rPr>
              <a:t> </a:t>
            </a:r>
            <a:r>
              <a:rPr lang="en-US" sz="1500" dirty="0" err="1">
                <a:solidFill>
                  <a:srgbClr val="030405"/>
                </a:solidFill>
              </a:rPr>
              <a:t>hạ</a:t>
            </a:r>
            <a:r>
              <a:rPr lang="en-US" sz="1500" dirty="0">
                <a:solidFill>
                  <a:srgbClr val="030405"/>
                </a:solidFill>
              </a:rPr>
              <a:t> </a:t>
            </a:r>
            <a:r>
              <a:rPr lang="en-US" sz="1500" dirty="0" err="1">
                <a:solidFill>
                  <a:srgbClr val="030405"/>
                </a:solidFill>
              </a:rPr>
              <a:t>tầng</a:t>
            </a:r>
            <a:r>
              <a:rPr lang="en-US" sz="1500" dirty="0">
                <a:solidFill>
                  <a:srgbClr val="030405"/>
                </a:solidFill>
              </a:rPr>
              <a:t> </a:t>
            </a:r>
            <a:r>
              <a:rPr lang="en-US" sz="1500" dirty="0" err="1">
                <a:solidFill>
                  <a:srgbClr val="030405"/>
                </a:solidFill>
              </a:rPr>
              <a:t>xã</a:t>
            </a:r>
            <a:r>
              <a:rPr lang="en-US" sz="1500" dirty="0">
                <a:solidFill>
                  <a:srgbClr val="030405"/>
                </a:solidFill>
              </a:rPr>
              <a:t> </a:t>
            </a:r>
            <a:r>
              <a:rPr lang="en-US" sz="1500" dirty="0" err="1">
                <a:solidFill>
                  <a:srgbClr val="030405"/>
                </a:solidFill>
              </a:rPr>
              <a:t>hội</a:t>
            </a:r>
            <a:r>
              <a:rPr lang="en-US" sz="1500" dirty="0">
                <a:solidFill>
                  <a:srgbClr val="030405"/>
                </a:solidFill>
              </a:rPr>
              <a:t>.</a:t>
            </a:r>
          </a:p>
          <a:p>
            <a:pPr>
              <a:lnSpc>
                <a:spcPct val="120000"/>
              </a:lnSpc>
              <a:spcBef>
                <a:spcPts val="600"/>
              </a:spcBef>
            </a:pPr>
            <a:r>
              <a:rPr lang="en-US" sz="1500" b="1" i="1" dirty="0" err="1">
                <a:solidFill>
                  <a:schemeClr val="accent4">
                    <a:lumMod val="75000"/>
                  </a:schemeClr>
                </a:solidFill>
              </a:rPr>
              <a:t>Tài</a:t>
            </a:r>
            <a:r>
              <a:rPr lang="en-US" sz="1500" b="1" i="1" dirty="0">
                <a:solidFill>
                  <a:schemeClr val="accent4">
                    <a:lumMod val="75000"/>
                  </a:schemeClr>
                </a:solidFill>
              </a:rPr>
              <a:t> </a:t>
            </a:r>
            <a:r>
              <a:rPr lang="en-US" sz="1500" b="1" i="1" dirty="0" err="1">
                <a:solidFill>
                  <a:schemeClr val="accent4">
                    <a:lumMod val="75000"/>
                  </a:schemeClr>
                </a:solidFill>
              </a:rPr>
              <a:t>sản</a:t>
            </a:r>
            <a:r>
              <a:rPr lang="en-US" sz="1500" b="1" i="1" dirty="0">
                <a:solidFill>
                  <a:schemeClr val="accent4">
                    <a:lumMod val="75000"/>
                  </a:schemeClr>
                </a:solidFill>
              </a:rPr>
              <a:t> </a:t>
            </a:r>
            <a:r>
              <a:rPr lang="en-US" sz="1500" b="1" i="1" dirty="0" err="1">
                <a:solidFill>
                  <a:schemeClr val="accent4">
                    <a:lumMod val="75000"/>
                  </a:schemeClr>
                </a:solidFill>
              </a:rPr>
              <a:t>đường</a:t>
            </a:r>
            <a:r>
              <a:rPr lang="en-US" sz="1500" b="1" i="1" dirty="0">
                <a:solidFill>
                  <a:schemeClr val="accent4">
                    <a:lumMod val="75000"/>
                  </a:schemeClr>
                </a:solidFill>
              </a:rPr>
              <a:t> </a:t>
            </a:r>
            <a:r>
              <a:rPr lang="en-US" sz="1500" b="1" i="1" dirty="0" err="1">
                <a:solidFill>
                  <a:schemeClr val="accent4">
                    <a:lumMod val="75000"/>
                  </a:schemeClr>
                </a:solidFill>
              </a:rPr>
              <a:t>bộ</a:t>
            </a:r>
            <a:endParaRPr lang="en-US" sz="1500" b="1" i="1" dirty="0">
              <a:solidFill>
                <a:schemeClr val="accent4">
                  <a:lumMod val="75000"/>
                </a:schemeClr>
              </a:solidFill>
            </a:endParaRPr>
          </a:p>
          <a:p>
            <a:pPr>
              <a:lnSpc>
                <a:spcPct val="120000"/>
              </a:lnSpc>
              <a:spcBef>
                <a:spcPts val="600"/>
              </a:spcBef>
            </a:pPr>
            <a:r>
              <a:rPr lang="en-US" sz="1500" dirty="0" err="1">
                <a:solidFill>
                  <a:srgbClr val="030405"/>
                </a:solidFill>
              </a:rPr>
              <a:t>Bao</a:t>
            </a:r>
            <a:r>
              <a:rPr lang="en-US" sz="1500" dirty="0">
                <a:solidFill>
                  <a:srgbClr val="030405"/>
                </a:solidFill>
              </a:rPr>
              <a:t> </a:t>
            </a:r>
            <a:r>
              <a:rPr lang="en-US" sz="1500" dirty="0" err="1">
                <a:solidFill>
                  <a:srgbClr val="030405"/>
                </a:solidFill>
              </a:rPr>
              <a:t>gồm</a:t>
            </a:r>
            <a:r>
              <a:rPr lang="en-US" sz="1500" dirty="0">
                <a:solidFill>
                  <a:srgbClr val="030405"/>
                </a:solidFill>
              </a:rPr>
              <a:t> </a:t>
            </a:r>
            <a:r>
              <a:rPr lang="en-US" sz="1500" dirty="0" err="1">
                <a:solidFill>
                  <a:srgbClr val="030405"/>
                </a:solidFill>
              </a:rPr>
              <a:t>mạng</a:t>
            </a:r>
            <a:r>
              <a:rPr lang="en-US" sz="1500" dirty="0">
                <a:solidFill>
                  <a:srgbClr val="030405"/>
                </a:solidFill>
              </a:rPr>
              <a:t> </a:t>
            </a:r>
            <a:r>
              <a:rPr lang="en-US" sz="1500" dirty="0" err="1">
                <a:solidFill>
                  <a:srgbClr val="030405"/>
                </a:solidFill>
              </a:rPr>
              <a:t>lưới</a:t>
            </a:r>
            <a:r>
              <a:rPr lang="en-US" sz="1500" dirty="0">
                <a:solidFill>
                  <a:srgbClr val="030405"/>
                </a:solidFill>
              </a:rPr>
              <a:t> </a:t>
            </a:r>
            <a:r>
              <a:rPr lang="en-US" sz="1500" dirty="0" err="1">
                <a:solidFill>
                  <a:srgbClr val="030405"/>
                </a:solidFill>
              </a:rPr>
              <a:t>đường</a:t>
            </a:r>
            <a:r>
              <a:rPr lang="en-US" sz="1500" dirty="0">
                <a:solidFill>
                  <a:srgbClr val="030405"/>
                </a:solidFill>
              </a:rPr>
              <a:t> </a:t>
            </a:r>
            <a:r>
              <a:rPr lang="en-US" sz="1500" dirty="0" err="1">
                <a:solidFill>
                  <a:srgbClr val="030405"/>
                </a:solidFill>
              </a:rPr>
              <a:t>và</a:t>
            </a:r>
            <a:r>
              <a:rPr lang="en-US" sz="1500" dirty="0">
                <a:solidFill>
                  <a:srgbClr val="030405"/>
                </a:solidFill>
              </a:rPr>
              <a:t> </a:t>
            </a:r>
            <a:r>
              <a:rPr lang="en-US" sz="1500" dirty="0" err="1">
                <a:solidFill>
                  <a:srgbClr val="030405"/>
                </a:solidFill>
              </a:rPr>
              <a:t>các</a:t>
            </a:r>
            <a:r>
              <a:rPr lang="en-US" sz="1500" dirty="0">
                <a:solidFill>
                  <a:srgbClr val="030405"/>
                </a:solidFill>
              </a:rPr>
              <a:t> </a:t>
            </a:r>
            <a:r>
              <a:rPr lang="en-US" sz="1500" dirty="0" err="1">
                <a:solidFill>
                  <a:srgbClr val="030405"/>
                </a:solidFill>
              </a:rPr>
              <a:t>công</a:t>
            </a:r>
            <a:r>
              <a:rPr lang="en-US" sz="1500" dirty="0">
                <a:solidFill>
                  <a:srgbClr val="030405"/>
                </a:solidFill>
              </a:rPr>
              <a:t> </a:t>
            </a:r>
            <a:r>
              <a:rPr lang="en-US" sz="1500" dirty="0" err="1">
                <a:solidFill>
                  <a:srgbClr val="030405"/>
                </a:solidFill>
              </a:rPr>
              <a:t>trình</a:t>
            </a:r>
            <a:r>
              <a:rPr lang="en-US" sz="1500" dirty="0">
                <a:solidFill>
                  <a:srgbClr val="030405"/>
                </a:solidFill>
              </a:rPr>
              <a:t> </a:t>
            </a:r>
            <a:r>
              <a:rPr lang="en-US" sz="1500" dirty="0" err="1">
                <a:solidFill>
                  <a:srgbClr val="030405"/>
                </a:solidFill>
              </a:rPr>
              <a:t>trên</a:t>
            </a:r>
            <a:r>
              <a:rPr lang="en-US" sz="1500" dirty="0">
                <a:solidFill>
                  <a:srgbClr val="030405"/>
                </a:solidFill>
              </a:rPr>
              <a:t> </a:t>
            </a:r>
            <a:r>
              <a:rPr lang="en-US" sz="1500" dirty="0" err="1">
                <a:solidFill>
                  <a:srgbClr val="030405"/>
                </a:solidFill>
              </a:rPr>
              <a:t>đường</a:t>
            </a:r>
            <a:r>
              <a:rPr lang="en-US" sz="1500" dirty="0">
                <a:solidFill>
                  <a:srgbClr val="030405"/>
                </a:solidFill>
              </a:rPr>
              <a:t>, </a:t>
            </a:r>
            <a:r>
              <a:rPr lang="en-US" sz="1500" dirty="0" err="1">
                <a:solidFill>
                  <a:srgbClr val="030405"/>
                </a:solidFill>
              </a:rPr>
              <a:t>nhà</a:t>
            </a:r>
            <a:r>
              <a:rPr lang="en-US" sz="1500" dirty="0">
                <a:solidFill>
                  <a:srgbClr val="030405"/>
                </a:solidFill>
              </a:rPr>
              <a:t> </a:t>
            </a:r>
            <a:r>
              <a:rPr lang="en-US" sz="1500" dirty="0" err="1">
                <a:solidFill>
                  <a:srgbClr val="030405"/>
                </a:solidFill>
              </a:rPr>
              <a:t>cửa</a:t>
            </a:r>
            <a:r>
              <a:rPr lang="en-US" sz="1500" dirty="0">
                <a:solidFill>
                  <a:srgbClr val="030405"/>
                </a:solidFill>
              </a:rPr>
              <a:t>, </a:t>
            </a:r>
            <a:r>
              <a:rPr lang="en-US" sz="1500" dirty="0" err="1">
                <a:solidFill>
                  <a:srgbClr val="030405"/>
                </a:solidFill>
              </a:rPr>
              <a:t>vật</a:t>
            </a:r>
            <a:r>
              <a:rPr lang="en-US" sz="1500" dirty="0">
                <a:solidFill>
                  <a:srgbClr val="030405"/>
                </a:solidFill>
              </a:rPr>
              <a:t> </a:t>
            </a:r>
            <a:r>
              <a:rPr lang="en-US" sz="1500" dirty="0" err="1">
                <a:solidFill>
                  <a:srgbClr val="030405"/>
                </a:solidFill>
              </a:rPr>
              <a:t>liệu</a:t>
            </a:r>
            <a:r>
              <a:rPr lang="en-US" sz="1500" dirty="0">
                <a:solidFill>
                  <a:srgbClr val="030405"/>
                </a:solidFill>
              </a:rPr>
              <a:t>, </a:t>
            </a:r>
            <a:r>
              <a:rPr lang="en-US" sz="1500" dirty="0" err="1">
                <a:solidFill>
                  <a:srgbClr val="030405"/>
                </a:solidFill>
              </a:rPr>
              <a:t>nhà</a:t>
            </a:r>
            <a:r>
              <a:rPr lang="en-US" sz="1500" dirty="0">
                <a:solidFill>
                  <a:srgbClr val="030405"/>
                </a:solidFill>
              </a:rPr>
              <a:t> </a:t>
            </a:r>
            <a:r>
              <a:rPr lang="en-US" sz="1500" dirty="0" err="1">
                <a:solidFill>
                  <a:srgbClr val="030405"/>
                </a:solidFill>
              </a:rPr>
              <a:t>xưởng</a:t>
            </a:r>
            <a:r>
              <a:rPr lang="en-US" sz="1500" dirty="0">
                <a:solidFill>
                  <a:srgbClr val="030405"/>
                </a:solidFill>
              </a:rPr>
              <a:t>,… </a:t>
            </a:r>
            <a:r>
              <a:rPr lang="en-US" sz="1500" dirty="0" err="1">
                <a:solidFill>
                  <a:srgbClr val="030405"/>
                </a:solidFill>
              </a:rPr>
              <a:t>để</a:t>
            </a:r>
            <a:r>
              <a:rPr lang="en-US" sz="1500" dirty="0">
                <a:solidFill>
                  <a:srgbClr val="030405"/>
                </a:solidFill>
              </a:rPr>
              <a:t> </a:t>
            </a:r>
            <a:r>
              <a:rPr lang="en-US" sz="1500" dirty="0" err="1">
                <a:solidFill>
                  <a:srgbClr val="030405"/>
                </a:solidFill>
              </a:rPr>
              <a:t>quản</a:t>
            </a:r>
            <a:r>
              <a:rPr lang="en-US" sz="1500" dirty="0">
                <a:solidFill>
                  <a:srgbClr val="030405"/>
                </a:solidFill>
              </a:rPr>
              <a:t> </a:t>
            </a:r>
            <a:r>
              <a:rPr lang="en-US" sz="1500" dirty="0" err="1">
                <a:solidFill>
                  <a:srgbClr val="030405"/>
                </a:solidFill>
              </a:rPr>
              <a:t>lý</a:t>
            </a:r>
            <a:r>
              <a:rPr lang="en-US" sz="1500" dirty="0">
                <a:solidFill>
                  <a:srgbClr val="030405"/>
                </a:solidFill>
              </a:rPr>
              <a:t> </a:t>
            </a:r>
            <a:r>
              <a:rPr lang="en-US" sz="1500" dirty="0" err="1">
                <a:solidFill>
                  <a:srgbClr val="030405"/>
                </a:solidFill>
              </a:rPr>
              <a:t>mạng</a:t>
            </a:r>
            <a:r>
              <a:rPr lang="en-US" sz="1500" dirty="0">
                <a:solidFill>
                  <a:srgbClr val="030405"/>
                </a:solidFill>
              </a:rPr>
              <a:t> </a:t>
            </a:r>
            <a:r>
              <a:rPr lang="en-US" sz="1500" dirty="0" err="1">
                <a:solidFill>
                  <a:srgbClr val="030405"/>
                </a:solidFill>
              </a:rPr>
              <a:t>lưới</a:t>
            </a:r>
            <a:r>
              <a:rPr lang="en-US" sz="1500" dirty="0">
                <a:solidFill>
                  <a:srgbClr val="030405"/>
                </a:solidFill>
              </a:rPr>
              <a:t> </a:t>
            </a:r>
            <a:r>
              <a:rPr lang="en-US" sz="1500" dirty="0" err="1">
                <a:solidFill>
                  <a:srgbClr val="030405"/>
                </a:solidFill>
              </a:rPr>
              <a:t>đường</a:t>
            </a:r>
            <a:endParaRPr lang="en-US" sz="1500" dirty="0">
              <a:solidFill>
                <a:srgbClr val="030405"/>
              </a:solidFill>
            </a:endParaRPr>
          </a:p>
          <a:p>
            <a:pPr>
              <a:lnSpc>
                <a:spcPct val="120000"/>
              </a:lnSpc>
              <a:spcBef>
                <a:spcPts val="600"/>
              </a:spcBef>
            </a:pPr>
            <a:r>
              <a:rPr lang="en-US" sz="1500" b="1" i="1" dirty="0" err="1">
                <a:solidFill>
                  <a:schemeClr val="accent4">
                    <a:lumMod val="75000"/>
                  </a:schemeClr>
                </a:solidFill>
              </a:rPr>
              <a:t>Quản</a:t>
            </a:r>
            <a:r>
              <a:rPr lang="en-US" sz="1500" b="1" i="1" dirty="0">
                <a:solidFill>
                  <a:schemeClr val="accent4">
                    <a:lumMod val="75000"/>
                  </a:schemeClr>
                </a:solidFill>
              </a:rPr>
              <a:t> </a:t>
            </a:r>
            <a:r>
              <a:rPr lang="en-US" sz="1500" b="1" i="1" dirty="0" err="1">
                <a:solidFill>
                  <a:schemeClr val="accent4">
                    <a:lumMod val="75000"/>
                  </a:schemeClr>
                </a:solidFill>
              </a:rPr>
              <a:t>lý</a:t>
            </a:r>
            <a:r>
              <a:rPr lang="en-US" sz="1500" b="1" i="1" dirty="0">
                <a:solidFill>
                  <a:schemeClr val="accent4">
                    <a:lumMod val="75000"/>
                  </a:schemeClr>
                </a:solidFill>
              </a:rPr>
              <a:t> </a:t>
            </a:r>
            <a:r>
              <a:rPr lang="en-US" sz="1500" b="1" i="1" dirty="0" err="1">
                <a:solidFill>
                  <a:schemeClr val="accent4">
                    <a:lumMod val="75000"/>
                  </a:schemeClr>
                </a:solidFill>
              </a:rPr>
              <a:t>tài</a:t>
            </a:r>
            <a:r>
              <a:rPr lang="en-US" sz="1500" b="1" i="1" dirty="0">
                <a:solidFill>
                  <a:schemeClr val="accent4">
                    <a:lumMod val="75000"/>
                  </a:schemeClr>
                </a:solidFill>
              </a:rPr>
              <a:t> </a:t>
            </a:r>
            <a:r>
              <a:rPr lang="en-US" sz="1500" b="1" i="1" dirty="0" err="1">
                <a:solidFill>
                  <a:schemeClr val="accent4">
                    <a:lumMod val="75000"/>
                  </a:schemeClr>
                </a:solidFill>
              </a:rPr>
              <a:t>sản</a:t>
            </a:r>
            <a:r>
              <a:rPr lang="en-US" sz="1500" b="1" i="1" dirty="0">
                <a:solidFill>
                  <a:schemeClr val="accent4">
                    <a:lumMod val="75000"/>
                  </a:schemeClr>
                </a:solidFill>
              </a:rPr>
              <a:t> </a:t>
            </a:r>
          </a:p>
          <a:p>
            <a:pPr>
              <a:lnSpc>
                <a:spcPct val="120000"/>
              </a:lnSpc>
              <a:spcBef>
                <a:spcPts val="600"/>
              </a:spcBef>
            </a:pPr>
            <a:r>
              <a:rPr lang="en-US" sz="1500" dirty="0" err="1">
                <a:solidFill>
                  <a:srgbClr val="030405"/>
                </a:solidFill>
              </a:rPr>
              <a:t>Là</a:t>
            </a:r>
            <a:r>
              <a:rPr lang="en-US" sz="1500" dirty="0">
                <a:solidFill>
                  <a:srgbClr val="030405"/>
                </a:solidFill>
              </a:rPr>
              <a:t> </a:t>
            </a:r>
            <a:r>
              <a:rPr lang="en-US" sz="1500" dirty="0" err="1">
                <a:solidFill>
                  <a:srgbClr val="030405"/>
                </a:solidFill>
              </a:rPr>
              <a:t>quá</a:t>
            </a:r>
            <a:r>
              <a:rPr lang="en-US" sz="1500" dirty="0">
                <a:solidFill>
                  <a:srgbClr val="030405"/>
                </a:solidFill>
              </a:rPr>
              <a:t> </a:t>
            </a:r>
            <a:r>
              <a:rPr lang="en-US" sz="1500" dirty="0" err="1">
                <a:solidFill>
                  <a:srgbClr val="030405"/>
                </a:solidFill>
              </a:rPr>
              <a:t>trình</a:t>
            </a:r>
            <a:r>
              <a:rPr lang="en-US" sz="1500" dirty="0">
                <a:solidFill>
                  <a:srgbClr val="030405"/>
                </a:solidFill>
              </a:rPr>
              <a:t> </a:t>
            </a:r>
            <a:r>
              <a:rPr lang="en-US" sz="1500" dirty="0" err="1">
                <a:solidFill>
                  <a:srgbClr val="030405"/>
                </a:solidFill>
              </a:rPr>
              <a:t>mang</a:t>
            </a:r>
            <a:r>
              <a:rPr lang="en-US" sz="1500" dirty="0">
                <a:solidFill>
                  <a:srgbClr val="030405"/>
                </a:solidFill>
              </a:rPr>
              <a:t> </a:t>
            </a:r>
            <a:r>
              <a:rPr lang="en-US" sz="1500" dirty="0" err="1">
                <a:solidFill>
                  <a:srgbClr val="030405"/>
                </a:solidFill>
              </a:rPr>
              <a:t>tính</a:t>
            </a:r>
            <a:r>
              <a:rPr lang="en-US" sz="1500" dirty="0">
                <a:solidFill>
                  <a:srgbClr val="030405"/>
                </a:solidFill>
              </a:rPr>
              <a:t> </a:t>
            </a:r>
            <a:r>
              <a:rPr lang="en-US" sz="1500" dirty="0" err="1">
                <a:solidFill>
                  <a:srgbClr val="030405"/>
                </a:solidFill>
              </a:rPr>
              <a:t>hệ</a:t>
            </a:r>
            <a:r>
              <a:rPr lang="en-US" sz="1500" dirty="0">
                <a:solidFill>
                  <a:srgbClr val="030405"/>
                </a:solidFill>
              </a:rPr>
              <a:t> </a:t>
            </a:r>
            <a:r>
              <a:rPr lang="en-US" sz="1500" dirty="0" err="1">
                <a:solidFill>
                  <a:srgbClr val="030405"/>
                </a:solidFill>
              </a:rPr>
              <a:t>thống</a:t>
            </a:r>
            <a:r>
              <a:rPr lang="en-US" sz="1500" dirty="0">
                <a:solidFill>
                  <a:srgbClr val="030405"/>
                </a:solidFill>
              </a:rPr>
              <a:t> </a:t>
            </a:r>
            <a:r>
              <a:rPr lang="en-US" sz="1500" dirty="0" err="1">
                <a:solidFill>
                  <a:srgbClr val="030405"/>
                </a:solidFill>
              </a:rPr>
              <a:t>để</a:t>
            </a:r>
            <a:r>
              <a:rPr lang="en-US" sz="1500" dirty="0">
                <a:solidFill>
                  <a:srgbClr val="030405"/>
                </a:solidFill>
              </a:rPr>
              <a:t> </a:t>
            </a:r>
            <a:r>
              <a:rPr lang="en-US" sz="1500" dirty="0" err="1">
                <a:solidFill>
                  <a:srgbClr val="030405"/>
                </a:solidFill>
              </a:rPr>
              <a:t>bảo</a:t>
            </a:r>
            <a:r>
              <a:rPr lang="en-US" sz="1500" dirty="0">
                <a:solidFill>
                  <a:srgbClr val="030405"/>
                </a:solidFill>
              </a:rPr>
              <a:t> </a:t>
            </a:r>
            <a:r>
              <a:rPr lang="en-US" sz="1500" dirty="0" err="1">
                <a:solidFill>
                  <a:srgbClr val="030405"/>
                </a:solidFill>
              </a:rPr>
              <a:t>trì</a:t>
            </a:r>
            <a:r>
              <a:rPr lang="en-US" sz="1500" dirty="0">
                <a:solidFill>
                  <a:srgbClr val="030405"/>
                </a:solidFill>
              </a:rPr>
              <a:t>, </a:t>
            </a:r>
            <a:r>
              <a:rPr lang="en-US" sz="1500" dirty="0" err="1">
                <a:solidFill>
                  <a:srgbClr val="030405"/>
                </a:solidFill>
              </a:rPr>
              <a:t>nâng</a:t>
            </a:r>
            <a:r>
              <a:rPr lang="en-US" sz="1500" dirty="0">
                <a:solidFill>
                  <a:srgbClr val="030405"/>
                </a:solidFill>
              </a:rPr>
              <a:t> </a:t>
            </a:r>
            <a:r>
              <a:rPr lang="en-US" sz="1500" dirty="0" err="1">
                <a:solidFill>
                  <a:srgbClr val="030405"/>
                </a:solidFill>
              </a:rPr>
              <a:t>cấp</a:t>
            </a:r>
            <a:r>
              <a:rPr lang="en-US" sz="1500" dirty="0">
                <a:solidFill>
                  <a:srgbClr val="030405"/>
                </a:solidFill>
              </a:rPr>
              <a:t> </a:t>
            </a:r>
            <a:r>
              <a:rPr lang="en-US" sz="1500" dirty="0" err="1">
                <a:solidFill>
                  <a:srgbClr val="030405"/>
                </a:solidFill>
              </a:rPr>
              <a:t>và</a:t>
            </a:r>
            <a:r>
              <a:rPr lang="en-US" sz="1500" dirty="0">
                <a:solidFill>
                  <a:srgbClr val="030405"/>
                </a:solidFill>
              </a:rPr>
              <a:t> </a:t>
            </a:r>
            <a:r>
              <a:rPr lang="en-US" sz="1500" dirty="0" err="1">
                <a:solidFill>
                  <a:srgbClr val="030405"/>
                </a:solidFill>
              </a:rPr>
              <a:t>vận</a:t>
            </a:r>
            <a:r>
              <a:rPr lang="en-US" sz="1500" dirty="0">
                <a:solidFill>
                  <a:srgbClr val="030405"/>
                </a:solidFill>
              </a:rPr>
              <a:t> </a:t>
            </a:r>
            <a:r>
              <a:rPr lang="en-US" sz="1500" dirty="0" err="1">
                <a:solidFill>
                  <a:srgbClr val="030405"/>
                </a:solidFill>
              </a:rPr>
              <a:t>hành</a:t>
            </a:r>
            <a:r>
              <a:rPr lang="en-US" sz="1500" dirty="0">
                <a:solidFill>
                  <a:srgbClr val="030405"/>
                </a:solidFill>
              </a:rPr>
              <a:t> </a:t>
            </a:r>
            <a:r>
              <a:rPr lang="en-US" sz="1500" dirty="0" err="1">
                <a:solidFill>
                  <a:srgbClr val="030405"/>
                </a:solidFill>
              </a:rPr>
              <a:t>các</a:t>
            </a:r>
            <a:r>
              <a:rPr lang="en-US" sz="1500" dirty="0">
                <a:solidFill>
                  <a:srgbClr val="030405"/>
                </a:solidFill>
              </a:rPr>
              <a:t> </a:t>
            </a:r>
            <a:r>
              <a:rPr lang="en-US" sz="1500" dirty="0" err="1">
                <a:solidFill>
                  <a:srgbClr val="030405"/>
                </a:solidFill>
              </a:rPr>
              <a:t>tài</a:t>
            </a:r>
            <a:r>
              <a:rPr lang="en-US" sz="1500" dirty="0">
                <a:solidFill>
                  <a:srgbClr val="030405"/>
                </a:solidFill>
              </a:rPr>
              <a:t> </a:t>
            </a:r>
            <a:r>
              <a:rPr lang="en-US" sz="1500" dirty="0" err="1">
                <a:solidFill>
                  <a:srgbClr val="030405"/>
                </a:solidFill>
              </a:rPr>
              <a:t>sản</a:t>
            </a:r>
            <a:r>
              <a:rPr lang="en-US" sz="1500" dirty="0">
                <a:solidFill>
                  <a:srgbClr val="030405"/>
                </a:solidFill>
              </a:rPr>
              <a:t> </a:t>
            </a:r>
            <a:r>
              <a:rPr lang="en-US" sz="1500" dirty="0" err="1">
                <a:solidFill>
                  <a:srgbClr val="030405"/>
                </a:solidFill>
              </a:rPr>
              <a:t>theo</a:t>
            </a:r>
            <a:r>
              <a:rPr lang="en-US" sz="1500" dirty="0">
                <a:solidFill>
                  <a:srgbClr val="030405"/>
                </a:solidFill>
              </a:rPr>
              <a:t> </a:t>
            </a:r>
            <a:r>
              <a:rPr lang="en-US" sz="1500" dirty="0" err="1">
                <a:solidFill>
                  <a:srgbClr val="030405"/>
                </a:solidFill>
              </a:rPr>
              <a:t>các</a:t>
            </a:r>
            <a:r>
              <a:rPr lang="en-US" sz="1500" dirty="0">
                <a:solidFill>
                  <a:srgbClr val="030405"/>
                </a:solidFill>
              </a:rPr>
              <a:t> </a:t>
            </a:r>
            <a:r>
              <a:rPr lang="en-US" sz="1500" dirty="0" err="1">
                <a:solidFill>
                  <a:srgbClr val="030405"/>
                </a:solidFill>
              </a:rPr>
              <a:t>nguyên</a:t>
            </a:r>
            <a:r>
              <a:rPr lang="en-US" sz="1500" dirty="0">
                <a:solidFill>
                  <a:srgbClr val="030405"/>
                </a:solidFill>
              </a:rPr>
              <a:t> </a:t>
            </a:r>
            <a:r>
              <a:rPr lang="en-US" sz="1500" dirty="0" err="1">
                <a:solidFill>
                  <a:srgbClr val="030405"/>
                </a:solidFill>
              </a:rPr>
              <a:t>tắc</a:t>
            </a:r>
            <a:r>
              <a:rPr lang="en-US" sz="1500" dirty="0">
                <a:solidFill>
                  <a:srgbClr val="030405"/>
                </a:solidFill>
              </a:rPr>
              <a:t> </a:t>
            </a:r>
            <a:r>
              <a:rPr lang="en-US" sz="1500" dirty="0" err="1">
                <a:solidFill>
                  <a:srgbClr val="030405"/>
                </a:solidFill>
              </a:rPr>
              <a:t>kỹ</a:t>
            </a:r>
            <a:r>
              <a:rPr lang="en-US" sz="1500" dirty="0">
                <a:solidFill>
                  <a:srgbClr val="030405"/>
                </a:solidFill>
              </a:rPr>
              <a:t> </a:t>
            </a:r>
            <a:r>
              <a:rPr lang="en-US" sz="1500" dirty="0" err="1">
                <a:solidFill>
                  <a:srgbClr val="030405"/>
                </a:solidFill>
              </a:rPr>
              <a:t>thuật</a:t>
            </a:r>
            <a:r>
              <a:rPr lang="en-US" sz="1500" dirty="0">
                <a:solidFill>
                  <a:srgbClr val="030405"/>
                </a:solidFill>
              </a:rPr>
              <a:t> </a:t>
            </a:r>
            <a:r>
              <a:rPr lang="en-US" sz="1500" dirty="0" err="1">
                <a:solidFill>
                  <a:srgbClr val="030405"/>
                </a:solidFill>
              </a:rPr>
              <a:t>và</a:t>
            </a:r>
            <a:r>
              <a:rPr lang="en-US" sz="1500" dirty="0">
                <a:solidFill>
                  <a:srgbClr val="030405"/>
                </a:solidFill>
              </a:rPr>
              <a:t> </a:t>
            </a:r>
            <a:r>
              <a:rPr lang="en-US" sz="1500" dirty="0" err="1">
                <a:solidFill>
                  <a:srgbClr val="030405"/>
                </a:solidFill>
              </a:rPr>
              <a:t>đảm</a:t>
            </a:r>
            <a:r>
              <a:rPr lang="en-US" sz="1500" dirty="0">
                <a:solidFill>
                  <a:srgbClr val="030405"/>
                </a:solidFill>
              </a:rPr>
              <a:t> </a:t>
            </a:r>
            <a:r>
              <a:rPr lang="en-US" sz="1500" dirty="0" err="1">
                <a:solidFill>
                  <a:srgbClr val="030405"/>
                </a:solidFill>
              </a:rPr>
              <a:t>bảo</a:t>
            </a:r>
            <a:r>
              <a:rPr lang="en-US" sz="1500" dirty="0">
                <a:solidFill>
                  <a:srgbClr val="030405"/>
                </a:solidFill>
              </a:rPr>
              <a:t> </a:t>
            </a:r>
            <a:r>
              <a:rPr lang="en-US" sz="1500" dirty="0" err="1">
                <a:solidFill>
                  <a:srgbClr val="030405"/>
                </a:solidFill>
              </a:rPr>
              <a:t>lợi</a:t>
            </a:r>
            <a:r>
              <a:rPr lang="en-US" sz="1500" dirty="0">
                <a:solidFill>
                  <a:srgbClr val="030405"/>
                </a:solidFill>
              </a:rPr>
              <a:t> </a:t>
            </a:r>
            <a:r>
              <a:rPr lang="en-US" sz="1500" dirty="0" err="1">
                <a:solidFill>
                  <a:srgbClr val="030405"/>
                </a:solidFill>
              </a:rPr>
              <a:t>ích</a:t>
            </a:r>
            <a:r>
              <a:rPr lang="en-US" sz="1500" dirty="0">
                <a:solidFill>
                  <a:srgbClr val="030405"/>
                </a:solidFill>
              </a:rPr>
              <a:t> </a:t>
            </a:r>
            <a:r>
              <a:rPr lang="en-US" sz="1500" dirty="0" err="1">
                <a:solidFill>
                  <a:srgbClr val="030405"/>
                </a:solidFill>
              </a:rPr>
              <a:t>kinh</a:t>
            </a:r>
            <a:r>
              <a:rPr lang="en-US" sz="1500" dirty="0">
                <a:solidFill>
                  <a:srgbClr val="030405"/>
                </a:solidFill>
              </a:rPr>
              <a:t> </a:t>
            </a:r>
            <a:r>
              <a:rPr lang="en-US" sz="1500" dirty="0" err="1">
                <a:solidFill>
                  <a:srgbClr val="030405"/>
                </a:solidFill>
              </a:rPr>
              <a:t>doanh</a:t>
            </a:r>
            <a:r>
              <a:rPr lang="en-US" sz="1500" dirty="0">
                <a:solidFill>
                  <a:srgbClr val="030405"/>
                </a:solidFill>
              </a:rPr>
              <a:t> </a:t>
            </a:r>
            <a:r>
              <a:rPr lang="en-US" sz="1500" dirty="0" err="1">
                <a:solidFill>
                  <a:srgbClr val="030405"/>
                </a:solidFill>
              </a:rPr>
              <a:t>và</a:t>
            </a:r>
            <a:r>
              <a:rPr lang="en-US" sz="1500" dirty="0">
                <a:solidFill>
                  <a:srgbClr val="030405"/>
                </a:solidFill>
              </a:rPr>
              <a:t> </a:t>
            </a:r>
            <a:r>
              <a:rPr lang="en-US" sz="1500" dirty="0" err="1">
                <a:solidFill>
                  <a:srgbClr val="030405"/>
                </a:solidFill>
              </a:rPr>
              <a:t>lợi</a:t>
            </a:r>
            <a:r>
              <a:rPr lang="en-US" sz="1500" dirty="0">
                <a:solidFill>
                  <a:srgbClr val="030405"/>
                </a:solidFill>
              </a:rPr>
              <a:t> </a:t>
            </a:r>
            <a:r>
              <a:rPr lang="en-US" sz="1500" dirty="0" err="1">
                <a:solidFill>
                  <a:srgbClr val="030405"/>
                </a:solidFill>
              </a:rPr>
              <a:t>ích</a:t>
            </a:r>
            <a:r>
              <a:rPr lang="en-US" sz="1500" dirty="0">
                <a:solidFill>
                  <a:srgbClr val="030405"/>
                </a:solidFill>
              </a:rPr>
              <a:t> </a:t>
            </a:r>
            <a:r>
              <a:rPr lang="en-US" sz="1500" dirty="0" err="1">
                <a:solidFill>
                  <a:srgbClr val="030405"/>
                </a:solidFill>
              </a:rPr>
              <a:t>kinh</a:t>
            </a:r>
            <a:r>
              <a:rPr lang="en-US" sz="1500" dirty="0">
                <a:solidFill>
                  <a:srgbClr val="030405"/>
                </a:solidFill>
              </a:rPr>
              <a:t> </a:t>
            </a:r>
            <a:r>
              <a:rPr lang="en-US" sz="1500" dirty="0" err="1">
                <a:solidFill>
                  <a:srgbClr val="030405"/>
                </a:solidFill>
              </a:rPr>
              <a:t>tế</a:t>
            </a:r>
            <a:r>
              <a:rPr lang="en-US" sz="1500" dirty="0">
                <a:solidFill>
                  <a:srgbClr val="030405"/>
                </a:solidFill>
              </a:rPr>
              <a:t> </a:t>
            </a:r>
            <a:r>
              <a:rPr lang="en-US" sz="1500" dirty="0" err="1">
                <a:solidFill>
                  <a:srgbClr val="030405"/>
                </a:solidFill>
              </a:rPr>
              <a:t>xã</a:t>
            </a:r>
            <a:r>
              <a:rPr lang="en-US" sz="1500" dirty="0">
                <a:solidFill>
                  <a:srgbClr val="030405"/>
                </a:solidFill>
              </a:rPr>
              <a:t> </a:t>
            </a:r>
            <a:r>
              <a:rPr lang="en-US" sz="1500" dirty="0" err="1">
                <a:solidFill>
                  <a:srgbClr val="030405"/>
                </a:solidFill>
              </a:rPr>
              <a:t>hội</a:t>
            </a:r>
            <a:r>
              <a:rPr lang="en-US" sz="1500" dirty="0">
                <a:solidFill>
                  <a:srgbClr val="030405"/>
                </a:solidFill>
              </a:rPr>
              <a:t>, </a:t>
            </a:r>
            <a:r>
              <a:rPr lang="en-US" sz="1500" dirty="0" err="1">
                <a:solidFill>
                  <a:srgbClr val="030405"/>
                </a:solidFill>
              </a:rPr>
              <a:t>là</a:t>
            </a:r>
            <a:r>
              <a:rPr lang="en-US" sz="1500" dirty="0">
                <a:solidFill>
                  <a:srgbClr val="030405"/>
                </a:solidFill>
              </a:rPr>
              <a:t> </a:t>
            </a:r>
            <a:r>
              <a:rPr lang="en-US" sz="1500" dirty="0" err="1">
                <a:solidFill>
                  <a:srgbClr val="030405"/>
                </a:solidFill>
              </a:rPr>
              <a:t>phương</a:t>
            </a:r>
            <a:r>
              <a:rPr lang="en-US" sz="1500" dirty="0">
                <a:solidFill>
                  <a:srgbClr val="030405"/>
                </a:solidFill>
              </a:rPr>
              <a:t> </a:t>
            </a:r>
            <a:r>
              <a:rPr lang="en-US" sz="1500" dirty="0" err="1">
                <a:solidFill>
                  <a:srgbClr val="030405"/>
                </a:solidFill>
              </a:rPr>
              <a:t>tiện</a:t>
            </a:r>
            <a:r>
              <a:rPr lang="en-US" sz="1500" dirty="0">
                <a:solidFill>
                  <a:srgbClr val="030405"/>
                </a:solidFill>
              </a:rPr>
              <a:t> </a:t>
            </a:r>
            <a:r>
              <a:rPr lang="en-US" sz="1500" dirty="0" err="1">
                <a:solidFill>
                  <a:srgbClr val="030405"/>
                </a:solidFill>
              </a:rPr>
              <a:t>để</a:t>
            </a:r>
            <a:r>
              <a:rPr lang="en-US" sz="1500" dirty="0">
                <a:solidFill>
                  <a:srgbClr val="030405"/>
                </a:solidFill>
              </a:rPr>
              <a:t> </a:t>
            </a:r>
            <a:r>
              <a:rPr lang="en-US" sz="1500" dirty="0" err="1">
                <a:solidFill>
                  <a:srgbClr val="030405"/>
                </a:solidFill>
              </a:rPr>
              <a:t>hỗ</a:t>
            </a:r>
            <a:r>
              <a:rPr lang="en-US" sz="1500" dirty="0">
                <a:solidFill>
                  <a:srgbClr val="030405"/>
                </a:solidFill>
              </a:rPr>
              <a:t> </a:t>
            </a:r>
            <a:r>
              <a:rPr lang="en-US" sz="1500" dirty="0" err="1">
                <a:solidFill>
                  <a:srgbClr val="030405"/>
                </a:solidFill>
              </a:rPr>
              <a:t>trợ</a:t>
            </a:r>
            <a:r>
              <a:rPr lang="en-US" sz="1500" dirty="0">
                <a:solidFill>
                  <a:srgbClr val="030405"/>
                </a:solidFill>
              </a:rPr>
              <a:t> </a:t>
            </a:r>
            <a:r>
              <a:rPr lang="en-US" sz="1500" dirty="0" err="1">
                <a:solidFill>
                  <a:srgbClr val="030405"/>
                </a:solidFill>
              </a:rPr>
              <a:t>tổ</a:t>
            </a:r>
            <a:r>
              <a:rPr lang="en-US" sz="1500" dirty="0">
                <a:solidFill>
                  <a:srgbClr val="030405"/>
                </a:solidFill>
              </a:rPr>
              <a:t> </a:t>
            </a:r>
            <a:r>
              <a:rPr lang="en-US" sz="1500" dirty="0" err="1">
                <a:solidFill>
                  <a:srgbClr val="030405"/>
                </a:solidFill>
              </a:rPr>
              <a:t>chức</a:t>
            </a:r>
            <a:r>
              <a:rPr lang="en-US" sz="1500" dirty="0">
                <a:solidFill>
                  <a:srgbClr val="030405"/>
                </a:solidFill>
              </a:rPr>
              <a:t> </a:t>
            </a:r>
            <a:r>
              <a:rPr lang="en-US" sz="1500" dirty="0" err="1">
                <a:solidFill>
                  <a:srgbClr val="030405"/>
                </a:solidFill>
              </a:rPr>
              <a:t>và</a:t>
            </a:r>
            <a:r>
              <a:rPr lang="en-US" sz="1500" dirty="0">
                <a:solidFill>
                  <a:srgbClr val="030405"/>
                </a:solidFill>
              </a:rPr>
              <a:t> </a:t>
            </a:r>
            <a:r>
              <a:rPr lang="en-US" sz="1500" dirty="0" err="1">
                <a:solidFill>
                  <a:srgbClr val="030405"/>
                </a:solidFill>
              </a:rPr>
              <a:t>ra</a:t>
            </a:r>
            <a:r>
              <a:rPr lang="en-US" sz="1500" dirty="0">
                <a:solidFill>
                  <a:srgbClr val="030405"/>
                </a:solidFill>
              </a:rPr>
              <a:t> </a:t>
            </a:r>
            <a:r>
              <a:rPr lang="en-US" sz="1500" dirty="0" err="1">
                <a:solidFill>
                  <a:srgbClr val="030405"/>
                </a:solidFill>
              </a:rPr>
              <a:t>các</a:t>
            </a:r>
            <a:r>
              <a:rPr lang="en-US" sz="1500" dirty="0">
                <a:solidFill>
                  <a:srgbClr val="030405"/>
                </a:solidFill>
              </a:rPr>
              <a:t> </a:t>
            </a:r>
            <a:r>
              <a:rPr lang="en-US" sz="1500" dirty="0" err="1">
                <a:solidFill>
                  <a:srgbClr val="030405"/>
                </a:solidFill>
              </a:rPr>
              <a:t>quyết</a:t>
            </a:r>
            <a:r>
              <a:rPr lang="en-US" sz="1500" dirty="0">
                <a:solidFill>
                  <a:srgbClr val="030405"/>
                </a:solidFill>
              </a:rPr>
              <a:t> </a:t>
            </a:r>
            <a:r>
              <a:rPr lang="en-US" sz="1500" dirty="0" err="1">
                <a:solidFill>
                  <a:srgbClr val="030405"/>
                </a:solidFill>
              </a:rPr>
              <a:t>định</a:t>
            </a:r>
            <a:r>
              <a:rPr lang="en-US" sz="1500" dirty="0">
                <a:solidFill>
                  <a:srgbClr val="030405"/>
                </a:solidFill>
              </a:rPr>
              <a:t> </a:t>
            </a:r>
            <a:r>
              <a:rPr lang="en-US" sz="1500" dirty="0" err="1">
                <a:solidFill>
                  <a:srgbClr val="030405"/>
                </a:solidFill>
              </a:rPr>
              <a:t>cần</a:t>
            </a:r>
            <a:r>
              <a:rPr lang="en-US" sz="1500" dirty="0">
                <a:solidFill>
                  <a:srgbClr val="030405"/>
                </a:solidFill>
              </a:rPr>
              <a:t> </a:t>
            </a:r>
            <a:r>
              <a:rPr lang="en-US" sz="1500" dirty="0" err="1">
                <a:solidFill>
                  <a:srgbClr val="030405"/>
                </a:solidFill>
              </a:rPr>
              <a:t>thiết</a:t>
            </a:r>
            <a:r>
              <a:rPr lang="en-US" sz="1500" dirty="0">
                <a:solidFill>
                  <a:srgbClr val="030405"/>
                </a:solidFill>
              </a:rPr>
              <a:t> </a:t>
            </a:r>
            <a:r>
              <a:rPr lang="en-US" sz="1500" dirty="0" err="1">
                <a:solidFill>
                  <a:srgbClr val="030405"/>
                </a:solidFill>
              </a:rPr>
              <a:t>để</a:t>
            </a:r>
            <a:r>
              <a:rPr lang="en-US" sz="1500" dirty="0">
                <a:solidFill>
                  <a:srgbClr val="030405"/>
                </a:solidFill>
              </a:rPr>
              <a:t> </a:t>
            </a:r>
            <a:r>
              <a:rPr lang="en-US" sz="1500" dirty="0" err="1">
                <a:solidFill>
                  <a:srgbClr val="030405"/>
                </a:solidFill>
              </a:rPr>
              <a:t>đạt</a:t>
            </a:r>
            <a:r>
              <a:rPr lang="en-US" sz="1500" dirty="0">
                <a:solidFill>
                  <a:srgbClr val="030405"/>
                </a:solidFill>
              </a:rPr>
              <a:t> </a:t>
            </a:r>
            <a:r>
              <a:rPr lang="en-US" sz="1500" dirty="0" err="1">
                <a:solidFill>
                  <a:srgbClr val="030405"/>
                </a:solidFill>
              </a:rPr>
              <a:t>được</a:t>
            </a:r>
            <a:r>
              <a:rPr lang="en-US" sz="1500" dirty="0">
                <a:solidFill>
                  <a:srgbClr val="030405"/>
                </a:solidFill>
              </a:rPr>
              <a:t> </a:t>
            </a:r>
            <a:r>
              <a:rPr lang="en-US" sz="1500" dirty="0" err="1">
                <a:solidFill>
                  <a:srgbClr val="030405"/>
                </a:solidFill>
              </a:rPr>
              <a:t>sự</a:t>
            </a:r>
            <a:r>
              <a:rPr lang="en-US" sz="1500" dirty="0">
                <a:solidFill>
                  <a:srgbClr val="030405"/>
                </a:solidFill>
              </a:rPr>
              <a:t> </a:t>
            </a:r>
            <a:r>
              <a:rPr lang="en-US" sz="1500" dirty="0" err="1">
                <a:solidFill>
                  <a:srgbClr val="030405"/>
                </a:solidFill>
              </a:rPr>
              <a:t>mong</a:t>
            </a:r>
            <a:r>
              <a:rPr lang="en-US" sz="1500" dirty="0">
                <a:solidFill>
                  <a:srgbClr val="030405"/>
                </a:solidFill>
              </a:rPr>
              <a:t> </a:t>
            </a:r>
            <a:r>
              <a:rPr lang="en-US" sz="1500" dirty="0" err="1">
                <a:solidFill>
                  <a:srgbClr val="030405"/>
                </a:solidFill>
              </a:rPr>
              <a:t>đợi</a:t>
            </a:r>
            <a:r>
              <a:rPr lang="en-US" sz="1500" dirty="0">
                <a:solidFill>
                  <a:srgbClr val="030405"/>
                </a:solidFill>
              </a:rPr>
              <a:t> </a:t>
            </a:r>
            <a:r>
              <a:rPr lang="en-US" sz="1500" dirty="0" err="1">
                <a:solidFill>
                  <a:srgbClr val="030405"/>
                </a:solidFill>
              </a:rPr>
              <a:t>của</a:t>
            </a:r>
            <a:r>
              <a:rPr lang="en-US" sz="1500" dirty="0">
                <a:solidFill>
                  <a:srgbClr val="030405"/>
                </a:solidFill>
              </a:rPr>
              <a:t> </a:t>
            </a:r>
            <a:r>
              <a:rPr lang="en-US" sz="1500" dirty="0" err="1">
                <a:solidFill>
                  <a:srgbClr val="030405"/>
                </a:solidFill>
              </a:rPr>
              <a:t>cộng</a:t>
            </a:r>
            <a:r>
              <a:rPr lang="en-US" sz="1500" dirty="0">
                <a:solidFill>
                  <a:srgbClr val="030405"/>
                </a:solidFill>
              </a:rPr>
              <a:t> </a:t>
            </a:r>
            <a:r>
              <a:rPr lang="en-US" sz="1500" dirty="0" err="1">
                <a:solidFill>
                  <a:srgbClr val="030405"/>
                </a:solidFill>
              </a:rPr>
              <a:t>đồng</a:t>
            </a:r>
            <a:endParaRPr lang="en-US" sz="1500" dirty="0">
              <a:solidFill>
                <a:srgbClr val="030405"/>
              </a:solidFill>
            </a:endParaRPr>
          </a:p>
          <a:p>
            <a:pPr>
              <a:lnSpc>
                <a:spcPct val="120000"/>
              </a:lnSpc>
              <a:spcBef>
                <a:spcPts val="600"/>
              </a:spcBef>
            </a:pPr>
            <a:r>
              <a:rPr lang="en-US" sz="1500" b="1" i="1" dirty="0" err="1">
                <a:solidFill>
                  <a:schemeClr val="accent4">
                    <a:lumMod val="75000"/>
                  </a:schemeClr>
                </a:solidFill>
              </a:rPr>
              <a:t>Hệ</a:t>
            </a:r>
            <a:r>
              <a:rPr lang="en-US" sz="1500" b="1" i="1" dirty="0">
                <a:solidFill>
                  <a:schemeClr val="accent4">
                    <a:lumMod val="75000"/>
                  </a:schemeClr>
                </a:solidFill>
              </a:rPr>
              <a:t> </a:t>
            </a:r>
            <a:r>
              <a:rPr lang="en-US" sz="1500" b="1" i="1" dirty="0" err="1">
                <a:solidFill>
                  <a:schemeClr val="accent4">
                    <a:lumMod val="75000"/>
                  </a:schemeClr>
                </a:solidFill>
              </a:rPr>
              <a:t>thống</a:t>
            </a:r>
            <a:r>
              <a:rPr lang="en-US" sz="1500" b="1" i="1" dirty="0">
                <a:solidFill>
                  <a:schemeClr val="accent4">
                    <a:lumMod val="75000"/>
                  </a:schemeClr>
                </a:solidFill>
              </a:rPr>
              <a:t> </a:t>
            </a:r>
            <a:r>
              <a:rPr lang="en-US" sz="1500" b="1" i="1" dirty="0" err="1">
                <a:solidFill>
                  <a:schemeClr val="accent4">
                    <a:lumMod val="75000"/>
                  </a:schemeClr>
                </a:solidFill>
              </a:rPr>
              <a:t>quán</a:t>
            </a:r>
            <a:r>
              <a:rPr lang="en-US" sz="1500" b="1" i="1" dirty="0">
                <a:solidFill>
                  <a:schemeClr val="accent4">
                    <a:lumMod val="75000"/>
                  </a:schemeClr>
                </a:solidFill>
              </a:rPr>
              <a:t> </a:t>
            </a:r>
            <a:r>
              <a:rPr lang="en-US" sz="1500" b="1" i="1" dirty="0" err="1">
                <a:solidFill>
                  <a:schemeClr val="accent4">
                    <a:lumMod val="75000"/>
                  </a:schemeClr>
                </a:solidFill>
              </a:rPr>
              <a:t>lý</a:t>
            </a:r>
            <a:r>
              <a:rPr lang="en-US" sz="1500" b="1" i="1" dirty="0">
                <a:solidFill>
                  <a:schemeClr val="accent4">
                    <a:lumMod val="75000"/>
                  </a:schemeClr>
                </a:solidFill>
              </a:rPr>
              <a:t> </a:t>
            </a:r>
            <a:r>
              <a:rPr lang="en-US" sz="1500" b="1" i="1" dirty="0" err="1">
                <a:solidFill>
                  <a:schemeClr val="accent4">
                    <a:lumMod val="75000"/>
                  </a:schemeClr>
                </a:solidFill>
              </a:rPr>
              <a:t>tài</a:t>
            </a:r>
            <a:r>
              <a:rPr lang="en-US" sz="1500" b="1" i="1" dirty="0">
                <a:solidFill>
                  <a:schemeClr val="accent4">
                    <a:lumMod val="75000"/>
                  </a:schemeClr>
                </a:solidFill>
              </a:rPr>
              <a:t> </a:t>
            </a:r>
            <a:r>
              <a:rPr lang="en-US" sz="1500" b="1" i="1" dirty="0" err="1">
                <a:solidFill>
                  <a:schemeClr val="accent4">
                    <a:lumMod val="75000"/>
                  </a:schemeClr>
                </a:solidFill>
              </a:rPr>
              <a:t>sản</a:t>
            </a:r>
            <a:r>
              <a:rPr lang="en-US" sz="1500" b="1" i="1" dirty="0">
                <a:solidFill>
                  <a:schemeClr val="accent4">
                    <a:lumMod val="75000"/>
                  </a:schemeClr>
                </a:solidFill>
              </a:rPr>
              <a:t> </a:t>
            </a:r>
            <a:r>
              <a:rPr lang="en-US" sz="1500" b="1" i="1" dirty="0" err="1">
                <a:solidFill>
                  <a:schemeClr val="accent4">
                    <a:lumMod val="75000"/>
                  </a:schemeClr>
                </a:solidFill>
              </a:rPr>
              <a:t>bao</a:t>
            </a:r>
            <a:r>
              <a:rPr lang="en-US" sz="1500" b="1" i="1" dirty="0">
                <a:solidFill>
                  <a:schemeClr val="accent4">
                    <a:lumMod val="75000"/>
                  </a:schemeClr>
                </a:solidFill>
              </a:rPr>
              <a:t> </a:t>
            </a:r>
            <a:r>
              <a:rPr lang="en-US" sz="1500" b="1" i="1" dirty="0" err="1">
                <a:solidFill>
                  <a:schemeClr val="accent4">
                    <a:lumMod val="75000"/>
                  </a:schemeClr>
                </a:solidFill>
              </a:rPr>
              <a:t>gồm</a:t>
            </a:r>
            <a:r>
              <a:rPr lang="en-US" sz="1500" b="1" i="1" dirty="0">
                <a:solidFill>
                  <a:schemeClr val="accent4">
                    <a:lumMod val="75000"/>
                  </a:schemeClr>
                </a:solidFill>
              </a:rPr>
              <a:t> </a:t>
            </a:r>
            <a:r>
              <a:rPr lang="en-US" sz="1500" b="1" i="1" dirty="0" err="1">
                <a:solidFill>
                  <a:schemeClr val="accent4">
                    <a:lumMod val="75000"/>
                  </a:schemeClr>
                </a:solidFill>
              </a:rPr>
              <a:t>việ</a:t>
            </a:r>
            <a:r>
              <a:rPr lang="en-US" sz="1500" b="1" i="1" dirty="0">
                <a:solidFill>
                  <a:schemeClr val="accent4">
                    <a:lumMod val="75000"/>
                  </a:schemeClr>
                </a:solidFill>
              </a:rPr>
              <a:t> </a:t>
            </a:r>
            <a:r>
              <a:rPr lang="en-US" sz="1500" b="1" i="1" dirty="0" err="1">
                <a:solidFill>
                  <a:schemeClr val="accent4">
                    <a:lumMod val="75000"/>
                  </a:schemeClr>
                </a:solidFill>
              </a:rPr>
              <a:t>quản</a:t>
            </a:r>
            <a:r>
              <a:rPr lang="en-US" sz="1500" b="1" i="1" dirty="0">
                <a:solidFill>
                  <a:schemeClr val="accent4">
                    <a:lumMod val="75000"/>
                  </a:schemeClr>
                </a:solidFill>
              </a:rPr>
              <a:t> </a:t>
            </a:r>
            <a:r>
              <a:rPr lang="en-US" sz="1500" b="1" i="1" dirty="0" err="1">
                <a:solidFill>
                  <a:schemeClr val="accent4">
                    <a:lumMod val="75000"/>
                  </a:schemeClr>
                </a:solidFill>
              </a:rPr>
              <a:t>lý</a:t>
            </a:r>
            <a:r>
              <a:rPr lang="en-US" sz="1500" b="1" i="1" dirty="0">
                <a:solidFill>
                  <a:schemeClr val="accent4">
                    <a:lumMod val="75000"/>
                  </a:schemeClr>
                </a:solidFill>
              </a:rPr>
              <a:t>:</a:t>
            </a:r>
          </a:p>
          <a:p>
            <a:pPr>
              <a:lnSpc>
                <a:spcPct val="120000"/>
              </a:lnSpc>
              <a:spcBef>
                <a:spcPts val="600"/>
              </a:spcBef>
            </a:pPr>
            <a:r>
              <a:rPr lang="en-US" sz="1500" dirty="0">
                <a:solidFill>
                  <a:srgbClr val="030405"/>
                </a:solidFill>
              </a:rPr>
              <a:t>• </a:t>
            </a:r>
            <a:r>
              <a:rPr lang="en-US" sz="1500" dirty="0" err="1">
                <a:solidFill>
                  <a:srgbClr val="030405"/>
                </a:solidFill>
              </a:rPr>
              <a:t>các</a:t>
            </a:r>
            <a:r>
              <a:rPr lang="en-US" sz="1500" dirty="0">
                <a:solidFill>
                  <a:srgbClr val="030405"/>
                </a:solidFill>
              </a:rPr>
              <a:t> </a:t>
            </a:r>
            <a:r>
              <a:rPr lang="en-US" sz="1500" dirty="0" err="1">
                <a:solidFill>
                  <a:srgbClr val="030405"/>
                </a:solidFill>
              </a:rPr>
              <a:t>công</a:t>
            </a:r>
            <a:r>
              <a:rPr lang="en-US" sz="1500" dirty="0">
                <a:solidFill>
                  <a:srgbClr val="030405"/>
                </a:solidFill>
              </a:rPr>
              <a:t> </a:t>
            </a:r>
            <a:r>
              <a:rPr lang="en-US" sz="1500" dirty="0" err="1">
                <a:solidFill>
                  <a:srgbClr val="030405"/>
                </a:solidFill>
              </a:rPr>
              <a:t>trình</a:t>
            </a:r>
            <a:r>
              <a:rPr lang="en-US" sz="1500" dirty="0">
                <a:solidFill>
                  <a:srgbClr val="030405"/>
                </a:solidFill>
              </a:rPr>
              <a:t> </a:t>
            </a:r>
            <a:r>
              <a:rPr lang="en-US" sz="1500" dirty="0" err="1">
                <a:solidFill>
                  <a:srgbClr val="030405"/>
                </a:solidFill>
              </a:rPr>
              <a:t>cụ</a:t>
            </a:r>
            <a:r>
              <a:rPr lang="en-US" sz="1500" dirty="0">
                <a:solidFill>
                  <a:srgbClr val="030405"/>
                </a:solidFill>
              </a:rPr>
              <a:t> </a:t>
            </a:r>
            <a:r>
              <a:rPr lang="en-US" sz="1500" dirty="0" err="1">
                <a:solidFill>
                  <a:srgbClr val="030405"/>
                </a:solidFill>
              </a:rPr>
              <a:t>thể</a:t>
            </a:r>
            <a:r>
              <a:rPr lang="en-US" sz="1500" dirty="0">
                <a:solidFill>
                  <a:srgbClr val="030405"/>
                </a:solidFill>
              </a:rPr>
              <a:t> (</a:t>
            </a:r>
            <a:r>
              <a:rPr lang="en-US" sz="1500" dirty="0" err="1">
                <a:solidFill>
                  <a:srgbClr val="030405"/>
                </a:solidFill>
              </a:rPr>
              <a:t>như</a:t>
            </a:r>
            <a:r>
              <a:rPr lang="en-US" sz="1500" dirty="0">
                <a:solidFill>
                  <a:srgbClr val="030405"/>
                </a:solidFill>
              </a:rPr>
              <a:t> </a:t>
            </a:r>
            <a:r>
              <a:rPr lang="en-US" sz="1500" dirty="0" err="1">
                <a:solidFill>
                  <a:srgbClr val="030405"/>
                </a:solidFill>
              </a:rPr>
              <a:t>mặt</a:t>
            </a:r>
            <a:r>
              <a:rPr lang="en-US" sz="1500" dirty="0">
                <a:solidFill>
                  <a:srgbClr val="030405"/>
                </a:solidFill>
              </a:rPr>
              <a:t> </a:t>
            </a:r>
            <a:r>
              <a:rPr lang="en-US" sz="1500" dirty="0" err="1">
                <a:solidFill>
                  <a:srgbClr val="030405"/>
                </a:solidFill>
              </a:rPr>
              <a:t>đường</a:t>
            </a:r>
            <a:r>
              <a:rPr lang="en-US" sz="1500" dirty="0">
                <a:solidFill>
                  <a:srgbClr val="030405"/>
                </a:solidFill>
              </a:rPr>
              <a:t>, </a:t>
            </a:r>
            <a:r>
              <a:rPr lang="en-US" sz="1500" dirty="0" err="1">
                <a:solidFill>
                  <a:srgbClr val="030405"/>
                </a:solidFill>
              </a:rPr>
              <a:t>cầu</a:t>
            </a:r>
            <a:r>
              <a:rPr lang="en-US" sz="1500" dirty="0">
                <a:solidFill>
                  <a:srgbClr val="030405"/>
                </a:solidFill>
              </a:rPr>
              <a:t>,…) </a:t>
            </a:r>
          </a:p>
          <a:p>
            <a:pPr>
              <a:lnSpc>
                <a:spcPct val="120000"/>
              </a:lnSpc>
              <a:spcBef>
                <a:spcPts val="600"/>
              </a:spcBef>
            </a:pPr>
            <a:r>
              <a:rPr lang="en-US" sz="1500" dirty="0">
                <a:solidFill>
                  <a:srgbClr val="030405"/>
                </a:solidFill>
              </a:rPr>
              <a:t>• </a:t>
            </a:r>
            <a:r>
              <a:rPr lang="en-US" sz="1500" dirty="0" err="1">
                <a:solidFill>
                  <a:srgbClr val="030405"/>
                </a:solidFill>
              </a:rPr>
              <a:t>nguồn</a:t>
            </a:r>
            <a:r>
              <a:rPr lang="en-US" sz="1500" dirty="0">
                <a:solidFill>
                  <a:srgbClr val="030405"/>
                </a:solidFill>
              </a:rPr>
              <a:t> </a:t>
            </a:r>
            <a:r>
              <a:rPr lang="en-US" sz="1500" dirty="0" err="1">
                <a:solidFill>
                  <a:srgbClr val="030405"/>
                </a:solidFill>
              </a:rPr>
              <a:t>nhân</a:t>
            </a:r>
            <a:r>
              <a:rPr lang="en-US" sz="1500" dirty="0">
                <a:solidFill>
                  <a:srgbClr val="030405"/>
                </a:solidFill>
              </a:rPr>
              <a:t> </a:t>
            </a:r>
            <a:r>
              <a:rPr lang="en-US" sz="1500" dirty="0" err="1">
                <a:solidFill>
                  <a:srgbClr val="030405"/>
                </a:solidFill>
              </a:rPr>
              <a:t>lực</a:t>
            </a:r>
            <a:r>
              <a:rPr lang="en-US" sz="1500" dirty="0">
                <a:solidFill>
                  <a:srgbClr val="030405"/>
                </a:solidFill>
              </a:rPr>
              <a:t> (con </a:t>
            </a:r>
            <a:r>
              <a:rPr lang="en-US" sz="1500" dirty="0" err="1">
                <a:solidFill>
                  <a:srgbClr val="030405"/>
                </a:solidFill>
              </a:rPr>
              <a:t>người</a:t>
            </a:r>
            <a:r>
              <a:rPr lang="en-US" sz="1500" dirty="0">
                <a:solidFill>
                  <a:srgbClr val="030405"/>
                </a:solidFill>
              </a:rPr>
              <a:t> </a:t>
            </a:r>
            <a:r>
              <a:rPr lang="en-US" sz="1500" dirty="0" err="1">
                <a:solidFill>
                  <a:srgbClr val="030405"/>
                </a:solidFill>
              </a:rPr>
              <a:t>và</a:t>
            </a:r>
            <a:r>
              <a:rPr lang="en-US" sz="1500" dirty="0">
                <a:solidFill>
                  <a:srgbClr val="030405"/>
                </a:solidFill>
              </a:rPr>
              <a:t> </a:t>
            </a:r>
            <a:r>
              <a:rPr lang="en-US" sz="1500" dirty="0" err="1">
                <a:solidFill>
                  <a:srgbClr val="030405"/>
                </a:solidFill>
              </a:rPr>
              <a:t>kiến</a:t>
            </a:r>
            <a:r>
              <a:rPr lang="en-US" sz="1500" dirty="0">
                <a:solidFill>
                  <a:srgbClr val="030405"/>
                </a:solidFill>
              </a:rPr>
              <a:t> </a:t>
            </a:r>
            <a:r>
              <a:rPr lang="en-US" sz="1500" dirty="0" err="1">
                <a:solidFill>
                  <a:srgbClr val="030405"/>
                </a:solidFill>
              </a:rPr>
              <a:t>thức</a:t>
            </a:r>
            <a:r>
              <a:rPr lang="en-US" sz="1500" dirty="0">
                <a:solidFill>
                  <a:srgbClr val="030405"/>
                </a:solidFill>
              </a:rPr>
              <a:t> ).</a:t>
            </a:r>
          </a:p>
          <a:p>
            <a:pPr>
              <a:lnSpc>
                <a:spcPct val="120000"/>
              </a:lnSpc>
              <a:spcBef>
                <a:spcPts val="600"/>
              </a:spcBef>
            </a:pPr>
            <a:r>
              <a:rPr lang="en-US" sz="1500" dirty="0">
                <a:solidFill>
                  <a:srgbClr val="030405"/>
                </a:solidFill>
              </a:rPr>
              <a:t>• </a:t>
            </a:r>
            <a:r>
              <a:rPr lang="en-US" sz="1500" dirty="0" err="1">
                <a:solidFill>
                  <a:srgbClr val="030405"/>
                </a:solidFill>
              </a:rPr>
              <a:t>Thiết</a:t>
            </a:r>
            <a:r>
              <a:rPr lang="en-US" sz="1500" dirty="0">
                <a:solidFill>
                  <a:srgbClr val="030405"/>
                </a:solidFill>
              </a:rPr>
              <a:t> </a:t>
            </a:r>
            <a:r>
              <a:rPr lang="en-US" sz="1500" dirty="0" err="1">
                <a:solidFill>
                  <a:srgbClr val="030405"/>
                </a:solidFill>
              </a:rPr>
              <a:t>bị</a:t>
            </a:r>
            <a:r>
              <a:rPr lang="en-US" sz="1500" dirty="0">
                <a:solidFill>
                  <a:srgbClr val="030405"/>
                </a:solidFill>
              </a:rPr>
              <a:t> </a:t>
            </a:r>
            <a:r>
              <a:rPr lang="en-US" sz="1500" dirty="0" err="1">
                <a:solidFill>
                  <a:srgbClr val="030405"/>
                </a:solidFill>
              </a:rPr>
              <a:t>và</a:t>
            </a:r>
            <a:r>
              <a:rPr lang="en-US" sz="1500" dirty="0">
                <a:solidFill>
                  <a:srgbClr val="030405"/>
                </a:solidFill>
              </a:rPr>
              <a:t> </a:t>
            </a:r>
            <a:r>
              <a:rPr lang="en-US" sz="1500" dirty="0" err="1">
                <a:solidFill>
                  <a:srgbClr val="030405"/>
                </a:solidFill>
              </a:rPr>
              <a:t>vật</a:t>
            </a:r>
            <a:r>
              <a:rPr lang="en-US" sz="1500" dirty="0">
                <a:solidFill>
                  <a:srgbClr val="030405"/>
                </a:solidFill>
              </a:rPr>
              <a:t> </a:t>
            </a:r>
            <a:r>
              <a:rPr lang="en-US" sz="1500" dirty="0" err="1">
                <a:solidFill>
                  <a:srgbClr val="030405"/>
                </a:solidFill>
              </a:rPr>
              <a:t>liệu</a:t>
            </a:r>
            <a:r>
              <a:rPr lang="en-US" sz="1500" dirty="0">
                <a:solidFill>
                  <a:srgbClr val="030405"/>
                </a:solidFill>
              </a:rPr>
              <a:t>.</a:t>
            </a:r>
          </a:p>
          <a:p>
            <a:pPr>
              <a:lnSpc>
                <a:spcPct val="120000"/>
              </a:lnSpc>
              <a:spcBef>
                <a:spcPts val="600"/>
              </a:spcBef>
            </a:pPr>
            <a:r>
              <a:rPr lang="en-US" sz="1500" dirty="0">
                <a:solidFill>
                  <a:srgbClr val="030405"/>
                </a:solidFill>
              </a:rPr>
              <a:t>• </a:t>
            </a:r>
            <a:r>
              <a:rPr lang="en-US" sz="1500" dirty="0" err="1">
                <a:solidFill>
                  <a:srgbClr val="030405"/>
                </a:solidFill>
              </a:rPr>
              <a:t>Các</a:t>
            </a:r>
            <a:r>
              <a:rPr lang="en-US" sz="1500" dirty="0">
                <a:solidFill>
                  <a:srgbClr val="030405"/>
                </a:solidFill>
              </a:rPr>
              <a:t> </a:t>
            </a:r>
            <a:r>
              <a:rPr lang="en-US" sz="1500" dirty="0" err="1">
                <a:solidFill>
                  <a:srgbClr val="030405"/>
                </a:solidFill>
              </a:rPr>
              <a:t>hạng</a:t>
            </a:r>
            <a:r>
              <a:rPr lang="en-US" sz="1500" dirty="0">
                <a:solidFill>
                  <a:srgbClr val="030405"/>
                </a:solidFill>
              </a:rPr>
              <a:t> </a:t>
            </a:r>
            <a:r>
              <a:rPr lang="en-US" sz="1500" dirty="0" err="1">
                <a:solidFill>
                  <a:srgbClr val="030405"/>
                </a:solidFill>
              </a:rPr>
              <a:t>mục</a:t>
            </a:r>
            <a:r>
              <a:rPr lang="en-US" sz="1500" dirty="0">
                <a:solidFill>
                  <a:srgbClr val="030405"/>
                </a:solidFill>
              </a:rPr>
              <a:t> </a:t>
            </a:r>
            <a:r>
              <a:rPr lang="en-US" sz="1500" dirty="0" err="1">
                <a:solidFill>
                  <a:srgbClr val="030405"/>
                </a:solidFill>
              </a:rPr>
              <a:t>có</a:t>
            </a:r>
            <a:r>
              <a:rPr lang="en-US" sz="1500" dirty="0">
                <a:solidFill>
                  <a:srgbClr val="030405"/>
                </a:solidFill>
              </a:rPr>
              <a:t> </a:t>
            </a:r>
            <a:r>
              <a:rPr lang="en-US" sz="1500" dirty="0" err="1">
                <a:solidFill>
                  <a:srgbClr val="030405"/>
                </a:solidFill>
              </a:rPr>
              <a:t>giá</a:t>
            </a:r>
            <a:r>
              <a:rPr lang="en-US" sz="1500" dirty="0">
                <a:solidFill>
                  <a:srgbClr val="030405"/>
                </a:solidFill>
              </a:rPr>
              <a:t> </a:t>
            </a:r>
            <a:r>
              <a:rPr lang="en-US" sz="1500" dirty="0" err="1">
                <a:solidFill>
                  <a:srgbClr val="030405"/>
                </a:solidFill>
              </a:rPr>
              <a:t>trị</a:t>
            </a:r>
            <a:r>
              <a:rPr lang="en-US" sz="1500" dirty="0">
                <a:solidFill>
                  <a:srgbClr val="030405"/>
                </a:solidFill>
              </a:rPr>
              <a:t> </a:t>
            </a:r>
            <a:r>
              <a:rPr lang="en-US" sz="1500" dirty="0" err="1">
                <a:solidFill>
                  <a:srgbClr val="030405"/>
                </a:solidFill>
              </a:rPr>
              <a:t>khác</a:t>
            </a:r>
            <a:r>
              <a:rPr lang="en-US" sz="1500" dirty="0">
                <a:solidFill>
                  <a:srgbClr val="030405"/>
                </a:solidFill>
              </a:rPr>
              <a:t> </a:t>
            </a:r>
            <a:r>
              <a:rPr lang="en-US" sz="1500" dirty="0" err="1">
                <a:solidFill>
                  <a:srgbClr val="030405"/>
                </a:solidFill>
              </a:rPr>
              <a:t>như</a:t>
            </a:r>
            <a:r>
              <a:rPr lang="en-US" sz="1500" dirty="0">
                <a:solidFill>
                  <a:srgbClr val="030405"/>
                </a:solidFill>
              </a:rPr>
              <a:t> </a:t>
            </a:r>
            <a:r>
              <a:rPr lang="en-US" sz="1500" dirty="0" err="1">
                <a:solidFill>
                  <a:srgbClr val="030405"/>
                </a:solidFill>
              </a:rPr>
              <a:t>là</a:t>
            </a:r>
            <a:r>
              <a:rPr lang="en-US" sz="1500" dirty="0">
                <a:solidFill>
                  <a:srgbClr val="030405"/>
                </a:solidFill>
              </a:rPr>
              <a:t> </a:t>
            </a:r>
            <a:r>
              <a:rPr lang="en-US" sz="1500" dirty="0" err="1">
                <a:solidFill>
                  <a:srgbClr val="030405"/>
                </a:solidFill>
              </a:rPr>
              <a:t>hành</a:t>
            </a:r>
            <a:r>
              <a:rPr lang="en-US" sz="1500" dirty="0">
                <a:solidFill>
                  <a:srgbClr val="030405"/>
                </a:solidFill>
              </a:rPr>
              <a:t> </a:t>
            </a:r>
            <a:r>
              <a:rPr lang="en-US" sz="1500" dirty="0" err="1">
                <a:solidFill>
                  <a:srgbClr val="030405"/>
                </a:solidFill>
              </a:rPr>
              <a:t>lang</a:t>
            </a:r>
            <a:r>
              <a:rPr lang="en-US" sz="1500" dirty="0">
                <a:solidFill>
                  <a:srgbClr val="030405"/>
                </a:solidFill>
              </a:rPr>
              <a:t> </a:t>
            </a:r>
            <a:r>
              <a:rPr lang="en-US" sz="1500" dirty="0" err="1">
                <a:solidFill>
                  <a:srgbClr val="030405"/>
                </a:solidFill>
              </a:rPr>
              <a:t>đường</a:t>
            </a:r>
            <a:r>
              <a:rPr lang="en-US" sz="1500" dirty="0">
                <a:solidFill>
                  <a:srgbClr val="030405"/>
                </a:solidFill>
              </a:rPr>
              <a:t>, </a:t>
            </a:r>
            <a:r>
              <a:rPr lang="en-US" sz="1500" dirty="0" err="1">
                <a:solidFill>
                  <a:srgbClr val="030405"/>
                </a:solidFill>
              </a:rPr>
              <a:t>số</a:t>
            </a:r>
            <a:r>
              <a:rPr lang="en-US" sz="1500" dirty="0">
                <a:solidFill>
                  <a:srgbClr val="030405"/>
                </a:solidFill>
              </a:rPr>
              <a:t> </a:t>
            </a:r>
            <a:r>
              <a:rPr lang="en-US" sz="1500" dirty="0" err="1">
                <a:solidFill>
                  <a:srgbClr val="030405"/>
                </a:solidFill>
              </a:rPr>
              <a:t>liệu</a:t>
            </a:r>
            <a:r>
              <a:rPr lang="en-US" sz="1500" dirty="0">
                <a:solidFill>
                  <a:srgbClr val="030405"/>
                </a:solidFill>
              </a:rPr>
              <a:t>, </a:t>
            </a:r>
            <a:r>
              <a:rPr lang="en-US" sz="1500" dirty="0" err="1">
                <a:solidFill>
                  <a:srgbClr val="030405"/>
                </a:solidFill>
              </a:rPr>
              <a:t>hệ</a:t>
            </a:r>
            <a:r>
              <a:rPr lang="en-US" sz="1500" dirty="0">
                <a:solidFill>
                  <a:srgbClr val="030405"/>
                </a:solidFill>
              </a:rPr>
              <a:t> </a:t>
            </a:r>
            <a:r>
              <a:rPr lang="en-US" sz="1500" dirty="0" err="1">
                <a:solidFill>
                  <a:srgbClr val="030405"/>
                </a:solidFill>
              </a:rPr>
              <a:t>thống</a:t>
            </a:r>
            <a:r>
              <a:rPr lang="en-US" sz="1500" dirty="0">
                <a:solidFill>
                  <a:srgbClr val="030405"/>
                </a:solidFill>
              </a:rPr>
              <a:t> </a:t>
            </a:r>
            <a:r>
              <a:rPr lang="en-US" sz="1500" dirty="0" err="1">
                <a:solidFill>
                  <a:srgbClr val="030405"/>
                </a:solidFill>
              </a:rPr>
              <a:t>máy</a:t>
            </a:r>
            <a:r>
              <a:rPr lang="en-US" sz="1500" dirty="0">
                <a:solidFill>
                  <a:srgbClr val="030405"/>
                </a:solidFill>
              </a:rPr>
              <a:t> </a:t>
            </a:r>
            <a:r>
              <a:rPr lang="en-US" sz="1500" dirty="0" err="1">
                <a:solidFill>
                  <a:srgbClr val="030405"/>
                </a:solidFill>
              </a:rPr>
              <a:t>tính</a:t>
            </a:r>
            <a:r>
              <a:rPr lang="en-US" sz="1500" dirty="0">
                <a:solidFill>
                  <a:srgbClr val="030405"/>
                </a:solidFill>
              </a:rPr>
              <a:t>, </a:t>
            </a:r>
            <a:r>
              <a:rPr lang="en-US" sz="1500" dirty="0" err="1">
                <a:solidFill>
                  <a:srgbClr val="030405"/>
                </a:solidFill>
              </a:rPr>
              <a:t>các</a:t>
            </a:r>
            <a:r>
              <a:rPr lang="en-US" sz="1500" dirty="0">
                <a:solidFill>
                  <a:srgbClr val="030405"/>
                </a:solidFill>
              </a:rPr>
              <a:t> </a:t>
            </a:r>
            <a:r>
              <a:rPr lang="en-US" sz="1500" dirty="0" err="1">
                <a:solidFill>
                  <a:srgbClr val="030405"/>
                </a:solidFill>
              </a:rPr>
              <a:t>phương</a:t>
            </a:r>
            <a:r>
              <a:rPr lang="en-US" sz="1500" dirty="0">
                <a:solidFill>
                  <a:srgbClr val="030405"/>
                </a:solidFill>
              </a:rPr>
              <a:t> </a:t>
            </a:r>
            <a:r>
              <a:rPr lang="en-US" sz="1500" dirty="0" err="1">
                <a:solidFill>
                  <a:srgbClr val="030405"/>
                </a:solidFill>
              </a:rPr>
              <a:t>pháp</a:t>
            </a:r>
            <a:r>
              <a:rPr lang="en-US" sz="1500" dirty="0">
                <a:solidFill>
                  <a:srgbClr val="030405"/>
                </a:solidFill>
              </a:rPr>
              <a:t>, </a:t>
            </a:r>
            <a:r>
              <a:rPr lang="en-US" sz="1500" dirty="0" err="1">
                <a:solidFill>
                  <a:srgbClr val="030405"/>
                </a:solidFill>
              </a:rPr>
              <a:t>các</a:t>
            </a:r>
            <a:r>
              <a:rPr lang="en-US" sz="1500" dirty="0">
                <a:solidFill>
                  <a:srgbClr val="030405"/>
                </a:solidFill>
              </a:rPr>
              <a:t> </a:t>
            </a:r>
            <a:r>
              <a:rPr lang="en-US" sz="1500" dirty="0" err="1">
                <a:solidFill>
                  <a:srgbClr val="030405"/>
                </a:solidFill>
              </a:rPr>
              <a:t>công</a:t>
            </a:r>
            <a:r>
              <a:rPr lang="en-US" sz="1500" dirty="0">
                <a:solidFill>
                  <a:srgbClr val="030405"/>
                </a:solidFill>
              </a:rPr>
              <a:t> </a:t>
            </a:r>
            <a:r>
              <a:rPr lang="en-US" sz="1500" dirty="0" err="1">
                <a:solidFill>
                  <a:srgbClr val="030405"/>
                </a:solidFill>
              </a:rPr>
              <a:t>nghệ</a:t>
            </a:r>
            <a:r>
              <a:rPr lang="en-US" sz="1500" dirty="0">
                <a:solidFill>
                  <a:srgbClr val="030405"/>
                </a:solidFill>
              </a:rPr>
              <a:t>,….</a:t>
            </a:r>
          </a:p>
        </p:txBody>
      </p:sp>
      <p:sp>
        <p:nvSpPr>
          <p:cNvPr id="5" name="Rectangle 6"/>
          <p:cNvSpPr>
            <a:spLocks noChangeArrowheads="1"/>
          </p:cNvSpPr>
          <p:nvPr/>
        </p:nvSpPr>
        <p:spPr bwMode="auto">
          <a:xfrm>
            <a:off x="342900" y="328861"/>
            <a:ext cx="612795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spcBef>
                <a:spcPct val="50000"/>
              </a:spcBef>
            </a:pPr>
            <a:r>
              <a:rPr lang="en-US" sz="2000" b="1" dirty="0" err="1">
                <a:solidFill>
                  <a:srgbClr val="FF0000"/>
                </a:solidFill>
              </a:rPr>
              <a:t>Quản</a:t>
            </a:r>
            <a:r>
              <a:rPr lang="en-US" sz="2000" b="1" dirty="0">
                <a:solidFill>
                  <a:srgbClr val="FF0000"/>
                </a:solidFill>
              </a:rPr>
              <a:t> </a:t>
            </a:r>
            <a:r>
              <a:rPr lang="en-US" sz="2000" b="1" dirty="0" err="1">
                <a:solidFill>
                  <a:srgbClr val="FF0000"/>
                </a:solidFill>
              </a:rPr>
              <a:t>lý</a:t>
            </a:r>
            <a:r>
              <a:rPr lang="en-US" sz="2000" b="1" dirty="0">
                <a:solidFill>
                  <a:srgbClr val="FF0000"/>
                </a:solidFill>
              </a:rPr>
              <a:t> </a:t>
            </a:r>
            <a:r>
              <a:rPr lang="en-US" sz="2000" b="1" dirty="0" err="1">
                <a:solidFill>
                  <a:srgbClr val="FF0000"/>
                </a:solidFill>
              </a:rPr>
              <a:t>Tài</a:t>
            </a:r>
            <a:r>
              <a:rPr lang="en-US" sz="2000" b="1" dirty="0">
                <a:solidFill>
                  <a:srgbClr val="FF0000"/>
                </a:solidFill>
              </a:rPr>
              <a:t> </a:t>
            </a:r>
            <a:r>
              <a:rPr lang="en-US" sz="2000" b="1" dirty="0" err="1">
                <a:solidFill>
                  <a:srgbClr val="FF0000"/>
                </a:solidFill>
              </a:rPr>
              <a:t>sản</a:t>
            </a:r>
            <a:r>
              <a:rPr lang="en-US" sz="2000" b="1" dirty="0">
                <a:solidFill>
                  <a:srgbClr val="FF0000"/>
                </a:solidFill>
              </a:rPr>
              <a:t> </a:t>
            </a:r>
            <a:r>
              <a:rPr lang="en-US" sz="2000" b="1" dirty="0" err="1">
                <a:solidFill>
                  <a:srgbClr val="FF0000"/>
                </a:solidFill>
              </a:rPr>
              <a:t>Hạ</a:t>
            </a:r>
            <a:r>
              <a:rPr lang="en-US" sz="2000" b="1" dirty="0">
                <a:solidFill>
                  <a:srgbClr val="FF0000"/>
                </a:solidFill>
              </a:rPr>
              <a:t> </a:t>
            </a:r>
            <a:r>
              <a:rPr lang="en-US" sz="2000" b="1" dirty="0" err="1">
                <a:solidFill>
                  <a:srgbClr val="FF0000"/>
                </a:solidFill>
              </a:rPr>
              <a:t>tầng</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a:t>
            </a:r>
            <a:r>
              <a:rPr lang="en-US" sz="2000" b="1" dirty="0" err="1">
                <a:solidFill>
                  <a:srgbClr val="FF0000"/>
                </a:solidFill>
              </a:rPr>
              <a:t>bộ</a:t>
            </a:r>
            <a:endParaRPr lang="en-US" sz="2000" b="1" dirty="0">
              <a:solidFill>
                <a:srgbClr val="FF0000"/>
              </a:solidFill>
            </a:endParaRPr>
          </a:p>
        </p:txBody>
      </p:sp>
    </p:spTree>
    <p:extLst>
      <p:ext uri="{BB962C8B-B14F-4D97-AF65-F5344CB8AC3E}">
        <p14:creationId xmlns:p14="http://schemas.microsoft.com/office/powerpoint/2010/main" val="101362164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5900" y="1157842"/>
            <a:ext cx="8001000" cy="338554"/>
          </a:xfrm>
          <a:prstGeom prst="rect">
            <a:avLst/>
          </a:prstGeom>
        </p:spPr>
        <p:txBody>
          <a:bodyPr wrap="square">
            <a:spAutoFit/>
          </a:bodyPr>
          <a:lstStyle/>
          <a:p>
            <a:r>
              <a:rPr lang="en-US" sz="1600" b="1" i="1" dirty="0" err="1">
                <a:solidFill>
                  <a:schemeClr val="accent4">
                    <a:lumMod val="75000"/>
                  </a:schemeClr>
                </a:solidFill>
              </a:rPr>
              <a:t>Các</a:t>
            </a:r>
            <a:r>
              <a:rPr lang="en-US" sz="1600" b="1" i="1" dirty="0">
                <a:solidFill>
                  <a:schemeClr val="accent4">
                    <a:lumMod val="75000"/>
                  </a:schemeClr>
                </a:solidFill>
              </a:rPr>
              <a:t> </a:t>
            </a:r>
            <a:r>
              <a:rPr lang="en-US" sz="1600" b="1" i="1" dirty="0" err="1">
                <a:solidFill>
                  <a:schemeClr val="accent4">
                    <a:lumMod val="75000"/>
                  </a:schemeClr>
                </a:solidFill>
              </a:rPr>
              <a:t>cấu</a:t>
            </a:r>
            <a:r>
              <a:rPr lang="en-US" sz="1600" b="1" i="1" dirty="0">
                <a:solidFill>
                  <a:schemeClr val="accent4">
                    <a:lumMod val="75000"/>
                  </a:schemeClr>
                </a:solidFill>
              </a:rPr>
              <a:t> </a:t>
            </a:r>
            <a:r>
              <a:rPr lang="en-US" sz="1600" b="1" i="1" dirty="0" err="1">
                <a:solidFill>
                  <a:schemeClr val="accent4">
                    <a:lumMod val="75000"/>
                  </a:schemeClr>
                </a:solidFill>
              </a:rPr>
              <a:t>phần</a:t>
            </a:r>
            <a:r>
              <a:rPr lang="en-US" sz="1600" b="1" i="1" dirty="0">
                <a:solidFill>
                  <a:schemeClr val="accent4">
                    <a:lumMod val="75000"/>
                  </a:schemeClr>
                </a:solidFill>
              </a:rPr>
              <a:t> </a:t>
            </a:r>
            <a:r>
              <a:rPr lang="en-US" sz="1600" b="1" i="1" dirty="0" err="1">
                <a:solidFill>
                  <a:schemeClr val="accent4">
                    <a:lumMod val="75000"/>
                  </a:schemeClr>
                </a:solidFill>
              </a:rPr>
              <a:t>chính</a:t>
            </a:r>
            <a:r>
              <a:rPr lang="en-US" sz="1600" b="1" i="1" dirty="0">
                <a:solidFill>
                  <a:schemeClr val="accent4">
                    <a:lumMod val="75000"/>
                  </a:schemeClr>
                </a:solidFill>
              </a:rPr>
              <a:t> </a:t>
            </a:r>
            <a:r>
              <a:rPr lang="en-US" sz="1600" b="1" i="1" dirty="0" err="1">
                <a:solidFill>
                  <a:schemeClr val="accent4">
                    <a:lumMod val="75000"/>
                  </a:schemeClr>
                </a:solidFill>
              </a:rPr>
              <a:t>trong</a:t>
            </a:r>
            <a:r>
              <a:rPr lang="en-US" sz="1600" b="1" i="1" dirty="0">
                <a:solidFill>
                  <a:schemeClr val="accent4">
                    <a:lumMod val="75000"/>
                  </a:schemeClr>
                </a:solidFill>
              </a:rPr>
              <a:t> </a:t>
            </a:r>
            <a:r>
              <a:rPr lang="en-US" sz="1600" b="1" i="1" dirty="0" err="1">
                <a:solidFill>
                  <a:schemeClr val="accent4">
                    <a:lumMod val="75000"/>
                  </a:schemeClr>
                </a:solidFill>
              </a:rPr>
              <a:t>hệ</a:t>
            </a:r>
            <a:r>
              <a:rPr lang="en-US" sz="1600" b="1" i="1" dirty="0">
                <a:solidFill>
                  <a:schemeClr val="accent4">
                    <a:lumMod val="75000"/>
                  </a:schemeClr>
                </a:solidFill>
              </a:rPr>
              <a:t> </a:t>
            </a:r>
            <a:r>
              <a:rPr lang="en-US" sz="1600" b="1" i="1" dirty="0" err="1">
                <a:solidFill>
                  <a:schemeClr val="accent4">
                    <a:lumMod val="75000"/>
                  </a:schemeClr>
                </a:solidFill>
              </a:rPr>
              <a:t>thống</a:t>
            </a:r>
            <a:r>
              <a:rPr lang="en-US" sz="1600" b="1" i="1" dirty="0">
                <a:solidFill>
                  <a:schemeClr val="accent4">
                    <a:lumMod val="75000"/>
                  </a:schemeClr>
                </a:solidFill>
              </a:rPr>
              <a:t> </a:t>
            </a:r>
            <a:r>
              <a:rPr lang="en-US" sz="1600" b="1" i="1" dirty="0" err="1">
                <a:solidFill>
                  <a:schemeClr val="accent4">
                    <a:lumMod val="75000"/>
                  </a:schemeClr>
                </a:solidFill>
              </a:rPr>
              <a:t>quản</a:t>
            </a:r>
            <a:r>
              <a:rPr lang="en-US" sz="1600" b="1" i="1" dirty="0">
                <a:solidFill>
                  <a:schemeClr val="accent4">
                    <a:lumMod val="75000"/>
                  </a:schemeClr>
                </a:solidFill>
              </a:rPr>
              <a:t> </a:t>
            </a:r>
            <a:r>
              <a:rPr lang="en-US" sz="1600" b="1" i="1" dirty="0" err="1">
                <a:solidFill>
                  <a:schemeClr val="accent4">
                    <a:lumMod val="75000"/>
                  </a:schemeClr>
                </a:solidFill>
              </a:rPr>
              <a:t>lý</a:t>
            </a:r>
            <a:r>
              <a:rPr lang="en-US" sz="1600" b="1" i="1" dirty="0">
                <a:solidFill>
                  <a:schemeClr val="accent4">
                    <a:lumMod val="75000"/>
                  </a:schemeClr>
                </a:solidFill>
              </a:rPr>
              <a:t> </a:t>
            </a:r>
            <a:r>
              <a:rPr lang="en-US" sz="1600" b="1" i="1" dirty="0" err="1">
                <a:solidFill>
                  <a:schemeClr val="accent4">
                    <a:lumMod val="75000"/>
                  </a:schemeClr>
                </a:solidFill>
              </a:rPr>
              <a:t>tài</a:t>
            </a:r>
            <a:r>
              <a:rPr lang="en-US" sz="1600" b="1" i="1" dirty="0">
                <a:solidFill>
                  <a:schemeClr val="accent4">
                    <a:lumMod val="75000"/>
                  </a:schemeClr>
                </a:solidFill>
              </a:rPr>
              <a:t> </a:t>
            </a:r>
            <a:r>
              <a:rPr lang="en-US" sz="1600" b="1" i="1" dirty="0" err="1">
                <a:solidFill>
                  <a:schemeClr val="accent4">
                    <a:lumMod val="75000"/>
                  </a:schemeClr>
                </a:solidFill>
              </a:rPr>
              <a:t>sản</a:t>
            </a:r>
            <a:endParaRPr lang="en-US" sz="1600" b="1" i="1" dirty="0">
              <a:solidFill>
                <a:schemeClr val="accent4">
                  <a:lumMod val="75000"/>
                </a:schemeClr>
              </a:solidFill>
            </a:endParaRPr>
          </a:p>
        </p:txBody>
      </p:sp>
      <p:pic>
        <p:nvPicPr>
          <p:cNvPr id="2048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638083"/>
            <a:ext cx="6542728" cy="43817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6"/>
          <p:cNvSpPr>
            <a:spLocks noChangeArrowheads="1"/>
          </p:cNvSpPr>
          <p:nvPr/>
        </p:nvSpPr>
        <p:spPr bwMode="auto">
          <a:xfrm>
            <a:off x="342900" y="328861"/>
            <a:ext cx="612795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spcBef>
                <a:spcPct val="50000"/>
              </a:spcBef>
            </a:pPr>
            <a:r>
              <a:rPr lang="en-US" sz="2000" b="1" dirty="0" err="1">
                <a:solidFill>
                  <a:srgbClr val="FF0000"/>
                </a:solidFill>
              </a:rPr>
              <a:t>Quản</a:t>
            </a:r>
            <a:r>
              <a:rPr lang="en-US" sz="2000" b="1" dirty="0">
                <a:solidFill>
                  <a:srgbClr val="FF0000"/>
                </a:solidFill>
              </a:rPr>
              <a:t> </a:t>
            </a:r>
            <a:r>
              <a:rPr lang="en-US" sz="2000" b="1" dirty="0" err="1">
                <a:solidFill>
                  <a:srgbClr val="FF0000"/>
                </a:solidFill>
              </a:rPr>
              <a:t>lý</a:t>
            </a:r>
            <a:r>
              <a:rPr lang="en-US" sz="2000" b="1" dirty="0">
                <a:solidFill>
                  <a:srgbClr val="FF0000"/>
                </a:solidFill>
              </a:rPr>
              <a:t> </a:t>
            </a:r>
            <a:r>
              <a:rPr lang="en-US" sz="2000" b="1" dirty="0" err="1">
                <a:solidFill>
                  <a:srgbClr val="FF0000"/>
                </a:solidFill>
              </a:rPr>
              <a:t>Tài</a:t>
            </a:r>
            <a:r>
              <a:rPr lang="en-US" sz="2000" b="1" dirty="0">
                <a:solidFill>
                  <a:srgbClr val="FF0000"/>
                </a:solidFill>
              </a:rPr>
              <a:t> </a:t>
            </a:r>
            <a:r>
              <a:rPr lang="en-US" sz="2000" b="1" dirty="0" err="1">
                <a:solidFill>
                  <a:srgbClr val="FF0000"/>
                </a:solidFill>
              </a:rPr>
              <a:t>sản</a:t>
            </a:r>
            <a:r>
              <a:rPr lang="en-US" sz="2000" b="1" dirty="0">
                <a:solidFill>
                  <a:srgbClr val="FF0000"/>
                </a:solidFill>
              </a:rPr>
              <a:t> </a:t>
            </a:r>
            <a:r>
              <a:rPr lang="en-US" sz="2000" b="1" dirty="0" err="1">
                <a:solidFill>
                  <a:srgbClr val="FF0000"/>
                </a:solidFill>
              </a:rPr>
              <a:t>Hạ</a:t>
            </a:r>
            <a:r>
              <a:rPr lang="en-US" sz="2000" b="1" dirty="0">
                <a:solidFill>
                  <a:srgbClr val="FF0000"/>
                </a:solidFill>
              </a:rPr>
              <a:t> </a:t>
            </a:r>
            <a:r>
              <a:rPr lang="en-US" sz="2000" b="1" dirty="0" err="1">
                <a:solidFill>
                  <a:srgbClr val="FF0000"/>
                </a:solidFill>
              </a:rPr>
              <a:t>tầng</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a:t>
            </a:r>
            <a:r>
              <a:rPr lang="en-US" sz="2000" b="1" dirty="0" err="1">
                <a:solidFill>
                  <a:srgbClr val="FF0000"/>
                </a:solidFill>
              </a:rPr>
              <a:t>bộ</a:t>
            </a:r>
            <a:endParaRPr lang="en-US" sz="2000" b="1" dirty="0">
              <a:solidFill>
                <a:srgbClr val="FF0000"/>
              </a:solidFill>
            </a:endParaRPr>
          </a:p>
        </p:txBody>
      </p:sp>
    </p:spTree>
    <p:extLst>
      <p:ext uri="{BB962C8B-B14F-4D97-AF65-F5344CB8AC3E}">
        <p14:creationId xmlns:p14="http://schemas.microsoft.com/office/powerpoint/2010/main" val="355882683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2900" y="1184588"/>
            <a:ext cx="8001000" cy="369332"/>
          </a:xfrm>
          <a:prstGeom prst="rect">
            <a:avLst/>
          </a:prstGeom>
        </p:spPr>
        <p:txBody>
          <a:bodyPr wrap="square">
            <a:spAutoFit/>
          </a:bodyPr>
          <a:lstStyle/>
          <a:p>
            <a:r>
              <a:rPr lang="en-US" b="1" i="1" dirty="0" err="1">
                <a:solidFill>
                  <a:schemeClr val="accent4">
                    <a:lumMod val="75000"/>
                  </a:schemeClr>
                </a:solidFill>
              </a:rPr>
              <a:t>Yêu</a:t>
            </a:r>
            <a:r>
              <a:rPr lang="en-US" b="1" i="1" dirty="0">
                <a:solidFill>
                  <a:schemeClr val="accent4">
                    <a:lumMod val="75000"/>
                  </a:schemeClr>
                </a:solidFill>
              </a:rPr>
              <a:t> </a:t>
            </a:r>
            <a:r>
              <a:rPr lang="en-US" b="1" i="1" dirty="0" err="1">
                <a:solidFill>
                  <a:schemeClr val="accent4">
                    <a:lumMod val="75000"/>
                  </a:schemeClr>
                </a:solidFill>
              </a:rPr>
              <a:t>cầu</a:t>
            </a:r>
            <a:r>
              <a:rPr lang="en-US" b="1" i="1" dirty="0">
                <a:solidFill>
                  <a:schemeClr val="accent4">
                    <a:lumMod val="75000"/>
                  </a:schemeClr>
                </a:solidFill>
              </a:rPr>
              <a:t> </a:t>
            </a:r>
            <a:r>
              <a:rPr lang="en-US" b="1" i="1" dirty="0" err="1">
                <a:solidFill>
                  <a:schemeClr val="accent4">
                    <a:lumMod val="75000"/>
                  </a:schemeClr>
                </a:solidFill>
              </a:rPr>
              <a:t>của</a:t>
            </a:r>
            <a:r>
              <a:rPr lang="en-US" b="1" i="1" dirty="0">
                <a:solidFill>
                  <a:schemeClr val="accent4">
                    <a:lumMod val="75000"/>
                  </a:schemeClr>
                </a:solidFill>
              </a:rPr>
              <a:t> </a:t>
            </a:r>
            <a:r>
              <a:rPr lang="en-US" b="1" i="1" dirty="0" err="1">
                <a:solidFill>
                  <a:schemeClr val="accent4">
                    <a:lumMod val="75000"/>
                  </a:schemeClr>
                </a:solidFill>
              </a:rPr>
              <a:t>hệ</a:t>
            </a:r>
            <a:r>
              <a:rPr lang="en-US" b="1" i="1" dirty="0">
                <a:solidFill>
                  <a:schemeClr val="accent4">
                    <a:lumMod val="75000"/>
                  </a:schemeClr>
                </a:solidFill>
              </a:rPr>
              <a:t> </a:t>
            </a:r>
            <a:r>
              <a:rPr lang="en-US" b="1" i="1" dirty="0" err="1">
                <a:solidFill>
                  <a:schemeClr val="accent4">
                    <a:lumMod val="75000"/>
                  </a:schemeClr>
                </a:solidFill>
              </a:rPr>
              <a:t>thống</a:t>
            </a:r>
            <a:r>
              <a:rPr lang="en-US" b="1" i="1" dirty="0">
                <a:solidFill>
                  <a:schemeClr val="accent4">
                    <a:lumMod val="75000"/>
                  </a:schemeClr>
                </a:solidFill>
              </a:rPr>
              <a:t> </a:t>
            </a:r>
            <a:r>
              <a:rPr lang="en-US" b="1" i="1" dirty="0" err="1">
                <a:solidFill>
                  <a:schemeClr val="accent4">
                    <a:lumMod val="75000"/>
                  </a:schemeClr>
                </a:solidFill>
              </a:rPr>
              <a:t>quản</a:t>
            </a:r>
            <a:r>
              <a:rPr lang="en-US" b="1" i="1" dirty="0">
                <a:solidFill>
                  <a:schemeClr val="accent4">
                    <a:lumMod val="75000"/>
                  </a:schemeClr>
                </a:solidFill>
              </a:rPr>
              <a:t> </a:t>
            </a:r>
            <a:r>
              <a:rPr lang="en-US" b="1" i="1" dirty="0" err="1">
                <a:solidFill>
                  <a:schemeClr val="accent4">
                    <a:lumMod val="75000"/>
                  </a:schemeClr>
                </a:solidFill>
              </a:rPr>
              <a:t>lý</a:t>
            </a:r>
            <a:r>
              <a:rPr lang="en-US" b="1" i="1" dirty="0">
                <a:solidFill>
                  <a:schemeClr val="accent4">
                    <a:lumMod val="75000"/>
                  </a:schemeClr>
                </a:solidFill>
              </a:rPr>
              <a:t> </a:t>
            </a:r>
            <a:r>
              <a:rPr lang="en-US" b="1" i="1" dirty="0" err="1">
                <a:solidFill>
                  <a:schemeClr val="accent4">
                    <a:lumMod val="75000"/>
                  </a:schemeClr>
                </a:solidFill>
              </a:rPr>
              <a:t>tài</a:t>
            </a:r>
            <a:r>
              <a:rPr lang="en-US" b="1" i="1" dirty="0">
                <a:solidFill>
                  <a:schemeClr val="accent4">
                    <a:lumMod val="75000"/>
                  </a:schemeClr>
                </a:solidFill>
              </a:rPr>
              <a:t> </a:t>
            </a:r>
            <a:r>
              <a:rPr lang="en-US" b="1" i="1" dirty="0" err="1">
                <a:solidFill>
                  <a:schemeClr val="accent4">
                    <a:lumMod val="75000"/>
                  </a:schemeClr>
                </a:solidFill>
              </a:rPr>
              <a:t>sản</a:t>
            </a:r>
            <a:endParaRPr lang="en-US" b="1" i="1" dirty="0">
              <a:solidFill>
                <a:schemeClr val="accent4">
                  <a:lumMod val="75000"/>
                </a:schemeClr>
              </a:solidFill>
            </a:endParaRPr>
          </a:p>
        </p:txBody>
      </p:sp>
      <p:sp>
        <p:nvSpPr>
          <p:cNvPr id="3" name="Rectangle 2"/>
          <p:cNvSpPr/>
          <p:nvPr/>
        </p:nvSpPr>
        <p:spPr>
          <a:xfrm>
            <a:off x="533400" y="1752600"/>
            <a:ext cx="8158843" cy="4696670"/>
          </a:xfrm>
          <a:prstGeom prst="rect">
            <a:avLst/>
          </a:prstGeom>
        </p:spPr>
        <p:txBody>
          <a:bodyPr wrap="square">
            <a:spAutoFit/>
          </a:bodyPr>
          <a:lstStyle/>
          <a:p>
            <a:pPr>
              <a:lnSpc>
                <a:spcPct val="120000"/>
              </a:lnSpc>
              <a:spcBef>
                <a:spcPts val="600"/>
              </a:spcBef>
            </a:pPr>
            <a:r>
              <a:rPr lang="en-US" dirty="0">
                <a:solidFill>
                  <a:schemeClr val="tx1">
                    <a:lumMod val="50000"/>
                  </a:schemeClr>
                </a:solidFill>
              </a:rPr>
              <a:t>• </a:t>
            </a:r>
            <a:r>
              <a:rPr lang="en-US" dirty="0" err="1">
                <a:solidFill>
                  <a:schemeClr val="tx1">
                    <a:lumMod val="50000"/>
                  </a:schemeClr>
                </a:solidFill>
              </a:rPr>
              <a:t>Bao</a:t>
            </a:r>
            <a:r>
              <a:rPr lang="en-US" dirty="0">
                <a:solidFill>
                  <a:schemeClr val="tx1">
                    <a:lumMod val="50000"/>
                  </a:schemeClr>
                </a:solidFill>
              </a:rPr>
              <a:t> </a:t>
            </a:r>
            <a:r>
              <a:rPr lang="en-US" dirty="0" err="1">
                <a:solidFill>
                  <a:schemeClr val="tx1">
                    <a:lumMod val="50000"/>
                  </a:schemeClr>
                </a:solidFill>
              </a:rPr>
              <a:t>gồm</a:t>
            </a:r>
            <a:r>
              <a:rPr lang="en-US" dirty="0">
                <a:solidFill>
                  <a:schemeClr val="tx1">
                    <a:lumMod val="50000"/>
                  </a:schemeClr>
                </a:solidFill>
              </a:rPr>
              <a:t> </a:t>
            </a:r>
            <a:r>
              <a:rPr lang="en-US" dirty="0" err="1">
                <a:solidFill>
                  <a:schemeClr val="tx1">
                    <a:lumMod val="50000"/>
                  </a:schemeClr>
                </a:solidFill>
              </a:rPr>
              <a:t>các</a:t>
            </a:r>
            <a:r>
              <a:rPr lang="en-US" dirty="0">
                <a:solidFill>
                  <a:schemeClr val="tx1">
                    <a:lumMod val="50000"/>
                  </a:schemeClr>
                </a:solidFill>
              </a:rPr>
              <a:t> </a:t>
            </a:r>
            <a:r>
              <a:rPr lang="en-US" dirty="0" err="1">
                <a:solidFill>
                  <a:schemeClr val="tx1">
                    <a:lumMod val="50000"/>
                  </a:schemeClr>
                </a:solidFill>
              </a:rPr>
              <a:t>thông</a:t>
            </a:r>
            <a:r>
              <a:rPr lang="en-US" dirty="0">
                <a:solidFill>
                  <a:schemeClr val="tx1">
                    <a:lumMod val="50000"/>
                  </a:schemeClr>
                </a:solidFill>
              </a:rPr>
              <a:t> tin </a:t>
            </a:r>
            <a:r>
              <a:rPr lang="en-US" dirty="0" err="1">
                <a:solidFill>
                  <a:schemeClr val="tx1">
                    <a:lumMod val="50000"/>
                  </a:schemeClr>
                </a:solidFill>
              </a:rPr>
              <a:t>về</a:t>
            </a:r>
            <a:r>
              <a:rPr lang="en-US" dirty="0">
                <a:solidFill>
                  <a:schemeClr val="tx1">
                    <a:lumMod val="50000"/>
                  </a:schemeClr>
                </a:solidFill>
              </a:rPr>
              <a:t> </a:t>
            </a:r>
            <a:r>
              <a:rPr lang="en-US" dirty="0" err="1">
                <a:solidFill>
                  <a:schemeClr val="tx1">
                    <a:lumMod val="50000"/>
                  </a:schemeClr>
                </a:solidFill>
              </a:rPr>
              <a:t>thống</a:t>
            </a:r>
            <a:r>
              <a:rPr lang="en-US" dirty="0">
                <a:solidFill>
                  <a:schemeClr val="tx1">
                    <a:lumMod val="50000"/>
                  </a:schemeClr>
                </a:solidFill>
              </a:rPr>
              <a:t> </a:t>
            </a:r>
            <a:r>
              <a:rPr lang="en-US" dirty="0" err="1">
                <a:solidFill>
                  <a:schemeClr val="tx1">
                    <a:lumMod val="50000"/>
                  </a:schemeClr>
                </a:solidFill>
              </a:rPr>
              <a:t>kê</a:t>
            </a:r>
            <a:r>
              <a:rPr lang="en-US" dirty="0">
                <a:solidFill>
                  <a:schemeClr val="tx1">
                    <a:lumMod val="50000"/>
                  </a:schemeClr>
                </a:solidFill>
              </a:rPr>
              <a:t> </a:t>
            </a:r>
            <a:r>
              <a:rPr lang="en-US" dirty="0" err="1">
                <a:solidFill>
                  <a:schemeClr val="tx1">
                    <a:lumMod val="50000"/>
                  </a:schemeClr>
                </a:solidFill>
              </a:rPr>
              <a:t>tài</a:t>
            </a:r>
            <a:r>
              <a:rPr lang="en-US" dirty="0">
                <a:solidFill>
                  <a:schemeClr val="tx1">
                    <a:lumMod val="50000"/>
                  </a:schemeClr>
                </a:solidFill>
              </a:rPr>
              <a:t> </a:t>
            </a:r>
            <a:r>
              <a:rPr lang="en-US" dirty="0" err="1">
                <a:solidFill>
                  <a:schemeClr val="tx1">
                    <a:lumMod val="50000"/>
                  </a:schemeClr>
                </a:solidFill>
              </a:rPr>
              <a:t>sản</a:t>
            </a:r>
            <a:r>
              <a:rPr lang="en-US" dirty="0">
                <a:solidFill>
                  <a:schemeClr val="tx1">
                    <a:lumMod val="50000"/>
                  </a:schemeClr>
                </a:solidFill>
              </a:rPr>
              <a:t> </a:t>
            </a:r>
            <a:r>
              <a:rPr lang="en-US" dirty="0" err="1">
                <a:solidFill>
                  <a:schemeClr val="tx1">
                    <a:lumMod val="50000"/>
                  </a:schemeClr>
                </a:solidFill>
              </a:rPr>
              <a:t>và</a:t>
            </a:r>
            <a:r>
              <a:rPr lang="en-US" dirty="0">
                <a:solidFill>
                  <a:schemeClr val="tx1">
                    <a:lumMod val="50000"/>
                  </a:schemeClr>
                </a:solidFill>
              </a:rPr>
              <a:t> </a:t>
            </a:r>
            <a:r>
              <a:rPr lang="en-US" dirty="0" err="1">
                <a:solidFill>
                  <a:schemeClr val="tx1">
                    <a:lumMod val="50000"/>
                  </a:schemeClr>
                </a:solidFill>
              </a:rPr>
              <a:t>thông</a:t>
            </a:r>
            <a:r>
              <a:rPr lang="en-US" dirty="0">
                <a:solidFill>
                  <a:schemeClr val="tx1">
                    <a:lumMod val="50000"/>
                  </a:schemeClr>
                </a:solidFill>
              </a:rPr>
              <a:t> </a:t>
            </a:r>
            <a:r>
              <a:rPr lang="en-US" dirty="0" err="1">
                <a:solidFill>
                  <a:schemeClr val="tx1">
                    <a:lumMod val="50000"/>
                  </a:schemeClr>
                </a:solidFill>
              </a:rPr>
              <a:t>số</a:t>
            </a:r>
            <a:r>
              <a:rPr lang="en-US" dirty="0">
                <a:solidFill>
                  <a:schemeClr val="tx1">
                    <a:lumMod val="50000"/>
                  </a:schemeClr>
                </a:solidFill>
              </a:rPr>
              <a:t> </a:t>
            </a:r>
            <a:r>
              <a:rPr lang="en-US" dirty="0" err="1">
                <a:solidFill>
                  <a:schemeClr val="tx1">
                    <a:lumMod val="50000"/>
                  </a:schemeClr>
                </a:solidFill>
              </a:rPr>
              <a:t>tình</a:t>
            </a:r>
            <a:r>
              <a:rPr lang="en-US" dirty="0">
                <a:solidFill>
                  <a:schemeClr val="tx1">
                    <a:lumMod val="50000"/>
                  </a:schemeClr>
                </a:solidFill>
              </a:rPr>
              <a:t> </a:t>
            </a:r>
            <a:r>
              <a:rPr lang="en-US" dirty="0" err="1">
                <a:solidFill>
                  <a:schemeClr val="tx1">
                    <a:lumMod val="50000"/>
                  </a:schemeClr>
                </a:solidFill>
              </a:rPr>
              <a:t>trạng</a:t>
            </a:r>
            <a:r>
              <a:rPr lang="en-US" dirty="0">
                <a:solidFill>
                  <a:schemeClr val="tx1">
                    <a:lumMod val="50000"/>
                  </a:schemeClr>
                </a:solidFill>
              </a:rPr>
              <a:t> </a:t>
            </a:r>
            <a:r>
              <a:rPr lang="en-US" dirty="0" err="1">
                <a:solidFill>
                  <a:schemeClr val="tx1">
                    <a:lumMod val="50000"/>
                  </a:schemeClr>
                </a:solidFill>
              </a:rPr>
              <a:t>tài</a:t>
            </a:r>
            <a:r>
              <a:rPr lang="en-US" dirty="0">
                <a:solidFill>
                  <a:schemeClr val="tx1">
                    <a:lumMod val="50000"/>
                  </a:schemeClr>
                </a:solidFill>
              </a:rPr>
              <a:t> </a:t>
            </a:r>
            <a:r>
              <a:rPr lang="en-US" dirty="0" err="1">
                <a:solidFill>
                  <a:schemeClr val="tx1">
                    <a:lumMod val="50000"/>
                  </a:schemeClr>
                </a:solidFill>
              </a:rPr>
              <a:t>sản</a:t>
            </a:r>
            <a:r>
              <a:rPr lang="en-US" dirty="0">
                <a:solidFill>
                  <a:schemeClr val="tx1">
                    <a:lumMod val="50000"/>
                  </a:schemeClr>
                </a:solidFill>
              </a:rPr>
              <a:t> </a:t>
            </a:r>
            <a:r>
              <a:rPr lang="en-US" dirty="0" err="1">
                <a:solidFill>
                  <a:schemeClr val="tx1">
                    <a:lumMod val="50000"/>
                  </a:schemeClr>
                </a:solidFill>
              </a:rPr>
              <a:t>được</a:t>
            </a:r>
            <a:r>
              <a:rPr lang="en-US" dirty="0">
                <a:solidFill>
                  <a:schemeClr val="tx1">
                    <a:lumMod val="50000"/>
                  </a:schemeClr>
                </a:solidFill>
              </a:rPr>
              <a:t> </a:t>
            </a:r>
            <a:r>
              <a:rPr lang="en-US" dirty="0" err="1">
                <a:solidFill>
                  <a:schemeClr val="tx1">
                    <a:lumMod val="50000"/>
                  </a:schemeClr>
                </a:solidFill>
              </a:rPr>
              <a:t>thống</a:t>
            </a:r>
            <a:r>
              <a:rPr lang="en-US" dirty="0">
                <a:solidFill>
                  <a:schemeClr val="tx1">
                    <a:lumMod val="50000"/>
                  </a:schemeClr>
                </a:solidFill>
              </a:rPr>
              <a:t> </a:t>
            </a:r>
            <a:r>
              <a:rPr lang="en-US" dirty="0" err="1">
                <a:solidFill>
                  <a:schemeClr val="tx1">
                    <a:lumMod val="50000"/>
                  </a:schemeClr>
                </a:solidFill>
              </a:rPr>
              <a:t>kê</a:t>
            </a:r>
            <a:r>
              <a:rPr lang="en-US" dirty="0">
                <a:solidFill>
                  <a:schemeClr val="tx1">
                    <a:lumMod val="50000"/>
                  </a:schemeClr>
                </a:solidFill>
              </a:rPr>
              <a:t>.</a:t>
            </a:r>
          </a:p>
          <a:p>
            <a:pPr>
              <a:lnSpc>
                <a:spcPct val="120000"/>
              </a:lnSpc>
              <a:spcBef>
                <a:spcPts val="600"/>
              </a:spcBef>
            </a:pPr>
            <a:r>
              <a:rPr lang="en-US" dirty="0">
                <a:solidFill>
                  <a:schemeClr val="tx1">
                    <a:lumMod val="50000"/>
                  </a:schemeClr>
                </a:solidFill>
              </a:rPr>
              <a:t>• </a:t>
            </a:r>
            <a:r>
              <a:rPr lang="en-US" dirty="0" err="1">
                <a:solidFill>
                  <a:schemeClr val="tx1">
                    <a:lumMod val="50000"/>
                  </a:schemeClr>
                </a:solidFill>
              </a:rPr>
              <a:t>Bao</a:t>
            </a:r>
            <a:r>
              <a:rPr lang="en-US" dirty="0">
                <a:solidFill>
                  <a:schemeClr val="tx1">
                    <a:lumMod val="50000"/>
                  </a:schemeClr>
                </a:solidFill>
              </a:rPr>
              <a:t> </a:t>
            </a:r>
            <a:r>
              <a:rPr lang="en-US" dirty="0" err="1">
                <a:solidFill>
                  <a:schemeClr val="tx1">
                    <a:lumMod val="50000"/>
                  </a:schemeClr>
                </a:solidFill>
              </a:rPr>
              <a:t>gồm</a:t>
            </a:r>
            <a:r>
              <a:rPr lang="en-US" dirty="0">
                <a:solidFill>
                  <a:schemeClr val="tx1">
                    <a:lumMod val="50000"/>
                  </a:schemeClr>
                </a:solidFill>
              </a:rPr>
              <a:t> </a:t>
            </a:r>
            <a:r>
              <a:rPr lang="en-US" dirty="0" err="1">
                <a:solidFill>
                  <a:schemeClr val="tx1">
                    <a:lumMod val="50000"/>
                  </a:schemeClr>
                </a:solidFill>
              </a:rPr>
              <a:t>giá</a:t>
            </a:r>
            <a:r>
              <a:rPr lang="en-US" dirty="0">
                <a:solidFill>
                  <a:schemeClr val="tx1">
                    <a:lumMod val="50000"/>
                  </a:schemeClr>
                </a:solidFill>
              </a:rPr>
              <a:t> </a:t>
            </a:r>
            <a:r>
              <a:rPr lang="en-US" dirty="0" err="1">
                <a:solidFill>
                  <a:schemeClr val="tx1">
                    <a:lumMod val="50000"/>
                  </a:schemeClr>
                </a:solidFill>
              </a:rPr>
              <a:t>trị</a:t>
            </a:r>
            <a:r>
              <a:rPr lang="en-US" dirty="0">
                <a:solidFill>
                  <a:schemeClr val="tx1">
                    <a:lumMod val="50000"/>
                  </a:schemeClr>
                </a:solidFill>
              </a:rPr>
              <a:t> </a:t>
            </a:r>
            <a:r>
              <a:rPr lang="en-US" dirty="0" err="1">
                <a:solidFill>
                  <a:schemeClr val="tx1">
                    <a:lumMod val="50000"/>
                  </a:schemeClr>
                </a:solidFill>
              </a:rPr>
              <a:t>của</a:t>
            </a:r>
            <a:r>
              <a:rPr lang="en-US" dirty="0">
                <a:solidFill>
                  <a:schemeClr val="tx1">
                    <a:lumMod val="50000"/>
                  </a:schemeClr>
                </a:solidFill>
              </a:rPr>
              <a:t> </a:t>
            </a:r>
            <a:r>
              <a:rPr lang="en-US" dirty="0" err="1">
                <a:solidFill>
                  <a:schemeClr val="tx1">
                    <a:lumMod val="50000"/>
                  </a:schemeClr>
                </a:solidFill>
              </a:rPr>
              <a:t>các</a:t>
            </a:r>
            <a:r>
              <a:rPr lang="en-US" dirty="0">
                <a:solidFill>
                  <a:schemeClr val="tx1">
                    <a:lumMod val="50000"/>
                  </a:schemeClr>
                </a:solidFill>
              </a:rPr>
              <a:t> </a:t>
            </a:r>
            <a:r>
              <a:rPr lang="en-US" dirty="0" err="1">
                <a:solidFill>
                  <a:schemeClr val="tx1">
                    <a:lumMod val="50000"/>
                  </a:schemeClr>
                </a:solidFill>
              </a:rPr>
              <a:t>thông</a:t>
            </a:r>
            <a:r>
              <a:rPr lang="en-US" dirty="0">
                <a:solidFill>
                  <a:schemeClr val="tx1">
                    <a:lumMod val="50000"/>
                  </a:schemeClr>
                </a:solidFill>
              </a:rPr>
              <a:t> </a:t>
            </a:r>
            <a:r>
              <a:rPr lang="en-US" dirty="0" err="1">
                <a:solidFill>
                  <a:schemeClr val="tx1">
                    <a:lumMod val="50000"/>
                  </a:schemeClr>
                </a:solidFill>
              </a:rPr>
              <a:t>số</a:t>
            </a:r>
            <a:r>
              <a:rPr lang="en-US" dirty="0">
                <a:solidFill>
                  <a:schemeClr val="tx1">
                    <a:lumMod val="50000"/>
                  </a:schemeClr>
                </a:solidFill>
              </a:rPr>
              <a:t> </a:t>
            </a:r>
            <a:r>
              <a:rPr lang="en-US" dirty="0" err="1">
                <a:solidFill>
                  <a:schemeClr val="tx1">
                    <a:lumMod val="50000"/>
                  </a:schemeClr>
                </a:solidFill>
              </a:rPr>
              <a:t>tình</a:t>
            </a:r>
            <a:r>
              <a:rPr lang="en-US" dirty="0">
                <a:solidFill>
                  <a:schemeClr val="tx1">
                    <a:lumMod val="50000"/>
                  </a:schemeClr>
                </a:solidFill>
              </a:rPr>
              <a:t> </a:t>
            </a:r>
            <a:r>
              <a:rPr lang="en-US" dirty="0" err="1">
                <a:solidFill>
                  <a:schemeClr val="tx1">
                    <a:lumMod val="50000"/>
                  </a:schemeClr>
                </a:solidFill>
              </a:rPr>
              <a:t>trạng</a:t>
            </a:r>
            <a:r>
              <a:rPr lang="en-US" dirty="0">
                <a:solidFill>
                  <a:schemeClr val="tx1">
                    <a:lumMod val="50000"/>
                  </a:schemeClr>
                </a:solidFill>
              </a:rPr>
              <a:t> </a:t>
            </a:r>
            <a:r>
              <a:rPr lang="en-US" dirty="0" err="1">
                <a:solidFill>
                  <a:schemeClr val="tx1">
                    <a:lumMod val="50000"/>
                  </a:schemeClr>
                </a:solidFill>
              </a:rPr>
              <a:t>tài</a:t>
            </a:r>
            <a:r>
              <a:rPr lang="en-US" dirty="0">
                <a:solidFill>
                  <a:schemeClr val="tx1">
                    <a:lumMod val="50000"/>
                  </a:schemeClr>
                </a:solidFill>
              </a:rPr>
              <a:t> </a:t>
            </a:r>
            <a:r>
              <a:rPr lang="en-US" dirty="0" err="1">
                <a:solidFill>
                  <a:schemeClr val="tx1">
                    <a:lumMod val="50000"/>
                  </a:schemeClr>
                </a:solidFill>
              </a:rPr>
              <a:t>sản</a:t>
            </a:r>
            <a:r>
              <a:rPr lang="en-US" dirty="0">
                <a:solidFill>
                  <a:schemeClr val="tx1">
                    <a:lumMod val="50000"/>
                  </a:schemeClr>
                </a:solidFill>
              </a:rPr>
              <a:t>.</a:t>
            </a:r>
          </a:p>
          <a:p>
            <a:pPr>
              <a:lnSpc>
                <a:spcPct val="120000"/>
              </a:lnSpc>
              <a:spcBef>
                <a:spcPts val="600"/>
              </a:spcBef>
            </a:pPr>
            <a:r>
              <a:rPr lang="en-US" dirty="0">
                <a:solidFill>
                  <a:schemeClr val="tx1">
                    <a:lumMod val="50000"/>
                  </a:schemeClr>
                </a:solidFill>
              </a:rPr>
              <a:t>• </a:t>
            </a:r>
            <a:r>
              <a:rPr lang="en-US" dirty="0" err="1">
                <a:solidFill>
                  <a:schemeClr val="tx1">
                    <a:lumMod val="50000"/>
                  </a:schemeClr>
                </a:solidFill>
              </a:rPr>
              <a:t>Bao</a:t>
            </a:r>
            <a:r>
              <a:rPr lang="en-US" dirty="0">
                <a:solidFill>
                  <a:schemeClr val="tx1">
                    <a:lumMod val="50000"/>
                  </a:schemeClr>
                </a:solidFill>
              </a:rPr>
              <a:t> </a:t>
            </a:r>
            <a:r>
              <a:rPr lang="en-US" dirty="0" err="1">
                <a:solidFill>
                  <a:schemeClr val="tx1">
                    <a:lumMod val="50000"/>
                  </a:schemeClr>
                </a:solidFill>
              </a:rPr>
              <a:t>gồm</a:t>
            </a:r>
            <a:r>
              <a:rPr lang="en-US" dirty="0">
                <a:solidFill>
                  <a:schemeClr val="tx1">
                    <a:lumMod val="50000"/>
                  </a:schemeClr>
                </a:solidFill>
              </a:rPr>
              <a:t> </a:t>
            </a:r>
            <a:r>
              <a:rPr lang="en-US" dirty="0" err="1">
                <a:solidFill>
                  <a:schemeClr val="tx1">
                    <a:lumMod val="50000"/>
                  </a:schemeClr>
                </a:solidFill>
              </a:rPr>
              <a:t>khả</a:t>
            </a:r>
            <a:r>
              <a:rPr lang="en-US" dirty="0">
                <a:solidFill>
                  <a:schemeClr val="tx1">
                    <a:lumMod val="50000"/>
                  </a:schemeClr>
                </a:solidFill>
              </a:rPr>
              <a:t> </a:t>
            </a:r>
            <a:r>
              <a:rPr lang="en-US" dirty="0" err="1">
                <a:solidFill>
                  <a:schemeClr val="tx1">
                    <a:lumMod val="50000"/>
                  </a:schemeClr>
                </a:solidFill>
              </a:rPr>
              <a:t>năng</a:t>
            </a:r>
            <a:r>
              <a:rPr lang="en-US" dirty="0">
                <a:solidFill>
                  <a:schemeClr val="tx1">
                    <a:lumMod val="50000"/>
                  </a:schemeClr>
                </a:solidFill>
              </a:rPr>
              <a:t> </a:t>
            </a:r>
            <a:r>
              <a:rPr lang="en-US" dirty="0" err="1">
                <a:solidFill>
                  <a:schemeClr val="tx1">
                    <a:lumMod val="50000"/>
                  </a:schemeClr>
                </a:solidFill>
              </a:rPr>
              <a:t>dự</a:t>
            </a:r>
            <a:r>
              <a:rPr lang="en-US" dirty="0">
                <a:solidFill>
                  <a:schemeClr val="tx1">
                    <a:lumMod val="50000"/>
                  </a:schemeClr>
                </a:solidFill>
              </a:rPr>
              <a:t> </a:t>
            </a:r>
            <a:r>
              <a:rPr lang="en-US" dirty="0" err="1">
                <a:solidFill>
                  <a:schemeClr val="tx1">
                    <a:lumMod val="50000"/>
                  </a:schemeClr>
                </a:solidFill>
              </a:rPr>
              <a:t>báo</a:t>
            </a:r>
            <a:r>
              <a:rPr lang="en-US" dirty="0">
                <a:solidFill>
                  <a:schemeClr val="tx1">
                    <a:lumMod val="50000"/>
                  </a:schemeClr>
                </a:solidFill>
              </a:rPr>
              <a:t> </a:t>
            </a:r>
            <a:r>
              <a:rPr lang="en-US" dirty="0" err="1">
                <a:solidFill>
                  <a:schemeClr val="tx1">
                    <a:lumMod val="50000"/>
                  </a:schemeClr>
                </a:solidFill>
              </a:rPr>
              <a:t>tình</a:t>
            </a:r>
            <a:r>
              <a:rPr lang="en-US" dirty="0">
                <a:solidFill>
                  <a:schemeClr val="tx1">
                    <a:lumMod val="50000"/>
                  </a:schemeClr>
                </a:solidFill>
              </a:rPr>
              <a:t> </a:t>
            </a:r>
            <a:r>
              <a:rPr lang="en-US" dirty="0" err="1">
                <a:solidFill>
                  <a:schemeClr val="tx1">
                    <a:lumMod val="50000"/>
                  </a:schemeClr>
                </a:solidFill>
              </a:rPr>
              <a:t>trạng</a:t>
            </a:r>
            <a:r>
              <a:rPr lang="en-US" dirty="0">
                <a:solidFill>
                  <a:schemeClr val="tx1">
                    <a:lumMod val="50000"/>
                  </a:schemeClr>
                </a:solidFill>
              </a:rPr>
              <a:t> </a:t>
            </a:r>
            <a:r>
              <a:rPr lang="en-US" dirty="0" err="1">
                <a:solidFill>
                  <a:schemeClr val="tx1">
                    <a:lumMod val="50000"/>
                  </a:schemeClr>
                </a:solidFill>
              </a:rPr>
              <a:t>của</a:t>
            </a:r>
            <a:r>
              <a:rPr lang="en-US" dirty="0">
                <a:solidFill>
                  <a:schemeClr val="tx1">
                    <a:lumMod val="50000"/>
                  </a:schemeClr>
                </a:solidFill>
              </a:rPr>
              <a:t> </a:t>
            </a:r>
            <a:r>
              <a:rPr lang="en-US" dirty="0" err="1">
                <a:solidFill>
                  <a:schemeClr val="tx1">
                    <a:lumMod val="50000"/>
                  </a:schemeClr>
                </a:solidFill>
              </a:rPr>
              <a:t>các</a:t>
            </a:r>
            <a:r>
              <a:rPr lang="en-US" dirty="0">
                <a:solidFill>
                  <a:schemeClr val="tx1">
                    <a:lumMod val="50000"/>
                  </a:schemeClr>
                </a:solidFill>
              </a:rPr>
              <a:t> </a:t>
            </a:r>
            <a:r>
              <a:rPr lang="en-US" dirty="0" err="1">
                <a:solidFill>
                  <a:schemeClr val="tx1">
                    <a:lumMod val="50000"/>
                  </a:schemeClr>
                </a:solidFill>
              </a:rPr>
              <a:t>hạng</a:t>
            </a:r>
            <a:r>
              <a:rPr lang="en-US" dirty="0">
                <a:solidFill>
                  <a:schemeClr val="tx1">
                    <a:lumMod val="50000"/>
                  </a:schemeClr>
                </a:solidFill>
              </a:rPr>
              <a:t> </a:t>
            </a:r>
            <a:r>
              <a:rPr lang="en-US" dirty="0" err="1">
                <a:solidFill>
                  <a:schemeClr val="tx1">
                    <a:lumMod val="50000"/>
                  </a:schemeClr>
                </a:solidFill>
              </a:rPr>
              <a:t>mục</a:t>
            </a:r>
            <a:r>
              <a:rPr lang="en-US" dirty="0">
                <a:solidFill>
                  <a:schemeClr val="tx1">
                    <a:lumMod val="50000"/>
                  </a:schemeClr>
                </a:solidFill>
              </a:rPr>
              <a:t> </a:t>
            </a:r>
            <a:r>
              <a:rPr lang="en-US" dirty="0" err="1">
                <a:solidFill>
                  <a:schemeClr val="tx1">
                    <a:lumMod val="50000"/>
                  </a:schemeClr>
                </a:solidFill>
              </a:rPr>
              <a:t>tài</a:t>
            </a:r>
            <a:r>
              <a:rPr lang="en-US" dirty="0">
                <a:solidFill>
                  <a:schemeClr val="tx1">
                    <a:lumMod val="50000"/>
                  </a:schemeClr>
                </a:solidFill>
              </a:rPr>
              <a:t> </a:t>
            </a:r>
            <a:r>
              <a:rPr lang="en-US" dirty="0" err="1">
                <a:solidFill>
                  <a:schemeClr val="tx1">
                    <a:lumMod val="50000"/>
                  </a:schemeClr>
                </a:solidFill>
              </a:rPr>
              <a:t>sản</a:t>
            </a:r>
            <a:r>
              <a:rPr lang="en-US" dirty="0">
                <a:solidFill>
                  <a:schemeClr val="tx1">
                    <a:lumMod val="50000"/>
                  </a:schemeClr>
                </a:solidFill>
              </a:rPr>
              <a:t> </a:t>
            </a:r>
          </a:p>
          <a:p>
            <a:pPr>
              <a:lnSpc>
                <a:spcPct val="120000"/>
              </a:lnSpc>
              <a:spcBef>
                <a:spcPts val="600"/>
              </a:spcBef>
            </a:pPr>
            <a:r>
              <a:rPr lang="en-US" dirty="0">
                <a:solidFill>
                  <a:schemeClr val="tx1">
                    <a:lumMod val="50000"/>
                  </a:schemeClr>
                </a:solidFill>
              </a:rPr>
              <a:t>• </a:t>
            </a:r>
            <a:r>
              <a:rPr lang="en-US" dirty="0" err="1">
                <a:solidFill>
                  <a:schemeClr val="tx1">
                    <a:lumMod val="50000"/>
                  </a:schemeClr>
                </a:solidFill>
              </a:rPr>
              <a:t>Đảm</a:t>
            </a:r>
            <a:r>
              <a:rPr lang="en-US" dirty="0">
                <a:solidFill>
                  <a:schemeClr val="tx1">
                    <a:lumMod val="50000"/>
                  </a:schemeClr>
                </a:solidFill>
              </a:rPr>
              <a:t> </a:t>
            </a:r>
            <a:r>
              <a:rPr lang="en-US" dirty="0" err="1">
                <a:solidFill>
                  <a:schemeClr val="tx1">
                    <a:lumMod val="50000"/>
                  </a:schemeClr>
                </a:solidFill>
              </a:rPr>
              <a:t>bảo</a:t>
            </a:r>
            <a:r>
              <a:rPr lang="en-US" dirty="0">
                <a:solidFill>
                  <a:schemeClr val="tx1">
                    <a:lumMod val="50000"/>
                  </a:schemeClr>
                </a:solidFill>
              </a:rPr>
              <a:t> </a:t>
            </a:r>
            <a:r>
              <a:rPr lang="en-US" dirty="0" err="1">
                <a:solidFill>
                  <a:schemeClr val="tx1">
                    <a:lumMod val="50000"/>
                  </a:schemeClr>
                </a:solidFill>
              </a:rPr>
              <a:t>tính</a:t>
            </a:r>
            <a:r>
              <a:rPr lang="en-US" dirty="0">
                <a:solidFill>
                  <a:schemeClr val="tx1">
                    <a:lumMod val="50000"/>
                  </a:schemeClr>
                </a:solidFill>
              </a:rPr>
              <a:t> </a:t>
            </a:r>
            <a:r>
              <a:rPr lang="en-US" dirty="0" err="1">
                <a:solidFill>
                  <a:schemeClr val="tx1">
                    <a:lumMod val="50000"/>
                  </a:schemeClr>
                </a:solidFill>
              </a:rPr>
              <a:t>thống</a:t>
            </a:r>
            <a:r>
              <a:rPr lang="en-US" dirty="0">
                <a:solidFill>
                  <a:schemeClr val="tx1">
                    <a:lumMod val="50000"/>
                  </a:schemeClr>
                </a:solidFill>
              </a:rPr>
              <a:t> </a:t>
            </a:r>
            <a:r>
              <a:rPr lang="en-US" dirty="0" err="1">
                <a:solidFill>
                  <a:schemeClr val="tx1">
                    <a:lumMod val="50000"/>
                  </a:schemeClr>
                </a:solidFill>
              </a:rPr>
              <a:t>nhất</a:t>
            </a:r>
            <a:r>
              <a:rPr lang="en-US" dirty="0">
                <a:solidFill>
                  <a:schemeClr val="tx1">
                    <a:lumMod val="50000"/>
                  </a:schemeClr>
                </a:solidFill>
              </a:rPr>
              <a:t> </a:t>
            </a:r>
            <a:r>
              <a:rPr lang="en-US" dirty="0" err="1">
                <a:solidFill>
                  <a:schemeClr val="tx1">
                    <a:lumMod val="50000"/>
                  </a:schemeClr>
                </a:solidFill>
              </a:rPr>
              <a:t>của</a:t>
            </a:r>
            <a:r>
              <a:rPr lang="en-US" dirty="0">
                <a:solidFill>
                  <a:schemeClr val="tx1">
                    <a:lumMod val="50000"/>
                  </a:schemeClr>
                </a:solidFill>
              </a:rPr>
              <a:t> </a:t>
            </a:r>
            <a:r>
              <a:rPr lang="en-US" dirty="0" err="1">
                <a:solidFill>
                  <a:schemeClr val="tx1">
                    <a:lumMod val="50000"/>
                  </a:schemeClr>
                </a:solidFill>
              </a:rPr>
              <a:t>số</a:t>
            </a:r>
            <a:r>
              <a:rPr lang="en-US" dirty="0">
                <a:solidFill>
                  <a:schemeClr val="tx1">
                    <a:lumMod val="50000"/>
                  </a:schemeClr>
                </a:solidFill>
              </a:rPr>
              <a:t> </a:t>
            </a:r>
            <a:r>
              <a:rPr lang="en-US" dirty="0" err="1">
                <a:solidFill>
                  <a:schemeClr val="tx1">
                    <a:lumMod val="50000"/>
                  </a:schemeClr>
                </a:solidFill>
              </a:rPr>
              <a:t>liệu</a:t>
            </a:r>
            <a:r>
              <a:rPr lang="en-US" dirty="0">
                <a:solidFill>
                  <a:schemeClr val="tx1">
                    <a:lumMod val="50000"/>
                  </a:schemeClr>
                </a:solidFill>
              </a:rPr>
              <a:t>, </a:t>
            </a:r>
            <a:r>
              <a:rPr lang="en-US" dirty="0" err="1">
                <a:solidFill>
                  <a:schemeClr val="tx1">
                    <a:lumMod val="50000"/>
                  </a:schemeClr>
                </a:solidFill>
              </a:rPr>
              <a:t>đảm</a:t>
            </a:r>
            <a:r>
              <a:rPr lang="en-US" dirty="0">
                <a:solidFill>
                  <a:schemeClr val="tx1">
                    <a:lumMod val="50000"/>
                  </a:schemeClr>
                </a:solidFill>
              </a:rPr>
              <a:t> </a:t>
            </a:r>
            <a:r>
              <a:rPr lang="en-US" dirty="0" err="1">
                <a:solidFill>
                  <a:schemeClr val="tx1">
                    <a:lumMod val="50000"/>
                  </a:schemeClr>
                </a:solidFill>
              </a:rPr>
              <a:t>bảo</a:t>
            </a:r>
            <a:r>
              <a:rPr lang="en-US" dirty="0">
                <a:solidFill>
                  <a:schemeClr val="tx1">
                    <a:lumMod val="50000"/>
                  </a:schemeClr>
                </a:solidFill>
              </a:rPr>
              <a:t> </a:t>
            </a:r>
            <a:r>
              <a:rPr lang="en-US" dirty="0" err="1">
                <a:solidFill>
                  <a:schemeClr val="tx1">
                    <a:lumMod val="50000"/>
                  </a:schemeClr>
                </a:solidFill>
              </a:rPr>
              <a:t>khả</a:t>
            </a:r>
            <a:r>
              <a:rPr lang="en-US" dirty="0">
                <a:solidFill>
                  <a:schemeClr val="tx1">
                    <a:lumMod val="50000"/>
                  </a:schemeClr>
                </a:solidFill>
              </a:rPr>
              <a:t> </a:t>
            </a:r>
            <a:r>
              <a:rPr lang="en-US" dirty="0" err="1">
                <a:solidFill>
                  <a:schemeClr val="tx1">
                    <a:lumMod val="50000"/>
                  </a:schemeClr>
                </a:solidFill>
              </a:rPr>
              <a:t>năng</a:t>
            </a:r>
            <a:r>
              <a:rPr lang="en-US" dirty="0">
                <a:solidFill>
                  <a:schemeClr val="tx1">
                    <a:lumMod val="50000"/>
                  </a:schemeClr>
                </a:solidFill>
              </a:rPr>
              <a:t> </a:t>
            </a:r>
            <a:r>
              <a:rPr lang="en-US" dirty="0" err="1">
                <a:solidFill>
                  <a:schemeClr val="tx1">
                    <a:lumMod val="50000"/>
                  </a:schemeClr>
                </a:solidFill>
              </a:rPr>
              <a:t>có</a:t>
            </a:r>
            <a:r>
              <a:rPr lang="en-US" dirty="0">
                <a:solidFill>
                  <a:schemeClr val="tx1">
                    <a:lumMod val="50000"/>
                  </a:schemeClr>
                </a:solidFill>
              </a:rPr>
              <a:t> </a:t>
            </a:r>
            <a:r>
              <a:rPr lang="en-US" dirty="0" err="1">
                <a:solidFill>
                  <a:schemeClr val="tx1">
                    <a:lumMod val="50000"/>
                  </a:schemeClr>
                </a:solidFill>
              </a:rPr>
              <a:t>thể</a:t>
            </a:r>
            <a:r>
              <a:rPr lang="en-US" dirty="0">
                <a:solidFill>
                  <a:schemeClr val="tx1">
                    <a:lumMod val="50000"/>
                  </a:schemeClr>
                </a:solidFill>
              </a:rPr>
              <a:t> </a:t>
            </a:r>
            <a:r>
              <a:rPr lang="en-US" dirty="0" err="1">
                <a:solidFill>
                  <a:schemeClr val="tx1">
                    <a:lumMod val="50000"/>
                  </a:schemeClr>
                </a:solidFill>
              </a:rPr>
              <a:t>tiếp</a:t>
            </a:r>
            <a:r>
              <a:rPr lang="en-US" dirty="0">
                <a:solidFill>
                  <a:schemeClr val="tx1">
                    <a:lumMod val="50000"/>
                  </a:schemeClr>
                </a:solidFill>
              </a:rPr>
              <a:t> </a:t>
            </a:r>
            <a:r>
              <a:rPr lang="en-US" dirty="0" err="1">
                <a:solidFill>
                  <a:schemeClr val="tx1">
                    <a:lumMod val="50000"/>
                  </a:schemeClr>
                </a:solidFill>
              </a:rPr>
              <a:t>cận</a:t>
            </a:r>
            <a:r>
              <a:rPr lang="en-US" dirty="0">
                <a:solidFill>
                  <a:schemeClr val="tx1">
                    <a:lumMod val="50000"/>
                  </a:schemeClr>
                </a:solidFill>
              </a:rPr>
              <a:t> </a:t>
            </a:r>
            <a:r>
              <a:rPr lang="en-US" dirty="0" err="1">
                <a:solidFill>
                  <a:schemeClr val="tx1">
                    <a:lumMod val="50000"/>
                  </a:schemeClr>
                </a:solidFill>
              </a:rPr>
              <a:t>của</a:t>
            </a:r>
            <a:r>
              <a:rPr lang="en-US" dirty="0">
                <a:solidFill>
                  <a:schemeClr val="tx1">
                    <a:lumMod val="50000"/>
                  </a:schemeClr>
                </a:solidFill>
              </a:rPr>
              <a:t> </a:t>
            </a:r>
            <a:r>
              <a:rPr lang="en-US" dirty="0" err="1">
                <a:solidFill>
                  <a:schemeClr val="tx1">
                    <a:lumMod val="50000"/>
                  </a:schemeClr>
                </a:solidFill>
              </a:rPr>
              <a:t>nguồn</a:t>
            </a:r>
            <a:r>
              <a:rPr lang="en-US" dirty="0">
                <a:solidFill>
                  <a:schemeClr val="tx1">
                    <a:lumMod val="50000"/>
                  </a:schemeClr>
                </a:solidFill>
              </a:rPr>
              <a:t> </a:t>
            </a:r>
            <a:r>
              <a:rPr lang="en-US" dirty="0" err="1">
                <a:solidFill>
                  <a:schemeClr val="tx1">
                    <a:lumMod val="50000"/>
                  </a:schemeClr>
                </a:solidFill>
              </a:rPr>
              <a:t>số</a:t>
            </a:r>
            <a:r>
              <a:rPr lang="en-US" dirty="0">
                <a:solidFill>
                  <a:schemeClr val="tx1">
                    <a:lumMod val="50000"/>
                  </a:schemeClr>
                </a:solidFill>
              </a:rPr>
              <a:t> </a:t>
            </a:r>
            <a:r>
              <a:rPr lang="en-US" dirty="0" err="1">
                <a:solidFill>
                  <a:schemeClr val="tx1">
                    <a:lumMod val="50000"/>
                  </a:schemeClr>
                </a:solidFill>
              </a:rPr>
              <a:t>liệu</a:t>
            </a:r>
            <a:r>
              <a:rPr lang="en-US" dirty="0">
                <a:solidFill>
                  <a:schemeClr val="tx1">
                    <a:lumMod val="50000"/>
                  </a:schemeClr>
                </a:solidFill>
              </a:rPr>
              <a:t> </a:t>
            </a:r>
            <a:r>
              <a:rPr lang="en-US" dirty="0" err="1">
                <a:solidFill>
                  <a:schemeClr val="tx1">
                    <a:lumMod val="50000"/>
                  </a:schemeClr>
                </a:solidFill>
              </a:rPr>
              <a:t>và</a:t>
            </a:r>
            <a:r>
              <a:rPr lang="en-US" dirty="0">
                <a:solidFill>
                  <a:schemeClr val="tx1">
                    <a:lumMod val="50000"/>
                  </a:schemeClr>
                </a:solidFill>
              </a:rPr>
              <a:t> </a:t>
            </a:r>
            <a:r>
              <a:rPr lang="en-US" dirty="0" err="1">
                <a:solidFill>
                  <a:schemeClr val="tx1">
                    <a:lumMod val="50000"/>
                  </a:schemeClr>
                </a:solidFill>
              </a:rPr>
              <a:t>cung</a:t>
            </a:r>
            <a:r>
              <a:rPr lang="en-US" dirty="0">
                <a:solidFill>
                  <a:schemeClr val="tx1">
                    <a:lumMod val="50000"/>
                  </a:schemeClr>
                </a:solidFill>
              </a:rPr>
              <a:t> </a:t>
            </a:r>
            <a:r>
              <a:rPr lang="en-US" dirty="0" err="1">
                <a:solidFill>
                  <a:schemeClr val="tx1">
                    <a:lumMod val="50000"/>
                  </a:schemeClr>
                </a:solidFill>
              </a:rPr>
              <a:t>cấp</a:t>
            </a:r>
            <a:r>
              <a:rPr lang="en-US" dirty="0">
                <a:solidFill>
                  <a:schemeClr val="tx1">
                    <a:lumMod val="50000"/>
                  </a:schemeClr>
                </a:solidFill>
              </a:rPr>
              <a:t> </a:t>
            </a:r>
            <a:r>
              <a:rPr lang="en-US" dirty="0" err="1">
                <a:solidFill>
                  <a:schemeClr val="tx1">
                    <a:lumMod val="50000"/>
                  </a:schemeClr>
                </a:solidFill>
              </a:rPr>
              <a:t>các</a:t>
            </a:r>
            <a:r>
              <a:rPr lang="en-US" dirty="0">
                <a:solidFill>
                  <a:schemeClr val="tx1">
                    <a:lumMod val="50000"/>
                  </a:schemeClr>
                </a:solidFill>
              </a:rPr>
              <a:t> </a:t>
            </a:r>
            <a:r>
              <a:rPr lang="en-US" dirty="0" err="1">
                <a:solidFill>
                  <a:schemeClr val="tx1">
                    <a:lumMod val="50000"/>
                  </a:schemeClr>
                </a:solidFill>
              </a:rPr>
              <a:t>số</a:t>
            </a:r>
            <a:r>
              <a:rPr lang="en-US" dirty="0">
                <a:solidFill>
                  <a:schemeClr val="tx1">
                    <a:lumMod val="50000"/>
                  </a:schemeClr>
                </a:solidFill>
              </a:rPr>
              <a:t> </a:t>
            </a:r>
            <a:r>
              <a:rPr lang="en-US" dirty="0" err="1">
                <a:solidFill>
                  <a:schemeClr val="tx1">
                    <a:lumMod val="50000"/>
                  </a:schemeClr>
                </a:solidFill>
              </a:rPr>
              <a:t>liệu</a:t>
            </a:r>
            <a:r>
              <a:rPr lang="en-US" dirty="0">
                <a:solidFill>
                  <a:schemeClr val="tx1">
                    <a:lumMod val="50000"/>
                  </a:schemeClr>
                </a:solidFill>
              </a:rPr>
              <a:t> </a:t>
            </a:r>
            <a:r>
              <a:rPr lang="en-US" dirty="0" err="1">
                <a:solidFill>
                  <a:schemeClr val="tx1">
                    <a:lumMod val="50000"/>
                  </a:schemeClr>
                </a:solidFill>
              </a:rPr>
              <a:t>có</a:t>
            </a:r>
            <a:r>
              <a:rPr lang="en-US" dirty="0">
                <a:solidFill>
                  <a:schemeClr val="tx1">
                    <a:lumMod val="50000"/>
                  </a:schemeClr>
                </a:solidFill>
              </a:rPr>
              <a:t> </a:t>
            </a:r>
            <a:r>
              <a:rPr lang="en-US" dirty="0" err="1">
                <a:solidFill>
                  <a:schemeClr val="tx1">
                    <a:lumMod val="50000"/>
                  </a:schemeClr>
                </a:solidFill>
              </a:rPr>
              <a:t>tính</a:t>
            </a:r>
            <a:r>
              <a:rPr lang="en-US" dirty="0">
                <a:solidFill>
                  <a:schemeClr val="tx1">
                    <a:lumMod val="50000"/>
                  </a:schemeClr>
                </a:solidFill>
              </a:rPr>
              <a:t> </a:t>
            </a:r>
            <a:r>
              <a:rPr lang="en-US" dirty="0" err="1">
                <a:solidFill>
                  <a:schemeClr val="tx1">
                    <a:lumMod val="50000"/>
                  </a:schemeClr>
                </a:solidFill>
              </a:rPr>
              <a:t>chất</a:t>
            </a:r>
            <a:r>
              <a:rPr lang="en-US" dirty="0">
                <a:solidFill>
                  <a:schemeClr val="tx1">
                    <a:lumMod val="50000"/>
                  </a:schemeClr>
                </a:solidFill>
              </a:rPr>
              <a:t> </a:t>
            </a:r>
            <a:r>
              <a:rPr lang="en-US" dirty="0" err="1">
                <a:solidFill>
                  <a:schemeClr val="tx1">
                    <a:lumMod val="50000"/>
                  </a:schemeClr>
                </a:solidFill>
              </a:rPr>
              <a:t>đối</a:t>
            </a:r>
            <a:r>
              <a:rPr lang="en-US" dirty="0">
                <a:solidFill>
                  <a:schemeClr val="tx1">
                    <a:lumMod val="50000"/>
                  </a:schemeClr>
                </a:solidFill>
              </a:rPr>
              <a:t> </a:t>
            </a:r>
            <a:r>
              <a:rPr lang="en-US" dirty="0" err="1">
                <a:solidFill>
                  <a:schemeClr val="tx1">
                    <a:lumMod val="50000"/>
                  </a:schemeClr>
                </a:solidFill>
              </a:rPr>
              <a:t>chứng</a:t>
            </a:r>
            <a:r>
              <a:rPr lang="en-US" dirty="0">
                <a:solidFill>
                  <a:schemeClr val="tx1">
                    <a:lumMod val="50000"/>
                  </a:schemeClr>
                </a:solidFill>
              </a:rPr>
              <a:t>/so </a:t>
            </a:r>
            <a:r>
              <a:rPr lang="en-US" dirty="0" err="1">
                <a:solidFill>
                  <a:schemeClr val="tx1">
                    <a:lumMod val="50000"/>
                  </a:schemeClr>
                </a:solidFill>
              </a:rPr>
              <a:t>sánh</a:t>
            </a:r>
            <a:r>
              <a:rPr lang="en-US" dirty="0">
                <a:solidFill>
                  <a:schemeClr val="tx1">
                    <a:lumMod val="50000"/>
                  </a:schemeClr>
                </a:solidFill>
              </a:rPr>
              <a:t>.</a:t>
            </a:r>
          </a:p>
          <a:p>
            <a:pPr>
              <a:lnSpc>
                <a:spcPct val="120000"/>
              </a:lnSpc>
              <a:spcBef>
                <a:spcPts val="600"/>
              </a:spcBef>
            </a:pPr>
            <a:r>
              <a:rPr lang="en-US" dirty="0">
                <a:solidFill>
                  <a:schemeClr val="tx1">
                    <a:lumMod val="50000"/>
                  </a:schemeClr>
                </a:solidFill>
              </a:rPr>
              <a:t>• </a:t>
            </a:r>
            <a:r>
              <a:rPr lang="en-US" dirty="0" err="1">
                <a:solidFill>
                  <a:schemeClr val="tx1">
                    <a:lumMod val="50000"/>
                  </a:schemeClr>
                </a:solidFill>
              </a:rPr>
              <a:t>Bao</a:t>
            </a:r>
            <a:r>
              <a:rPr lang="en-US" dirty="0">
                <a:solidFill>
                  <a:schemeClr val="tx1">
                    <a:lumMod val="50000"/>
                  </a:schemeClr>
                </a:solidFill>
              </a:rPr>
              <a:t> </a:t>
            </a:r>
            <a:r>
              <a:rPr lang="en-US" dirty="0" err="1">
                <a:solidFill>
                  <a:schemeClr val="tx1">
                    <a:lumMod val="50000"/>
                  </a:schemeClr>
                </a:solidFill>
              </a:rPr>
              <a:t>gồm</a:t>
            </a:r>
            <a:r>
              <a:rPr lang="en-US" dirty="0">
                <a:solidFill>
                  <a:schemeClr val="tx1">
                    <a:lumMod val="50000"/>
                  </a:schemeClr>
                </a:solidFill>
              </a:rPr>
              <a:t> </a:t>
            </a:r>
            <a:r>
              <a:rPr lang="en-US" dirty="0" err="1">
                <a:solidFill>
                  <a:schemeClr val="tx1">
                    <a:lumMod val="50000"/>
                  </a:schemeClr>
                </a:solidFill>
              </a:rPr>
              <a:t>tất</a:t>
            </a:r>
            <a:r>
              <a:rPr lang="en-US" dirty="0">
                <a:solidFill>
                  <a:schemeClr val="tx1">
                    <a:lumMod val="50000"/>
                  </a:schemeClr>
                </a:solidFill>
              </a:rPr>
              <a:t> </a:t>
            </a:r>
            <a:r>
              <a:rPr lang="en-US" dirty="0" err="1">
                <a:solidFill>
                  <a:schemeClr val="tx1">
                    <a:lumMod val="50000"/>
                  </a:schemeClr>
                </a:solidFill>
              </a:rPr>
              <a:t>cả</a:t>
            </a:r>
            <a:r>
              <a:rPr lang="en-US" dirty="0">
                <a:solidFill>
                  <a:schemeClr val="tx1">
                    <a:lumMod val="50000"/>
                  </a:schemeClr>
                </a:solidFill>
              </a:rPr>
              <a:t> </a:t>
            </a:r>
            <a:r>
              <a:rPr lang="en-US" dirty="0" err="1">
                <a:solidFill>
                  <a:schemeClr val="tx1">
                    <a:lumMod val="50000"/>
                  </a:schemeClr>
                </a:solidFill>
              </a:rPr>
              <a:t>các</a:t>
            </a:r>
            <a:r>
              <a:rPr lang="en-US" dirty="0">
                <a:solidFill>
                  <a:schemeClr val="tx1">
                    <a:lumMod val="50000"/>
                  </a:schemeClr>
                </a:solidFill>
              </a:rPr>
              <a:t> </a:t>
            </a:r>
            <a:r>
              <a:rPr lang="en-US" dirty="0" err="1">
                <a:solidFill>
                  <a:schemeClr val="tx1">
                    <a:lumMod val="50000"/>
                  </a:schemeClr>
                </a:solidFill>
              </a:rPr>
              <a:t>cấu</a:t>
            </a:r>
            <a:r>
              <a:rPr lang="en-US" dirty="0">
                <a:solidFill>
                  <a:schemeClr val="tx1">
                    <a:lumMod val="50000"/>
                  </a:schemeClr>
                </a:solidFill>
              </a:rPr>
              <a:t> </a:t>
            </a:r>
            <a:r>
              <a:rPr lang="en-US" dirty="0" err="1">
                <a:solidFill>
                  <a:schemeClr val="tx1">
                    <a:lumMod val="50000"/>
                  </a:schemeClr>
                </a:solidFill>
              </a:rPr>
              <a:t>phần</a:t>
            </a:r>
            <a:r>
              <a:rPr lang="en-US" dirty="0">
                <a:solidFill>
                  <a:schemeClr val="tx1">
                    <a:lumMod val="50000"/>
                  </a:schemeClr>
                </a:solidFill>
              </a:rPr>
              <a:t> </a:t>
            </a:r>
            <a:r>
              <a:rPr lang="en-US" dirty="0" err="1">
                <a:solidFill>
                  <a:schemeClr val="tx1">
                    <a:lumMod val="50000"/>
                  </a:schemeClr>
                </a:solidFill>
              </a:rPr>
              <a:t>có</a:t>
            </a:r>
            <a:r>
              <a:rPr lang="en-US" dirty="0">
                <a:solidFill>
                  <a:schemeClr val="tx1">
                    <a:lumMod val="50000"/>
                  </a:schemeClr>
                </a:solidFill>
              </a:rPr>
              <a:t> </a:t>
            </a:r>
            <a:r>
              <a:rPr lang="en-US" dirty="0" err="1">
                <a:solidFill>
                  <a:schemeClr val="tx1">
                    <a:lumMod val="50000"/>
                  </a:schemeClr>
                </a:solidFill>
              </a:rPr>
              <a:t>liên</a:t>
            </a:r>
            <a:r>
              <a:rPr lang="en-US" dirty="0">
                <a:solidFill>
                  <a:schemeClr val="tx1">
                    <a:lumMod val="50000"/>
                  </a:schemeClr>
                </a:solidFill>
              </a:rPr>
              <a:t> </a:t>
            </a:r>
            <a:r>
              <a:rPr lang="en-US" dirty="0" err="1">
                <a:solidFill>
                  <a:schemeClr val="tx1">
                    <a:lumMod val="50000"/>
                  </a:schemeClr>
                </a:solidFill>
              </a:rPr>
              <a:t>quan</a:t>
            </a:r>
            <a:r>
              <a:rPr lang="en-US" dirty="0">
                <a:solidFill>
                  <a:schemeClr val="tx1">
                    <a:lumMod val="50000"/>
                  </a:schemeClr>
                </a:solidFill>
              </a:rPr>
              <a:t> </a:t>
            </a:r>
            <a:r>
              <a:rPr lang="en-US" dirty="0" err="1">
                <a:solidFill>
                  <a:schemeClr val="tx1">
                    <a:lumMod val="50000"/>
                  </a:schemeClr>
                </a:solidFill>
              </a:rPr>
              <a:t>đến</a:t>
            </a:r>
            <a:r>
              <a:rPr lang="en-US" dirty="0">
                <a:solidFill>
                  <a:schemeClr val="tx1">
                    <a:lumMod val="50000"/>
                  </a:schemeClr>
                </a:solidFill>
              </a:rPr>
              <a:t> </a:t>
            </a:r>
            <a:r>
              <a:rPr lang="en-US" dirty="0" err="1">
                <a:solidFill>
                  <a:schemeClr val="tx1">
                    <a:lumMod val="50000"/>
                  </a:schemeClr>
                </a:solidFill>
              </a:rPr>
              <a:t>phân</a:t>
            </a:r>
            <a:r>
              <a:rPr lang="en-US" dirty="0">
                <a:solidFill>
                  <a:schemeClr val="tx1">
                    <a:lumMod val="50000"/>
                  </a:schemeClr>
                </a:solidFill>
              </a:rPr>
              <a:t> </a:t>
            </a:r>
            <a:r>
              <a:rPr lang="en-US" dirty="0" err="1">
                <a:solidFill>
                  <a:schemeClr val="tx1">
                    <a:lumMod val="50000"/>
                  </a:schemeClr>
                </a:solidFill>
              </a:rPr>
              <a:t>tích</a:t>
            </a:r>
            <a:r>
              <a:rPr lang="en-US" dirty="0">
                <a:solidFill>
                  <a:schemeClr val="tx1">
                    <a:lumMod val="50000"/>
                  </a:schemeClr>
                </a:solidFill>
              </a:rPr>
              <a:t> </a:t>
            </a:r>
            <a:r>
              <a:rPr lang="en-US" dirty="0" err="1">
                <a:solidFill>
                  <a:schemeClr val="tx1">
                    <a:lumMod val="50000"/>
                  </a:schemeClr>
                </a:solidFill>
              </a:rPr>
              <a:t>tổng</a:t>
            </a:r>
            <a:r>
              <a:rPr lang="en-US" dirty="0">
                <a:solidFill>
                  <a:schemeClr val="tx1">
                    <a:lumMod val="50000"/>
                  </a:schemeClr>
                </a:solidFill>
              </a:rPr>
              <a:t> chi </a:t>
            </a:r>
            <a:r>
              <a:rPr lang="en-US" dirty="0" err="1">
                <a:solidFill>
                  <a:schemeClr val="tx1">
                    <a:lumMod val="50000"/>
                  </a:schemeClr>
                </a:solidFill>
              </a:rPr>
              <a:t>phí</a:t>
            </a:r>
            <a:r>
              <a:rPr lang="en-US" dirty="0">
                <a:solidFill>
                  <a:schemeClr val="tx1">
                    <a:lumMod val="50000"/>
                  </a:schemeClr>
                </a:solidFill>
              </a:rPr>
              <a:t> </a:t>
            </a:r>
            <a:r>
              <a:rPr lang="en-US" dirty="0" err="1">
                <a:solidFill>
                  <a:schemeClr val="tx1">
                    <a:lumMod val="50000"/>
                  </a:schemeClr>
                </a:solidFill>
              </a:rPr>
              <a:t>vòng</a:t>
            </a:r>
            <a:r>
              <a:rPr lang="en-US" dirty="0">
                <a:solidFill>
                  <a:schemeClr val="tx1">
                    <a:lumMod val="50000"/>
                  </a:schemeClr>
                </a:solidFill>
              </a:rPr>
              <a:t> </a:t>
            </a:r>
            <a:r>
              <a:rPr lang="en-US" dirty="0" err="1">
                <a:solidFill>
                  <a:schemeClr val="tx1">
                    <a:lumMod val="50000"/>
                  </a:schemeClr>
                </a:solidFill>
              </a:rPr>
              <a:t>đời</a:t>
            </a:r>
            <a:r>
              <a:rPr lang="en-US" dirty="0">
                <a:solidFill>
                  <a:schemeClr val="tx1">
                    <a:lumMod val="50000"/>
                  </a:schemeClr>
                </a:solidFill>
              </a:rPr>
              <a:t> </a:t>
            </a:r>
            <a:r>
              <a:rPr lang="en-US" dirty="0" err="1">
                <a:solidFill>
                  <a:schemeClr val="tx1">
                    <a:lumMod val="50000"/>
                  </a:schemeClr>
                </a:solidFill>
              </a:rPr>
              <a:t>của</a:t>
            </a:r>
            <a:r>
              <a:rPr lang="en-US" dirty="0">
                <a:solidFill>
                  <a:schemeClr val="tx1">
                    <a:lumMod val="50000"/>
                  </a:schemeClr>
                </a:solidFill>
              </a:rPr>
              <a:t> </a:t>
            </a:r>
            <a:r>
              <a:rPr lang="en-US" dirty="0" err="1">
                <a:solidFill>
                  <a:schemeClr val="tx1">
                    <a:lumMod val="50000"/>
                  </a:schemeClr>
                </a:solidFill>
              </a:rPr>
              <a:t>đường</a:t>
            </a:r>
            <a:r>
              <a:rPr lang="en-US" dirty="0">
                <a:solidFill>
                  <a:schemeClr val="tx1">
                    <a:lumMod val="50000"/>
                  </a:schemeClr>
                </a:solidFill>
              </a:rPr>
              <a:t>.</a:t>
            </a:r>
          </a:p>
          <a:p>
            <a:pPr>
              <a:lnSpc>
                <a:spcPct val="120000"/>
              </a:lnSpc>
              <a:spcBef>
                <a:spcPts val="600"/>
              </a:spcBef>
            </a:pPr>
            <a:r>
              <a:rPr lang="en-US" dirty="0">
                <a:solidFill>
                  <a:schemeClr val="tx1">
                    <a:lumMod val="50000"/>
                  </a:schemeClr>
                </a:solidFill>
              </a:rPr>
              <a:t>• </a:t>
            </a:r>
            <a:r>
              <a:rPr lang="en-US" dirty="0" err="1">
                <a:solidFill>
                  <a:schemeClr val="tx1">
                    <a:lumMod val="50000"/>
                  </a:schemeClr>
                </a:solidFill>
              </a:rPr>
              <a:t>Có</a:t>
            </a:r>
            <a:r>
              <a:rPr lang="en-US" dirty="0">
                <a:solidFill>
                  <a:schemeClr val="tx1">
                    <a:lumMod val="50000"/>
                  </a:schemeClr>
                </a:solidFill>
              </a:rPr>
              <a:t> </a:t>
            </a:r>
            <a:r>
              <a:rPr lang="en-US" dirty="0" err="1">
                <a:solidFill>
                  <a:schemeClr val="tx1">
                    <a:lumMod val="50000"/>
                  </a:schemeClr>
                </a:solidFill>
              </a:rPr>
              <a:t>khả</a:t>
            </a:r>
            <a:r>
              <a:rPr lang="en-US" dirty="0">
                <a:solidFill>
                  <a:schemeClr val="tx1">
                    <a:lumMod val="50000"/>
                  </a:schemeClr>
                </a:solidFill>
              </a:rPr>
              <a:t> </a:t>
            </a:r>
            <a:r>
              <a:rPr lang="en-US" dirty="0" err="1">
                <a:solidFill>
                  <a:schemeClr val="tx1">
                    <a:lumMod val="50000"/>
                  </a:schemeClr>
                </a:solidFill>
              </a:rPr>
              <a:t>năng</a:t>
            </a:r>
            <a:r>
              <a:rPr lang="en-US" dirty="0">
                <a:solidFill>
                  <a:schemeClr val="tx1">
                    <a:lumMod val="50000"/>
                  </a:schemeClr>
                </a:solidFill>
              </a:rPr>
              <a:t> </a:t>
            </a:r>
            <a:r>
              <a:rPr lang="en-US" dirty="0" err="1">
                <a:solidFill>
                  <a:schemeClr val="tx1">
                    <a:lumMod val="50000"/>
                  </a:schemeClr>
                </a:solidFill>
              </a:rPr>
              <a:t>loại</a:t>
            </a:r>
            <a:r>
              <a:rPr lang="en-US" dirty="0">
                <a:solidFill>
                  <a:schemeClr val="tx1">
                    <a:lumMod val="50000"/>
                  </a:schemeClr>
                </a:solidFill>
              </a:rPr>
              <a:t> </a:t>
            </a:r>
            <a:r>
              <a:rPr lang="en-US" dirty="0" err="1">
                <a:solidFill>
                  <a:schemeClr val="tx1">
                    <a:lumMod val="50000"/>
                  </a:schemeClr>
                </a:solidFill>
              </a:rPr>
              <a:t>bỏ</a:t>
            </a:r>
            <a:r>
              <a:rPr lang="en-US" dirty="0">
                <a:solidFill>
                  <a:schemeClr val="tx1">
                    <a:lumMod val="50000"/>
                  </a:schemeClr>
                </a:solidFill>
              </a:rPr>
              <a:t> </a:t>
            </a:r>
            <a:r>
              <a:rPr lang="en-US" dirty="0" err="1">
                <a:solidFill>
                  <a:schemeClr val="tx1">
                    <a:lumMod val="50000"/>
                  </a:schemeClr>
                </a:solidFill>
              </a:rPr>
              <a:t>các</a:t>
            </a:r>
            <a:r>
              <a:rPr lang="en-US" dirty="0">
                <a:solidFill>
                  <a:schemeClr val="tx1">
                    <a:lumMod val="50000"/>
                  </a:schemeClr>
                </a:solidFill>
              </a:rPr>
              <a:t> </a:t>
            </a:r>
            <a:r>
              <a:rPr lang="en-US" dirty="0" err="1">
                <a:solidFill>
                  <a:schemeClr val="tx1">
                    <a:lumMod val="50000"/>
                  </a:schemeClr>
                </a:solidFill>
              </a:rPr>
              <a:t>tài</a:t>
            </a:r>
            <a:r>
              <a:rPr lang="en-US" dirty="0">
                <a:solidFill>
                  <a:schemeClr val="tx1">
                    <a:lumMod val="50000"/>
                  </a:schemeClr>
                </a:solidFill>
              </a:rPr>
              <a:t> </a:t>
            </a:r>
            <a:r>
              <a:rPr lang="en-US" dirty="0" err="1">
                <a:solidFill>
                  <a:schemeClr val="tx1">
                    <a:lumMod val="50000"/>
                  </a:schemeClr>
                </a:solidFill>
              </a:rPr>
              <a:t>sản</a:t>
            </a:r>
            <a:r>
              <a:rPr lang="en-US" dirty="0">
                <a:solidFill>
                  <a:schemeClr val="tx1">
                    <a:lumMod val="50000"/>
                  </a:schemeClr>
                </a:solidFill>
              </a:rPr>
              <a:t> </a:t>
            </a:r>
            <a:r>
              <a:rPr lang="en-US" dirty="0" err="1">
                <a:solidFill>
                  <a:schemeClr val="tx1">
                    <a:lumMod val="50000"/>
                  </a:schemeClr>
                </a:solidFill>
              </a:rPr>
              <a:t>không</a:t>
            </a:r>
            <a:r>
              <a:rPr lang="en-US" dirty="0">
                <a:solidFill>
                  <a:schemeClr val="tx1">
                    <a:lumMod val="50000"/>
                  </a:schemeClr>
                </a:solidFill>
              </a:rPr>
              <a:t> </a:t>
            </a:r>
            <a:r>
              <a:rPr lang="en-US" dirty="0" err="1">
                <a:solidFill>
                  <a:schemeClr val="tx1">
                    <a:lumMod val="50000"/>
                  </a:schemeClr>
                </a:solidFill>
              </a:rPr>
              <a:t>còn</a:t>
            </a:r>
            <a:r>
              <a:rPr lang="en-US" dirty="0">
                <a:solidFill>
                  <a:schemeClr val="tx1">
                    <a:lumMod val="50000"/>
                  </a:schemeClr>
                </a:solidFill>
              </a:rPr>
              <a:t> </a:t>
            </a:r>
            <a:r>
              <a:rPr lang="en-US" dirty="0" err="1">
                <a:solidFill>
                  <a:schemeClr val="tx1">
                    <a:lumMod val="50000"/>
                  </a:schemeClr>
                </a:solidFill>
              </a:rPr>
              <a:t>giá</a:t>
            </a:r>
            <a:r>
              <a:rPr lang="en-US" dirty="0">
                <a:solidFill>
                  <a:schemeClr val="tx1">
                    <a:lumMod val="50000"/>
                  </a:schemeClr>
                </a:solidFill>
              </a:rPr>
              <a:t> </a:t>
            </a:r>
            <a:r>
              <a:rPr lang="en-US" dirty="0" err="1">
                <a:solidFill>
                  <a:schemeClr val="tx1">
                    <a:lumMod val="50000"/>
                  </a:schemeClr>
                </a:solidFill>
              </a:rPr>
              <a:t>trị</a:t>
            </a:r>
            <a:r>
              <a:rPr lang="en-US" dirty="0">
                <a:solidFill>
                  <a:schemeClr val="tx1">
                    <a:lumMod val="50000"/>
                  </a:schemeClr>
                </a:solidFill>
              </a:rPr>
              <a:t> </a:t>
            </a:r>
            <a:r>
              <a:rPr lang="en-US" dirty="0" err="1">
                <a:solidFill>
                  <a:schemeClr val="tx1">
                    <a:lumMod val="50000"/>
                  </a:schemeClr>
                </a:solidFill>
              </a:rPr>
              <a:t>khỏi</a:t>
            </a:r>
            <a:r>
              <a:rPr lang="en-US" dirty="0">
                <a:solidFill>
                  <a:schemeClr val="tx1">
                    <a:lumMod val="50000"/>
                  </a:schemeClr>
                </a:solidFill>
              </a:rPr>
              <a:t> </a:t>
            </a:r>
            <a:r>
              <a:rPr lang="en-US" dirty="0" err="1">
                <a:solidFill>
                  <a:schemeClr val="tx1">
                    <a:lumMod val="50000"/>
                  </a:schemeClr>
                </a:solidFill>
              </a:rPr>
              <a:t>hệ</a:t>
            </a:r>
            <a:r>
              <a:rPr lang="en-US" dirty="0">
                <a:solidFill>
                  <a:schemeClr val="tx1">
                    <a:lumMod val="50000"/>
                  </a:schemeClr>
                </a:solidFill>
              </a:rPr>
              <a:t> </a:t>
            </a:r>
            <a:r>
              <a:rPr lang="en-US" dirty="0" err="1">
                <a:solidFill>
                  <a:schemeClr val="tx1">
                    <a:lumMod val="50000"/>
                  </a:schemeClr>
                </a:solidFill>
              </a:rPr>
              <a:t>thống</a:t>
            </a:r>
            <a:r>
              <a:rPr lang="en-US" dirty="0">
                <a:solidFill>
                  <a:schemeClr val="tx1">
                    <a:lumMod val="50000"/>
                  </a:schemeClr>
                </a:solidFill>
              </a:rPr>
              <a:t>.</a:t>
            </a:r>
          </a:p>
          <a:p>
            <a:pPr>
              <a:lnSpc>
                <a:spcPct val="120000"/>
              </a:lnSpc>
              <a:spcBef>
                <a:spcPts val="600"/>
              </a:spcBef>
            </a:pPr>
            <a:r>
              <a:rPr lang="en-US" dirty="0">
                <a:solidFill>
                  <a:schemeClr val="tx1">
                    <a:lumMod val="50000"/>
                  </a:schemeClr>
                </a:solidFill>
              </a:rPr>
              <a:t>• </a:t>
            </a:r>
            <a:r>
              <a:rPr lang="en-US" dirty="0" err="1">
                <a:solidFill>
                  <a:schemeClr val="tx1">
                    <a:lumMod val="50000"/>
                  </a:schemeClr>
                </a:solidFill>
              </a:rPr>
              <a:t>Xem</a:t>
            </a:r>
            <a:r>
              <a:rPr lang="en-US" dirty="0">
                <a:solidFill>
                  <a:schemeClr val="tx1">
                    <a:lumMod val="50000"/>
                  </a:schemeClr>
                </a:solidFill>
              </a:rPr>
              <a:t> </a:t>
            </a:r>
            <a:r>
              <a:rPr lang="en-US" dirty="0" err="1">
                <a:solidFill>
                  <a:schemeClr val="tx1">
                    <a:lumMod val="50000"/>
                  </a:schemeClr>
                </a:solidFill>
              </a:rPr>
              <a:t>xét</a:t>
            </a:r>
            <a:r>
              <a:rPr lang="en-US" dirty="0">
                <a:solidFill>
                  <a:schemeClr val="tx1">
                    <a:lumMod val="50000"/>
                  </a:schemeClr>
                </a:solidFill>
              </a:rPr>
              <a:t> </a:t>
            </a:r>
            <a:r>
              <a:rPr lang="en-US" dirty="0" err="1">
                <a:solidFill>
                  <a:schemeClr val="tx1">
                    <a:lumMod val="50000"/>
                  </a:schemeClr>
                </a:solidFill>
              </a:rPr>
              <a:t>đến</a:t>
            </a:r>
            <a:r>
              <a:rPr lang="en-US" dirty="0">
                <a:solidFill>
                  <a:schemeClr val="tx1">
                    <a:lumMod val="50000"/>
                  </a:schemeClr>
                </a:solidFill>
              </a:rPr>
              <a:t> </a:t>
            </a:r>
            <a:r>
              <a:rPr lang="en-US" dirty="0" err="1">
                <a:solidFill>
                  <a:schemeClr val="tx1">
                    <a:lumMod val="50000"/>
                  </a:schemeClr>
                </a:solidFill>
              </a:rPr>
              <a:t>tối</a:t>
            </a:r>
            <a:r>
              <a:rPr lang="en-US" dirty="0">
                <a:solidFill>
                  <a:schemeClr val="tx1">
                    <a:lumMod val="50000"/>
                  </a:schemeClr>
                </a:solidFill>
              </a:rPr>
              <a:t> </a:t>
            </a:r>
            <a:r>
              <a:rPr lang="en-US" dirty="0" err="1">
                <a:solidFill>
                  <a:schemeClr val="tx1">
                    <a:lumMod val="50000"/>
                  </a:schemeClr>
                </a:solidFill>
              </a:rPr>
              <a:t>ưu</a:t>
            </a:r>
            <a:r>
              <a:rPr lang="en-US" dirty="0">
                <a:solidFill>
                  <a:schemeClr val="tx1">
                    <a:lumMod val="50000"/>
                  </a:schemeClr>
                </a:solidFill>
              </a:rPr>
              <a:t> </a:t>
            </a:r>
            <a:r>
              <a:rPr lang="en-US" dirty="0" err="1">
                <a:solidFill>
                  <a:schemeClr val="tx1">
                    <a:lumMod val="50000"/>
                  </a:schemeClr>
                </a:solidFill>
              </a:rPr>
              <a:t>hóa</a:t>
            </a:r>
            <a:r>
              <a:rPr lang="en-US" dirty="0">
                <a:solidFill>
                  <a:schemeClr val="tx1">
                    <a:lumMod val="50000"/>
                  </a:schemeClr>
                </a:solidFill>
              </a:rPr>
              <a:t> </a:t>
            </a:r>
            <a:r>
              <a:rPr lang="en-US" dirty="0" err="1">
                <a:solidFill>
                  <a:schemeClr val="tx1">
                    <a:lumMod val="50000"/>
                  </a:schemeClr>
                </a:solidFill>
              </a:rPr>
              <a:t>hệ</a:t>
            </a:r>
            <a:r>
              <a:rPr lang="en-US" dirty="0">
                <a:solidFill>
                  <a:schemeClr val="tx1">
                    <a:lumMod val="50000"/>
                  </a:schemeClr>
                </a:solidFill>
              </a:rPr>
              <a:t> </a:t>
            </a:r>
            <a:r>
              <a:rPr lang="en-US" dirty="0" err="1">
                <a:solidFill>
                  <a:schemeClr val="tx1">
                    <a:lumMod val="50000"/>
                  </a:schemeClr>
                </a:solidFill>
              </a:rPr>
              <a:t>thống</a:t>
            </a:r>
            <a:r>
              <a:rPr lang="en-US" dirty="0">
                <a:solidFill>
                  <a:schemeClr val="tx1">
                    <a:lumMod val="50000"/>
                  </a:schemeClr>
                </a:solidFill>
              </a:rPr>
              <a:t> </a:t>
            </a:r>
            <a:r>
              <a:rPr lang="en-US" dirty="0" err="1">
                <a:solidFill>
                  <a:schemeClr val="tx1">
                    <a:lumMod val="50000"/>
                  </a:schemeClr>
                </a:solidFill>
              </a:rPr>
              <a:t>và</a:t>
            </a:r>
            <a:r>
              <a:rPr lang="en-US" dirty="0">
                <a:solidFill>
                  <a:schemeClr val="tx1">
                    <a:lumMod val="50000"/>
                  </a:schemeClr>
                </a:solidFill>
              </a:rPr>
              <a:t> </a:t>
            </a:r>
            <a:r>
              <a:rPr lang="en-US" dirty="0" err="1">
                <a:solidFill>
                  <a:schemeClr val="tx1">
                    <a:lumMod val="50000"/>
                  </a:schemeClr>
                </a:solidFill>
              </a:rPr>
              <a:t>tối</a:t>
            </a:r>
            <a:r>
              <a:rPr lang="en-US" dirty="0">
                <a:solidFill>
                  <a:schemeClr val="tx1">
                    <a:lumMod val="50000"/>
                  </a:schemeClr>
                </a:solidFill>
              </a:rPr>
              <a:t> </a:t>
            </a:r>
            <a:r>
              <a:rPr lang="en-US" dirty="0" err="1">
                <a:solidFill>
                  <a:schemeClr val="tx1">
                    <a:lumMod val="50000"/>
                  </a:schemeClr>
                </a:solidFill>
              </a:rPr>
              <a:t>ưu</a:t>
            </a:r>
            <a:r>
              <a:rPr lang="en-US" dirty="0">
                <a:solidFill>
                  <a:schemeClr val="tx1">
                    <a:lumMod val="50000"/>
                  </a:schemeClr>
                </a:solidFill>
              </a:rPr>
              <a:t> </a:t>
            </a:r>
            <a:r>
              <a:rPr lang="en-US" dirty="0" err="1">
                <a:solidFill>
                  <a:schemeClr val="tx1">
                    <a:lumMod val="50000"/>
                  </a:schemeClr>
                </a:solidFill>
              </a:rPr>
              <a:t>hóa</a:t>
            </a:r>
            <a:r>
              <a:rPr lang="en-US" dirty="0">
                <a:solidFill>
                  <a:schemeClr val="tx1">
                    <a:lumMod val="50000"/>
                  </a:schemeClr>
                </a:solidFill>
              </a:rPr>
              <a:t> </a:t>
            </a:r>
            <a:r>
              <a:rPr lang="en-US" dirty="0" err="1">
                <a:solidFill>
                  <a:schemeClr val="tx1">
                    <a:lumMod val="50000"/>
                  </a:schemeClr>
                </a:solidFill>
              </a:rPr>
              <a:t>dự</a:t>
            </a:r>
            <a:r>
              <a:rPr lang="en-US" dirty="0">
                <a:solidFill>
                  <a:schemeClr val="tx1">
                    <a:lumMod val="50000"/>
                  </a:schemeClr>
                </a:solidFill>
              </a:rPr>
              <a:t> </a:t>
            </a:r>
            <a:r>
              <a:rPr lang="en-US" dirty="0" err="1">
                <a:solidFill>
                  <a:schemeClr val="tx1">
                    <a:lumMod val="50000"/>
                  </a:schemeClr>
                </a:solidFill>
              </a:rPr>
              <a:t>án</a:t>
            </a:r>
            <a:r>
              <a:rPr lang="en-US" dirty="0">
                <a:solidFill>
                  <a:schemeClr val="tx1">
                    <a:lumMod val="50000"/>
                  </a:schemeClr>
                </a:solidFill>
              </a:rPr>
              <a:t>.</a:t>
            </a:r>
          </a:p>
          <a:p>
            <a:pPr>
              <a:lnSpc>
                <a:spcPct val="120000"/>
              </a:lnSpc>
              <a:spcBef>
                <a:spcPts val="600"/>
              </a:spcBef>
            </a:pPr>
            <a:r>
              <a:rPr lang="en-US" dirty="0">
                <a:solidFill>
                  <a:schemeClr val="tx1">
                    <a:lumMod val="50000"/>
                  </a:schemeClr>
                </a:solidFill>
              </a:rPr>
              <a:t>• </a:t>
            </a:r>
            <a:r>
              <a:rPr lang="en-US" dirty="0" err="1">
                <a:solidFill>
                  <a:schemeClr val="tx1">
                    <a:lumMod val="50000"/>
                  </a:schemeClr>
                </a:solidFill>
              </a:rPr>
              <a:t>Báo</a:t>
            </a:r>
            <a:r>
              <a:rPr lang="en-US" dirty="0">
                <a:solidFill>
                  <a:schemeClr val="tx1">
                    <a:lumMod val="50000"/>
                  </a:schemeClr>
                </a:solidFill>
              </a:rPr>
              <a:t> </a:t>
            </a:r>
            <a:r>
              <a:rPr lang="en-US" dirty="0" err="1">
                <a:solidFill>
                  <a:schemeClr val="tx1">
                    <a:lumMod val="50000"/>
                  </a:schemeClr>
                </a:solidFill>
              </a:rPr>
              <a:t>cáo</a:t>
            </a:r>
            <a:r>
              <a:rPr lang="en-US" dirty="0">
                <a:solidFill>
                  <a:schemeClr val="tx1">
                    <a:lumMod val="50000"/>
                  </a:schemeClr>
                </a:solidFill>
              </a:rPr>
              <a:t> </a:t>
            </a:r>
            <a:r>
              <a:rPr lang="en-US" dirty="0" err="1">
                <a:solidFill>
                  <a:schemeClr val="tx1">
                    <a:lumMod val="50000"/>
                  </a:schemeClr>
                </a:solidFill>
              </a:rPr>
              <a:t>các</a:t>
            </a:r>
            <a:r>
              <a:rPr lang="en-US" dirty="0">
                <a:solidFill>
                  <a:schemeClr val="tx1">
                    <a:lumMod val="50000"/>
                  </a:schemeClr>
                </a:solidFill>
              </a:rPr>
              <a:t> </a:t>
            </a:r>
            <a:r>
              <a:rPr lang="en-US" dirty="0" err="1">
                <a:solidFill>
                  <a:schemeClr val="tx1">
                    <a:lumMod val="50000"/>
                  </a:schemeClr>
                </a:solidFill>
              </a:rPr>
              <a:t>thông</a:t>
            </a:r>
            <a:r>
              <a:rPr lang="en-US" dirty="0">
                <a:solidFill>
                  <a:schemeClr val="tx1">
                    <a:lumMod val="50000"/>
                  </a:schemeClr>
                </a:solidFill>
              </a:rPr>
              <a:t> tin </a:t>
            </a:r>
            <a:r>
              <a:rPr lang="en-US" dirty="0" err="1">
                <a:solidFill>
                  <a:schemeClr val="tx1">
                    <a:lumMod val="50000"/>
                  </a:schemeClr>
                </a:solidFill>
              </a:rPr>
              <a:t>hữu</a:t>
            </a:r>
            <a:r>
              <a:rPr lang="en-US" dirty="0">
                <a:solidFill>
                  <a:schemeClr val="tx1">
                    <a:lumMod val="50000"/>
                  </a:schemeClr>
                </a:solidFill>
              </a:rPr>
              <a:t> </a:t>
            </a:r>
            <a:r>
              <a:rPr lang="en-US" dirty="0" err="1">
                <a:solidFill>
                  <a:schemeClr val="tx1">
                    <a:lumMod val="50000"/>
                  </a:schemeClr>
                </a:solidFill>
              </a:rPr>
              <a:t>ích</a:t>
            </a:r>
            <a:r>
              <a:rPr lang="en-US" dirty="0">
                <a:solidFill>
                  <a:schemeClr val="tx1">
                    <a:lumMod val="50000"/>
                  </a:schemeClr>
                </a:solidFill>
              </a:rPr>
              <a:t> ở </a:t>
            </a:r>
            <a:r>
              <a:rPr lang="en-US" dirty="0" err="1">
                <a:solidFill>
                  <a:schemeClr val="tx1">
                    <a:lumMod val="50000"/>
                  </a:schemeClr>
                </a:solidFill>
              </a:rPr>
              <a:t>các</a:t>
            </a:r>
            <a:r>
              <a:rPr lang="en-US" dirty="0">
                <a:solidFill>
                  <a:schemeClr val="tx1">
                    <a:lumMod val="50000"/>
                  </a:schemeClr>
                </a:solidFill>
              </a:rPr>
              <a:t> </a:t>
            </a:r>
            <a:r>
              <a:rPr lang="en-US" dirty="0" err="1">
                <a:solidFill>
                  <a:schemeClr val="tx1">
                    <a:lumMod val="50000"/>
                  </a:schemeClr>
                </a:solidFill>
              </a:rPr>
              <a:t>giai</a:t>
            </a:r>
            <a:r>
              <a:rPr lang="en-US" dirty="0">
                <a:solidFill>
                  <a:schemeClr val="tx1">
                    <a:lumMod val="50000"/>
                  </a:schemeClr>
                </a:solidFill>
              </a:rPr>
              <a:t> </a:t>
            </a:r>
            <a:r>
              <a:rPr lang="en-US" dirty="0" err="1">
                <a:solidFill>
                  <a:schemeClr val="tx1">
                    <a:lumMod val="50000"/>
                  </a:schemeClr>
                </a:solidFill>
              </a:rPr>
              <a:t>đoạn</a:t>
            </a:r>
            <a:r>
              <a:rPr lang="en-US" dirty="0">
                <a:solidFill>
                  <a:schemeClr val="tx1">
                    <a:lumMod val="50000"/>
                  </a:schemeClr>
                </a:solidFill>
              </a:rPr>
              <a:t> </a:t>
            </a:r>
            <a:r>
              <a:rPr lang="en-US" dirty="0" err="1">
                <a:solidFill>
                  <a:schemeClr val="tx1">
                    <a:lumMod val="50000"/>
                  </a:schemeClr>
                </a:solidFill>
              </a:rPr>
              <a:t>cơ</a:t>
            </a:r>
            <a:r>
              <a:rPr lang="en-US" dirty="0">
                <a:solidFill>
                  <a:schemeClr val="tx1">
                    <a:lumMod val="50000"/>
                  </a:schemeClr>
                </a:solidFill>
              </a:rPr>
              <a:t> </a:t>
            </a:r>
            <a:r>
              <a:rPr lang="en-US" dirty="0" err="1">
                <a:solidFill>
                  <a:schemeClr val="tx1">
                    <a:lumMod val="50000"/>
                  </a:schemeClr>
                </a:solidFill>
              </a:rPr>
              <a:t>bản</a:t>
            </a:r>
            <a:r>
              <a:rPr lang="en-US" dirty="0">
                <a:solidFill>
                  <a:schemeClr val="tx1">
                    <a:lumMod val="50000"/>
                  </a:schemeClr>
                </a:solidFill>
              </a:rPr>
              <a:t>.</a:t>
            </a:r>
          </a:p>
          <a:p>
            <a:pPr>
              <a:lnSpc>
                <a:spcPct val="120000"/>
              </a:lnSpc>
              <a:spcBef>
                <a:spcPts val="600"/>
              </a:spcBef>
            </a:pPr>
            <a:r>
              <a:rPr lang="en-US" dirty="0">
                <a:solidFill>
                  <a:schemeClr val="tx1">
                    <a:lumMod val="50000"/>
                  </a:schemeClr>
                </a:solidFill>
              </a:rPr>
              <a:t>• </a:t>
            </a:r>
            <a:r>
              <a:rPr lang="en-US" dirty="0" err="1">
                <a:solidFill>
                  <a:schemeClr val="tx1">
                    <a:lumMod val="50000"/>
                  </a:schemeClr>
                </a:solidFill>
              </a:rPr>
              <a:t>Hỗ</a:t>
            </a:r>
            <a:r>
              <a:rPr lang="en-US" dirty="0">
                <a:solidFill>
                  <a:schemeClr val="tx1">
                    <a:lumMod val="50000"/>
                  </a:schemeClr>
                </a:solidFill>
              </a:rPr>
              <a:t> </a:t>
            </a:r>
            <a:r>
              <a:rPr lang="en-US" dirty="0" err="1">
                <a:solidFill>
                  <a:schemeClr val="tx1">
                    <a:lumMod val="50000"/>
                  </a:schemeClr>
                </a:solidFill>
              </a:rPr>
              <a:t>trợ</a:t>
            </a:r>
            <a:r>
              <a:rPr lang="en-US" dirty="0">
                <a:solidFill>
                  <a:schemeClr val="tx1">
                    <a:lumMod val="50000"/>
                  </a:schemeClr>
                </a:solidFill>
              </a:rPr>
              <a:t> </a:t>
            </a:r>
            <a:r>
              <a:rPr lang="en-US" dirty="0" err="1">
                <a:solidFill>
                  <a:schemeClr val="tx1">
                    <a:lumMod val="50000"/>
                  </a:schemeClr>
                </a:solidFill>
              </a:rPr>
              <a:t>quá</a:t>
            </a:r>
            <a:r>
              <a:rPr lang="en-US" dirty="0">
                <a:solidFill>
                  <a:schemeClr val="tx1">
                    <a:lumMod val="50000"/>
                  </a:schemeClr>
                </a:solidFill>
              </a:rPr>
              <a:t> </a:t>
            </a:r>
            <a:r>
              <a:rPr lang="en-US" dirty="0" err="1">
                <a:solidFill>
                  <a:schemeClr val="tx1">
                    <a:lumMod val="50000"/>
                  </a:schemeClr>
                </a:solidFill>
              </a:rPr>
              <a:t>trình</a:t>
            </a:r>
            <a:r>
              <a:rPr lang="en-US" dirty="0">
                <a:solidFill>
                  <a:schemeClr val="tx1">
                    <a:lumMod val="50000"/>
                  </a:schemeClr>
                </a:solidFill>
              </a:rPr>
              <a:t> </a:t>
            </a:r>
            <a:r>
              <a:rPr lang="en-US" dirty="0" err="1">
                <a:solidFill>
                  <a:schemeClr val="tx1">
                    <a:lumMod val="50000"/>
                  </a:schemeClr>
                </a:solidFill>
              </a:rPr>
              <a:t>phân</a:t>
            </a:r>
            <a:r>
              <a:rPr lang="en-US" dirty="0">
                <a:solidFill>
                  <a:schemeClr val="tx1">
                    <a:lumMod val="50000"/>
                  </a:schemeClr>
                </a:solidFill>
              </a:rPr>
              <a:t> </a:t>
            </a:r>
            <a:r>
              <a:rPr lang="en-US" dirty="0" err="1">
                <a:solidFill>
                  <a:schemeClr val="tx1">
                    <a:lumMod val="50000"/>
                  </a:schemeClr>
                </a:solidFill>
              </a:rPr>
              <a:t>tích</a:t>
            </a:r>
            <a:r>
              <a:rPr lang="en-US" dirty="0">
                <a:solidFill>
                  <a:schemeClr val="tx1">
                    <a:lumMod val="50000"/>
                  </a:schemeClr>
                </a:solidFill>
              </a:rPr>
              <a:t> </a:t>
            </a:r>
            <a:r>
              <a:rPr lang="en-US" dirty="0" err="1">
                <a:solidFill>
                  <a:schemeClr val="tx1">
                    <a:lumMod val="50000"/>
                  </a:schemeClr>
                </a:solidFill>
              </a:rPr>
              <a:t>trung</a:t>
            </a:r>
            <a:r>
              <a:rPr lang="en-US" dirty="0">
                <a:solidFill>
                  <a:schemeClr val="tx1">
                    <a:lumMod val="50000"/>
                  </a:schemeClr>
                </a:solidFill>
              </a:rPr>
              <a:t> </a:t>
            </a:r>
            <a:r>
              <a:rPr lang="en-US" dirty="0" err="1">
                <a:solidFill>
                  <a:schemeClr val="tx1">
                    <a:lumMod val="50000"/>
                  </a:schemeClr>
                </a:solidFill>
              </a:rPr>
              <a:t>gian</a:t>
            </a:r>
            <a:r>
              <a:rPr lang="en-US" dirty="0">
                <a:solidFill>
                  <a:schemeClr val="tx1">
                    <a:lumMod val="50000"/>
                  </a:schemeClr>
                </a:solidFill>
              </a:rPr>
              <a:t> </a:t>
            </a:r>
            <a:r>
              <a:rPr lang="en-US" dirty="0" err="1">
                <a:solidFill>
                  <a:schemeClr val="tx1">
                    <a:lumMod val="50000"/>
                  </a:schemeClr>
                </a:solidFill>
              </a:rPr>
              <a:t>sử</a:t>
            </a:r>
            <a:r>
              <a:rPr lang="en-US" dirty="0">
                <a:solidFill>
                  <a:schemeClr val="tx1">
                    <a:lumMod val="50000"/>
                  </a:schemeClr>
                </a:solidFill>
              </a:rPr>
              <a:t> </a:t>
            </a:r>
            <a:r>
              <a:rPr lang="en-US" dirty="0" err="1">
                <a:solidFill>
                  <a:schemeClr val="tx1">
                    <a:lumMod val="50000"/>
                  </a:schemeClr>
                </a:solidFill>
              </a:rPr>
              <a:t>dụng</a:t>
            </a:r>
            <a:r>
              <a:rPr lang="en-US" dirty="0">
                <a:solidFill>
                  <a:schemeClr val="tx1">
                    <a:lumMod val="50000"/>
                  </a:schemeClr>
                </a:solidFill>
              </a:rPr>
              <a:t> </a:t>
            </a:r>
            <a:r>
              <a:rPr lang="en-US" dirty="0" err="1">
                <a:solidFill>
                  <a:schemeClr val="tx1">
                    <a:lumMod val="50000"/>
                  </a:schemeClr>
                </a:solidFill>
              </a:rPr>
              <a:t>cơ</a:t>
            </a:r>
            <a:r>
              <a:rPr lang="en-US" dirty="0">
                <a:solidFill>
                  <a:schemeClr val="tx1">
                    <a:lumMod val="50000"/>
                  </a:schemeClr>
                </a:solidFill>
              </a:rPr>
              <a:t> </a:t>
            </a:r>
            <a:r>
              <a:rPr lang="en-US" dirty="0" err="1">
                <a:solidFill>
                  <a:schemeClr val="tx1">
                    <a:lumMod val="50000"/>
                  </a:schemeClr>
                </a:solidFill>
              </a:rPr>
              <a:t>sở</a:t>
            </a:r>
            <a:r>
              <a:rPr lang="en-US" dirty="0">
                <a:solidFill>
                  <a:schemeClr val="tx1">
                    <a:lumMod val="50000"/>
                  </a:schemeClr>
                </a:solidFill>
              </a:rPr>
              <a:t> </a:t>
            </a:r>
            <a:r>
              <a:rPr lang="en-US" dirty="0" err="1">
                <a:solidFill>
                  <a:schemeClr val="tx1">
                    <a:lumMod val="50000"/>
                  </a:schemeClr>
                </a:solidFill>
              </a:rPr>
              <a:t>dữ</a:t>
            </a:r>
            <a:r>
              <a:rPr lang="en-US" dirty="0">
                <a:solidFill>
                  <a:schemeClr val="tx1">
                    <a:lumMod val="50000"/>
                  </a:schemeClr>
                </a:solidFill>
              </a:rPr>
              <a:t> </a:t>
            </a:r>
            <a:r>
              <a:rPr lang="en-US" dirty="0" err="1">
                <a:solidFill>
                  <a:schemeClr val="tx1">
                    <a:lumMod val="50000"/>
                  </a:schemeClr>
                </a:solidFill>
              </a:rPr>
              <a:t>liệu</a:t>
            </a:r>
            <a:endParaRPr lang="en-US" dirty="0">
              <a:solidFill>
                <a:schemeClr val="tx1">
                  <a:lumMod val="50000"/>
                </a:schemeClr>
              </a:solidFill>
            </a:endParaRPr>
          </a:p>
        </p:txBody>
      </p:sp>
      <p:sp>
        <p:nvSpPr>
          <p:cNvPr id="6" name="Rectangle 6"/>
          <p:cNvSpPr>
            <a:spLocks noChangeArrowheads="1"/>
          </p:cNvSpPr>
          <p:nvPr/>
        </p:nvSpPr>
        <p:spPr bwMode="auto">
          <a:xfrm>
            <a:off x="342900" y="328861"/>
            <a:ext cx="612795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spcBef>
                <a:spcPct val="50000"/>
              </a:spcBef>
            </a:pPr>
            <a:r>
              <a:rPr lang="en-US" sz="2000" b="1" dirty="0" err="1">
                <a:solidFill>
                  <a:srgbClr val="FF0000"/>
                </a:solidFill>
              </a:rPr>
              <a:t>Quản</a:t>
            </a:r>
            <a:r>
              <a:rPr lang="en-US" sz="2000" b="1" dirty="0">
                <a:solidFill>
                  <a:srgbClr val="FF0000"/>
                </a:solidFill>
              </a:rPr>
              <a:t> </a:t>
            </a:r>
            <a:r>
              <a:rPr lang="en-US" sz="2000" b="1" dirty="0" err="1">
                <a:solidFill>
                  <a:srgbClr val="FF0000"/>
                </a:solidFill>
              </a:rPr>
              <a:t>lý</a:t>
            </a:r>
            <a:r>
              <a:rPr lang="en-US" sz="2000" b="1" dirty="0">
                <a:solidFill>
                  <a:srgbClr val="FF0000"/>
                </a:solidFill>
              </a:rPr>
              <a:t> </a:t>
            </a:r>
            <a:r>
              <a:rPr lang="en-US" sz="2000" b="1" dirty="0" err="1">
                <a:solidFill>
                  <a:srgbClr val="FF0000"/>
                </a:solidFill>
              </a:rPr>
              <a:t>Tài</a:t>
            </a:r>
            <a:r>
              <a:rPr lang="en-US" sz="2000" b="1" dirty="0">
                <a:solidFill>
                  <a:srgbClr val="FF0000"/>
                </a:solidFill>
              </a:rPr>
              <a:t> </a:t>
            </a:r>
            <a:r>
              <a:rPr lang="en-US" sz="2000" b="1" dirty="0" err="1">
                <a:solidFill>
                  <a:srgbClr val="FF0000"/>
                </a:solidFill>
              </a:rPr>
              <a:t>sản</a:t>
            </a:r>
            <a:r>
              <a:rPr lang="en-US" sz="2000" b="1" dirty="0">
                <a:solidFill>
                  <a:srgbClr val="FF0000"/>
                </a:solidFill>
              </a:rPr>
              <a:t> </a:t>
            </a:r>
            <a:r>
              <a:rPr lang="en-US" sz="2000" b="1" dirty="0" err="1">
                <a:solidFill>
                  <a:srgbClr val="FF0000"/>
                </a:solidFill>
              </a:rPr>
              <a:t>Hạ</a:t>
            </a:r>
            <a:r>
              <a:rPr lang="en-US" sz="2000" b="1" dirty="0">
                <a:solidFill>
                  <a:srgbClr val="FF0000"/>
                </a:solidFill>
              </a:rPr>
              <a:t> </a:t>
            </a:r>
            <a:r>
              <a:rPr lang="en-US" sz="2000" b="1" dirty="0" err="1">
                <a:solidFill>
                  <a:srgbClr val="FF0000"/>
                </a:solidFill>
              </a:rPr>
              <a:t>tầng</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a:t>
            </a:r>
            <a:r>
              <a:rPr lang="en-US" sz="2000" b="1" dirty="0" err="1">
                <a:solidFill>
                  <a:srgbClr val="FF0000"/>
                </a:solidFill>
              </a:rPr>
              <a:t>bộ</a:t>
            </a:r>
            <a:endParaRPr lang="en-US" sz="2000" b="1" dirty="0">
              <a:solidFill>
                <a:srgbClr val="FF0000"/>
              </a:solidFill>
            </a:endParaRPr>
          </a:p>
        </p:txBody>
      </p:sp>
    </p:spTree>
    <p:extLst>
      <p:ext uri="{BB962C8B-B14F-4D97-AF65-F5344CB8AC3E}">
        <p14:creationId xmlns:p14="http://schemas.microsoft.com/office/powerpoint/2010/main" val="18078701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447800"/>
            <a:ext cx="7888705" cy="4952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152400" y="1246664"/>
            <a:ext cx="3326552" cy="369332"/>
          </a:xfrm>
          <a:prstGeom prst="rect">
            <a:avLst/>
          </a:prstGeom>
        </p:spPr>
        <p:txBody>
          <a:bodyPr wrap="none">
            <a:spAutoFit/>
          </a:bodyPr>
          <a:lstStyle/>
          <a:p>
            <a:r>
              <a:rPr lang="en-US" b="1" i="1" dirty="0" err="1">
                <a:solidFill>
                  <a:schemeClr val="accent4">
                    <a:lumMod val="75000"/>
                  </a:schemeClr>
                </a:solidFill>
              </a:rPr>
              <a:t>Lập</a:t>
            </a:r>
            <a:r>
              <a:rPr lang="en-US" b="1" i="1" dirty="0">
                <a:solidFill>
                  <a:schemeClr val="accent4">
                    <a:lumMod val="75000"/>
                  </a:schemeClr>
                </a:solidFill>
              </a:rPr>
              <a:t> </a:t>
            </a:r>
            <a:r>
              <a:rPr lang="en-US" b="1" i="1" dirty="0" err="1">
                <a:solidFill>
                  <a:schemeClr val="accent4">
                    <a:lumMod val="75000"/>
                  </a:schemeClr>
                </a:solidFill>
              </a:rPr>
              <a:t>kế</a:t>
            </a:r>
            <a:r>
              <a:rPr lang="en-US" b="1" i="1" dirty="0">
                <a:solidFill>
                  <a:schemeClr val="accent4">
                    <a:lumMod val="75000"/>
                  </a:schemeClr>
                </a:solidFill>
              </a:rPr>
              <a:t> </a:t>
            </a:r>
            <a:r>
              <a:rPr lang="en-US" b="1" i="1" dirty="0" err="1">
                <a:solidFill>
                  <a:schemeClr val="accent4">
                    <a:lumMod val="75000"/>
                  </a:schemeClr>
                </a:solidFill>
              </a:rPr>
              <a:t>hoạch</a:t>
            </a:r>
            <a:r>
              <a:rPr lang="en-US" b="1" i="1" dirty="0">
                <a:solidFill>
                  <a:schemeClr val="accent4">
                    <a:lumMod val="75000"/>
                  </a:schemeClr>
                </a:solidFill>
              </a:rPr>
              <a:t> </a:t>
            </a:r>
            <a:r>
              <a:rPr lang="en-US" b="1" i="1" dirty="0" err="1">
                <a:solidFill>
                  <a:schemeClr val="accent4">
                    <a:lumMod val="75000"/>
                  </a:schemeClr>
                </a:solidFill>
              </a:rPr>
              <a:t>quản</a:t>
            </a:r>
            <a:r>
              <a:rPr lang="en-US" b="1" i="1" dirty="0">
                <a:solidFill>
                  <a:schemeClr val="accent4">
                    <a:lumMod val="75000"/>
                  </a:schemeClr>
                </a:solidFill>
              </a:rPr>
              <a:t> </a:t>
            </a:r>
            <a:r>
              <a:rPr lang="en-US" b="1" i="1" dirty="0" err="1">
                <a:solidFill>
                  <a:schemeClr val="accent4">
                    <a:lumMod val="75000"/>
                  </a:schemeClr>
                </a:solidFill>
              </a:rPr>
              <a:t>lý</a:t>
            </a:r>
            <a:r>
              <a:rPr lang="en-US" b="1" i="1" dirty="0">
                <a:solidFill>
                  <a:schemeClr val="accent4">
                    <a:lumMod val="75000"/>
                  </a:schemeClr>
                </a:solidFill>
              </a:rPr>
              <a:t> </a:t>
            </a:r>
            <a:r>
              <a:rPr lang="en-US" b="1" i="1" dirty="0" err="1">
                <a:solidFill>
                  <a:schemeClr val="accent4">
                    <a:lumMod val="75000"/>
                  </a:schemeClr>
                </a:solidFill>
              </a:rPr>
              <a:t>tài</a:t>
            </a:r>
            <a:r>
              <a:rPr lang="en-US" b="1" i="1" dirty="0">
                <a:solidFill>
                  <a:schemeClr val="accent4">
                    <a:lumMod val="75000"/>
                  </a:schemeClr>
                </a:solidFill>
              </a:rPr>
              <a:t> </a:t>
            </a:r>
            <a:r>
              <a:rPr lang="en-US" b="1" i="1" dirty="0" err="1">
                <a:solidFill>
                  <a:schemeClr val="accent4">
                    <a:lumMod val="75000"/>
                  </a:schemeClr>
                </a:solidFill>
              </a:rPr>
              <a:t>sản</a:t>
            </a:r>
            <a:endParaRPr lang="en-US" i="1" dirty="0">
              <a:solidFill>
                <a:schemeClr val="accent4">
                  <a:lumMod val="75000"/>
                </a:schemeClr>
              </a:solidFill>
            </a:endParaRPr>
          </a:p>
        </p:txBody>
      </p:sp>
      <p:sp>
        <p:nvSpPr>
          <p:cNvPr id="6" name="Rectangle 6"/>
          <p:cNvSpPr>
            <a:spLocks noChangeArrowheads="1"/>
          </p:cNvSpPr>
          <p:nvPr/>
        </p:nvSpPr>
        <p:spPr bwMode="auto">
          <a:xfrm>
            <a:off x="342900" y="328861"/>
            <a:ext cx="612795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spcBef>
                <a:spcPct val="50000"/>
              </a:spcBef>
            </a:pPr>
            <a:r>
              <a:rPr lang="en-US" sz="2000" b="1" dirty="0" err="1">
                <a:solidFill>
                  <a:srgbClr val="FF0000"/>
                </a:solidFill>
              </a:rPr>
              <a:t>Quản</a:t>
            </a:r>
            <a:r>
              <a:rPr lang="en-US" sz="2000" b="1" dirty="0">
                <a:solidFill>
                  <a:srgbClr val="FF0000"/>
                </a:solidFill>
              </a:rPr>
              <a:t> </a:t>
            </a:r>
            <a:r>
              <a:rPr lang="en-US" sz="2000" b="1" dirty="0" err="1">
                <a:solidFill>
                  <a:srgbClr val="FF0000"/>
                </a:solidFill>
              </a:rPr>
              <a:t>lý</a:t>
            </a:r>
            <a:r>
              <a:rPr lang="en-US" sz="2000" b="1" dirty="0">
                <a:solidFill>
                  <a:srgbClr val="FF0000"/>
                </a:solidFill>
              </a:rPr>
              <a:t> </a:t>
            </a:r>
            <a:r>
              <a:rPr lang="en-US" sz="2000" b="1" dirty="0" err="1">
                <a:solidFill>
                  <a:srgbClr val="FF0000"/>
                </a:solidFill>
              </a:rPr>
              <a:t>Tài</a:t>
            </a:r>
            <a:r>
              <a:rPr lang="en-US" sz="2000" b="1" dirty="0">
                <a:solidFill>
                  <a:srgbClr val="FF0000"/>
                </a:solidFill>
              </a:rPr>
              <a:t> </a:t>
            </a:r>
            <a:r>
              <a:rPr lang="en-US" sz="2000" b="1" dirty="0" err="1">
                <a:solidFill>
                  <a:srgbClr val="FF0000"/>
                </a:solidFill>
              </a:rPr>
              <a:t>sản</a:t>
            </a:r>
            <a:r>
              <a:rPr lang="en-US" sz="2000" b="1" dirty="0">
                <a:solidFill>
                  <a:srgbClr val="FF0000"/>
                </a:solidFill>
              </a:rPr>
              <a:t> </a:t>
            </a:r>
            <a:r>
              <a:rPr lang="en-US" sz="2000" b="1" dirty="0" err="1">
                <a:solidFill>
                  <a:srgbClr val="FF0000"/>
                </a:solidFill>
              </a:rPr>
              <a:t>Hạ</a:t>
            </a:r>
            <a:r>
              <a:rPr lang="en-US" sz="2000" b="1" dirty="0">
                <a:solidFill>
                  <a:srgbClr val="FF0000"/>
                </a:solidFill>
              </a:rPr>
              <a:t> </a:t>
            </a:r>
            <a:r>
              <a:rPr lang="en-US" sz="2000" b="1" dirty="0" err="1">
                <a:solidFill>
                  <a:srgbClr val="FF0000"/>
                </a:solidFill>
              </a:rPr>
              <a:t>tầng</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a:t>
            </a:r>
            <a:r>
              <a:rPr lang="en-US" sz="2000" b="1" dirty="0" err="1">
                <a:solidFill>
                  <a:srgbClr val="FF0000"/>
                </a:solidFill>
              </a:rPr>
              <a:t>bộ</a:t>
            </a:r>
            <a:endParaRPr lang="en-US" sz="2000" b="1" dirty="0">
              <a:solidFill>
                <a:srgbClr val="FF0000"/>
              </a:solidFill>
            </a:endParaRPr>
          </a:p>
        </p:txBody>
      </p:sp>
    </p:spTree>
    <p:extLst>
      <p:ext uri="{BB962C8B-B14F-4D97-AF65-F5344CB8AC3E}">
        <p14:creationId xmlns:p14="http://schemas.microsoft.com/office/powerpoint/2010/main" val="185551436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28600" y="1283732"/>
            <a:ext cx="6070893" cy="369332"/>
          </a:xfrm>
          <a:prstGeom prst="rect">
            <a:avLst/>
          </a:prstGeom>
        </p:spPr>
        <p:txBody>
          <a:bodyPr wrap="none">
            <a:spAutoFit/>
          </a:bodyPr>
          <a:lstStyle/>
          <a:p>
            <a:r>
              <a:rPr lang="en-US" b="1" i="1" dirty="0" err="1">
                <a:solidFill>
                  <a:schemeClr val="accent4">
                    <a:lumMod val="75000"/>
                  </a:schemeClr>
                </a:solidFill>
              </a:rPr>
              <a:t>Các</a:t>
            </a:r>
            <a:r>
              <a:rPr lang="en-US" b="1" i="1" dirty="0">
                <a:solidFill>
                  <a:schemeClr val="accent4">
                    <a:lumMod val="75000"/>
                  </a:schemeClr>
                </a:solidFill>
              </a:rPr>
              <a:t> </a:t>
            </a:r>
            <a:r>
              <a:rPr lang="en-US" b="1" i="1" dirty="0" err="1">
                <a:solidFill>
                  <a:schemeClr val="accent4">
                    <a:lumMod val="75000"/>
                  </a:schemeClr>
                </a:solidFill>
              </a:rPr>
              <a:t>cấu</a:t>
            </a:r>
            <a:r>
              <a:rPr lang="en-US" b="1" i="1" dirty="0">
                <a:solidFill>
                  <a:schemeClr val="accent4">
                    <a:lumMod val="75000"/>
                  </a:schemeClr>
                </a:solidFill>
              </a:rPr>
              <a:t> </a:t>
            </a:r>
            <a:r>
              <a:rPr lang="en-US" b="1" i="1" dirty="0" err="1">
                <a:solidFill>
                  <a:schemeClr val="accent4">
                    <a:lumMod val="75000"/>
                  </a:schemeClr>
                </a:solidFill>
              </a:rPr>
              <a:t>phần</a:t>
            </a:r>
            <a:r>
              <a:rPr lang="en-US" b="1" i="1" dirty="0">
                <a:solidFill>
                  <a:schemeClr val="accent4">
                    <a:lumMod val="75000"/>
                  </a:schemeClr>
                </a:solidFill>
              </a:rPr>
              <a:t> </a:t>
            </a:r>
            <a:r>
              <a:rPr lang="en-US" b="1" i="1" dirty="0" err="1">
                <a:solidFill>
                  <a:schemeClr val="accent4">
                    <a:lumMod val="75000"/>
                  </a:schemeClr>
                </a:solidFill>
              </a:rPr>
              <a:t>của</a:t>
            </a:r>
            <a:r>
              <a:rPr lang="en-US" b="1" i="1" dirty="0">
                <a:solidFill>
                  <a:schemeClr val="accent4">
                    <a:lumMod val="75000"/>
                  </a:schemeClr>
                </a:solidFill>
              </a:rPr>
              <a:t> </a:t>
            </a:r>
            <a:r>
              <a:rPr lang="en-US" b="1" i="1" dirty="0" err="1">
                <a:solidFill>
                  <a:schemeClr val="accent4">
                    <a:lumMod val="75000"/>
                  </a:schemeClr>
                </a:solidFill>
              </a:rPr>
              <a:t>hệ</a:t>
            </a:r>
            <a:r>
              <a:rPr lang="en-US" b="1" i="1" dirty="0">
                <a:solidFill>
                  <a:schemeClr val="accent4">
                    <a:lumMod val="75000"/>
                  </a:schemeClr>
                </a:solidFill>
              </a:rPr>
              <a:t> </a:t>
            </a:r>
            <a:r>
              <a:rPr lang="en-US" b="1" i="1" dirty="0" err="1">
                <a:solidFill>
                  <a:schemeClr val="accent4">
                    <a:lumMod val="75000"/>
                  </a:schemeClr>
                </a:solidFill>
              </a:rPr>
              <a:t>thống</a:t>
            </a:r>
            <a:r>
              <a:rPr lang="en-US" b="1" i="1" dirty="0">
                <a:solidFill>
                  <a:schemeClr val="accent4">
                    <a:lumMod val="75000"/>
                  </a:schemeClr>
                </a:solidFill>
              </a:rPr>
              <a:t> </a:t>
            </a:r>
            <a:r>
              <a:rPr lang="en-US" b="1" i="1" dirty="0" err="1">
                <a:solidFill>
                  <a:schemeClr val="accent4">
                    <a:lumMod val="75000"/>
                  </a:schemeClr>
                </a:solidFill>
              </a:rPr>
              <a:t>quản</a:t>
            </a:r>
            <a:r>
              <a:rPr lang="en-US" b="1" i="1" dirty="0">
                <a:solidFill>
                  <a:schemeClr val="accent4">
                    <a:lumMod val="75000"/>
                  </a:schemeClr>
                </a:solidFill>
              </a:rPr>
              <a:t> </a:t>
            </a:r>
            <a:r>
              <a:rPr lang="en-US" b="1" i="1" dirty="0" err="1">
                <a:solidFill>
                  <a:schemeClr val="accent4">
                    <a:lumMod val="75000"/>
                  </a:schemeClr>
                </a:solidFill>
              </a:rPr>
              <a:t>lý</a:t>
            </a:r>
            <a:r>
              <a:rPr lang="en-US" b="1" i="1" dirty="0">
                <a:solidFill>
                  <a:schemeClr val="accent4">
                    <a:lumMod val="75000"/>
                  </a:schemeClr>
                </a:solidFill>
              </a:rPr>
              <a:t> </a:t>
            </a:r>
            <a:r>
              <a:rPr lang="en-US" b="1" i="1" dirty="0" err="1">
                <a:solidFill>
                  <a:schemeClr val="accent4">
                    <a:lumMod val="75000"/>
                  </a:schemeClr>
                </a:solidFill>
              </a:rPr>
              <a:t>tài</a:t>
            </a:r>
            <a:r>
              <a:rPr lang="en-US" b="1" i="1" dirty="0">
                <a:solidFill>
                  <a:schemeClr val="accent4">
                    <a:lumMod val="75000"/>
                  </a:schemeClr>
                </a:solidFill>
              </a:rPr>
              <a:t> </a:t>
            </a:r>
            <a:r>
              <a:rPr lang="en-US" b="1" i="1" dirty="0" err="1">
                <a:solidFill>
                  <a:schemeClr val="accent4">
                    <a:lumMod val="75000"/>
                  </a:schemeClr>
                </a:solidFill>
              </a:rPr>
              <a:t>sản</a:t>
            </a:r>
            <a:r>
              <a:rPr lang="en-US" b="1" i="1" dirty="0">
                <a:solidFill>
                  <a:schemeClr val="accent4">
                    <a:lumMod val="75000"/>
                  </a:schemeClr>
                </a:solidFill>
              </a:rPr>
              <a:t> </a:t>
            </a:r>
            <a:r>
              <a:rPr lang="en-US" b="1" i="1" dirty="0" err="1">
                <a:solidFill>
                  <a:schemeClr val="accent4">
                    <a:lumMod val="75000"/>
                  </a:schemeClr>
                </a:solidFill>
              </a:rPr>
              <a:t>đường</a:t>
            </a:r>
            <a:r>
              <a:rPr lang="en-US" b="1" i="1" dirty="0">
                <a:solidFill>
                  <a:schemeClr val="accent4">
                    <a:lumMod val="75000"/>
                  </a:schemeClr>
                </a:solidFill>
              </a:rPr>
              <a:t> </a:t>
            </a:r>
            <a:r>
              <a:rPr lang="en-US" b="1" i="1" dirty="0" err="1">
                <a:solidFill>
                  <a:schemeClr val="accent4">
                    <a:lumMod val="75000"/>
                  </a:schemeClr>
                </a:solidFill>
              </a:rPr>
              <a:t>bộ</a:t>
            </a:r>
            <a:r>
              <a:rPr lang="en-US" b="1" i="1" dirty="0">
                <a:solidFill>
                  <a:schemeClr val="accent4">
                    <a:lumMod val="75000"/>
                  </a:schemeClr>
                </a:solidFill>
              </a:rPr>
              <a:t> </a:t>
            </a:r>
            <a:endParaRPr lang="en-US" i="1" dirty="0">
              <a:solidFill>
                <a:schemeClr val="accent4">
                  <a:lumMod val="75000"/>
                </a:schemeClr>
              </a:solidFill>
            </a:endParaRPr>
          </a:p>
        </p:txBody>
      </p:sp>
      <p:pic>
        <p:nvPicPr>
          <p:cNvPr id="1945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2362200"/>
            <a:ext cx="7627344" cy="3484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6"/>
          <p:cNvSpPr>
            <a:spLocks noChangeArrowheads="1"/>
          </p:cNvSpPr>
          <p:nvPr/>
        </p:nvSpPr>
        <p:spPr bwMode="auto">
          <a:xfrm>
            <a:off x="342900" y="328861"/>
            <a:ext cx="612795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spcBef>
                <a:spcPct val="50000"/>
              </a:spcBef>
            </a:pPr>
            <a:r>
              <a:rPr lang="en-US" sz="2000" b="1" dirty="0" err="1">
                <a:solidFill>
                  <a:srgbClr val="FF0000"/>
                </a:solidFill>
              </a:rPr>
              <a:t>Quản</a:t>
            </a:r>
            <a:r>
              <a:rPr lang="en-US" sz="2000" b="1" dirty="0">
                <a:solidFill>
                  <a:srgbClr val="FF0000"/>
                </a:solidFill>
              </a:rPr>
              <a:t> </a:t>
            </a:r>
            <a:r>
              <a:rPr lang="en-US" sz="2000" b="1" dirty="0" err="1">
                <a:solidFill>
                  <a:srgbClr val="FF0000"/>
                </a:solidFill>
              </a:rPr>
              <a:t>lý</a:t>
            </a:r>
            <a:r>
              <a:rPr lang="en-US" sz="2000" b="1" dirty="0">
                <a:solidFill>
                  <a:srgbClr val="FF0000"/>
                </a:solidFill>
              </a:rPr>
              <a:t> </a:t>
            </a:r>
            <a:r>
              <a:rPr lang="en-US" sz="2000" b="1" dirty="0" err="1">
                <a:solidFill>
                  <a:srgbClr val="FF0000"/>
                </a:solidFill>
              </a:rPr>
              <a:t>Tài</a:t>
            </a:r>
            <a:r>
              <a:rPr lang="en-US" sz="2000" b="1" dirty="0">
                <a:solidFill>
                  <a:srgbClr val="FF0000"/>
                </a:solidFill>
              </a:rPr>
              <a:t> </a:t>
            </a:r>
            <a:r>
              <a:rPr lang="en-US" sz="2000" b="1" dirty="0" err="1">
                <a:solidFill>
                  <a:srgbClr val="FF0000"/>
                </a:solidFill>
              </a:rPr>
              <a:t>sản</a:t>
            </a:r>
            <a:r>
              <a:rPr lang="en-US" sz="2000" b="1" dirty="0">
                <a:solidFill>
                  <a:srgbClr val="FF0000"/>
                </a:solidFill>
              </a:rPr>
              <a:t> </a:t>
            </a:r>
            <a:r>
              <a:rPr lang="en-US" sz="2000" b="1" dirty="0" err="1">
                <a:solidFill>
                  <a:srgbClr val="FF0000"/>
                </a:solidFill>
              </a:rPr>
              <a:t>Hạ</a:t>
            </a:r>
            <a:r>
              <a:rPr lang="en-US" sz="2000" b="1" dirty="0">
                <a:solidFill>
                  <a:srgbClr val="FF0000"/>
                </a:solidFill>
              </a:rPr>
              <a:t> </a:t>
            </a:r>
            <a:r>
              <a:rPr lang="en-US" sz="2000" b="1" dirty="0" err="1">
                <a:solidFill>
                  <a:srgbClr val="FF0000"/>
                </a:solidFill>
              </a:rPr>
              <a:t>tầng</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a:t>
            </a:r>
            <a:r>
              <a:rPr lang="en-US" sz="2000" b="1" dirty="0" err="1">
                <a:solidFill>
                  <a:srgbClr val="FF0000"/>
                </a:solidFill>
              </a:rPr>
              <a:t>bộ</a:t>
            </a:r>
            <a:endParaRPr lang="en-US" sz="2000" b="1" dirty="0">
              <a:solidFill>
                <a:srgbClr val="FF0000"/>
              </a:solidFill>
            </a:endParaRPr>
          </a:p>
        </p:txBody>
      </p:sp>
    </p:spTree>
    <p:extLst>
      <p:ext uri="{BB962C8B-B14F-4D97-AF65-F5344CB8AC3E}">
        <p14:creationId xmlns:p14="http://schemas.microsoft.com/office/powerpoint/2010/main" val="408353358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0" y="1828800"/>
            <a:ext cx="7725698" cy="2905411"/>
          </a:xfrm>
          <a:prstGeom prst="rect">
            <a:avLst/>
          </a:prstGeom>
        </p:spPr>
        <p:txBody>
          <a:bodyPr wrap="square">
            <a:spAutoFit/>
          </a:bodyPr>
          <a:lstStyle/>
          <a:p>
            <a:pPr>
              <a:lnSpc>
                <a:spcPct val="120000"/>
              </a:lnSpc>
              <a:spcBef>
                <a:spcPts val="600"/>
              </a:spcBef>
            </a:pPr>
            <a:r>
              <a:rPr lang="en-US" b="1" i="1" dirty="0" err="1">
                <a:solidFill>
                  <a:srgbClr val="030405"/>
                </a:solidFill>
              </a:rPr>
              <a:t>Xem</a:t>
            </a:r>
            <a:r>
              <a:rPr lang="en-US" b="1" i="1" dirty="0">
                <a:solidFill>
                  <a:srgbClr val="030405"/>
                </a:solidFill>
              </a:rPr>
              <a:t> </a:t>
            </a:r>
            <a:r>
              <a:rPr lang="en-US" b="1" i="1" dirty="0" err="1">
                <a:solidFill>
                  <a:srgbClr val="030405"/>
                </a:solidFill>
              </a:rPr>
              <a:t>đường</a:t>
            </a:r>
            <a:r>
              <a:rPr lang="en-US" b="1" i="1" dirty="0">
                <a:solidFill>
                  <a:srgbClr val="030405"/>
                </a:solidFill>
              </a:rPr>
              <a:t> </a:t>
            </a:r>
            <a:r>
              <a:rPr lang="en-US" b="1" i="1" dirty="0" err="1">
                <a:solidFill>
                  <a:srgbClr val="030405"/>
                </a:solidFill>
              </a:rPr>
              <a:t>là</a:t>
            </a:r>
            <a:r>
              <a:rPr lang="en-US" b="1" i="1" dirty="0">
                <a:solidFill>
                  <a:srgbClr val="030405"/>
                </a:solidFill>
              </a:rPr>
              <a:t> </a:t>
            </a:r>
            <a:r>
              <a:rPr lang="en-US" b="1" i="1" dirty="0" err="1">
                <a:solidFill>
                  <a:srgbClr val="030405"/>
                </a:solidFill>
              </a:rPr>
              <a:t>tài</a:t>
            </a:r>
            <a:r>
              <a:rPr lang="en-US" b="1" i="1" dirty="0">
                <a:solidFill>
                  <a:srgbClr val="030405"/>
                </a:solidFill>
              </a:rPr>
              <a:t> </a:t>
            </a:r>
            <a:r>
              <a:rPr lang="en-US" b="1" i="1" dirty="0" err="1">
                <a:solidFill>
                  <a:srgbClr val="030405"/>
                </a:solidFill>
              </a:rPr>
              <a:t>sản</a:t>
            </a:r>
            <a:endParaRPr lang="en-US" b="1" i="1" dirty="0">
              <a:solidFill>
                <a:srgbClr val="030405"/>
              </a:solidFill>
            </a:endParaRPr>
          </a:p>
          <a:p>
            <a:pPr>
              <a:lnSpc>
                <a:spcPct val="120000"/>
              </a:lnSpc>
              <a:spcBef>
                <a:spcPts val="600"/>
              </a:spcBef>
            </a:pPr>
            <a:r>
              <a:rPr lang="en-US" dirty="0" err="1">
                <a:solidFill>
                  <a:srgbClr val="030405"/>
                </a:solidFill>
              </a:rPr>
              <a:t>Cơ</a:t>
            </a:r>
            <a:r>
              <a:rPr lang="en-US" dirty="0">
                <a:solidFill>
                  <a:srgbClr val="030405"/>
                </a:solidFill>
              </a:rPr>
              <a:t> </a:t>
            </a:r>
            <a:r>
              <a:rPr lang="en-US" dirty="0" err="1">
                <a:solidFill>
                  <a:srgbClr val="030405"/>
                </a:solidFill>
              </a:rPr>
              <a:t>quan</a:t>
            </a:r>
            <a:r>
              <a:rPr lang="en-US" dirty="0">
                <a:solidFill>
                  <a:srgbClr val="030405"/>
                </a:solidFill>
              </a:rPr>
              <a:t> </a:t>
            </a:r>
            <a:r>
              <a:rPr lang="en-US" dirty="0" err="1">
                <a:solidFill>
                  <a:srgbClr val="030405"/>
                </a:solidFill>
              </a:rPr>
              <a:t>quản</a:t>
            </a:r>
            <a:r>
              <a:rPr lang="en-US" dirty="0">
                <a:solidFill>
                  <a:srgbClr val="030405"/>
                </a:solidFill>
              </a:rPr>
              <a:t> </a:t>
            </a:r>
            <a:r>
              <a:rPr lang="en-US" dirty="0" err="1">
                <a:solidFill>
                  <a:srgbClr val="030405"/>
                </a:solidFill>
              </a:rPr>
              <a:t>lý</a:t>
            </a:r>
            <a:r>
              <a:rPr lang="en-US" dirty="0">
                <a:solidFill>
                  <a:srgbClr val="030405"/>
                </a:solidFill>
              </a:rPr>
              <a:t> </a:t>
            </a:r>
            <a:r>
              <a:rPr lang="en-US" dirty="0" err="1">
                <a:solidFill>
                  <a:srgbClr val="030405"/>
                </a:solidFill>
              </a:rPr>
              <a:t>đường</a:t>
            </a:r>
            <a:r>
              <a:rPr lang="en-US" dirty="0">
                <a:solidFill>
                  <a:srgbClr val="030405"/>
                </a:solidFill>
              </a:rPr>
              <a:t> </a:t>
            </a:r>
            <a:r>
              <a:rPr lang="en-US" dirty="0" err="1">
                <a:solidFill>
                  <a:srgbClr val="030405"/>
                </a:solidFill>
              </a:rPr>
              <a:t>cần</a:t>
            </a:r>
            <a:r>
              <a:rPr lang="en-US" dirty="0">
                <a:solidFill>
                  <a:srgbClr val="030405"/>
                </a:solidFill>
              </a:rPr>
              <a:t> </a:t>
            </a:r>
            <a:r>
              <a:rPr lang="en-US" dirty="0" err="1">
                <a:solidFill>
                  <a:srgbClr val="030405"/>
                </a:solidFill>
              </a:rPr>
              <a:t>có</a:t>
            </a:r>
            <a:r>
              <a:rPr lang="en-US" dirty="0">
                <a:solidFill>
                  <a:srgbClr val="030405"/>
                </a:solidFill>
              </a:rPr>
              <a:t> ý </a:t>
            </a:r>
            <a:r>
              <a:rPr lang="en-US" dirty="0" err="1">
                <a:solidFill>
                  <a:srgbClr val="030405"/>
                </a:solidFill>
              </a:rPr>
              <a:t>thức</a:t>
            </a:r>
            <a:r>
              <a:rPr lang="en-US" dirty="0">
                <a:solidFill>
                  <a:srgbClr val="030405"/>
                </a:solidFill>
              </a:rPr>
              <a:t> </a:t>
            </a:r>
            <a:r>
              <a:rPr lang="en-US" dirty="0" err="1">
                <a:solidFill>
                  <a:srgbClr val="030405"/>
                </a:solidFill>
              </a:rPr>
              <a:t>về</a:t>
            </a:r>
            <a:r>
              <a:rPr lang="en-US" dirty="0">
                <a:solidFill>
                  <a:srgbClr val="030405"/>
                </a:solidFill>
              </a:rPr>
              <a:t> </a:t>
            </a:r>
            <a:r>
              <a:rPr lang="en-US" dirty="0" err="1">
                <a:solidFill>
                  <a:srgbClr val="030405"/>
                </a:solidFill>
              </a:rPr>
              <a:t>việc</a:t>
            </a:r>
            <a:r>
              <a:rPr lang="en-US" dirty="0">
                <a:solidFill>
                  <a:srgbClr val="030405"/>
                </a:solidFill>
              </a:rPr>
              <a:t> </a:t>
            </a:r>
            <a:r>
              <a:rPr lang="en-US" dirty="0" err="1">
                <a:solidFill>
                  <a:srgbClr val="030405"/>
                </a:solidFill>
              </a:rPr>
              <a:t>quản</a:t>
            </a:r>
            <a:r>
              <a:rPr lang="en-US" dirty="0">
                <a:solidFill>
                  <a:srgbClr val="030405"/>
                </a:solidFill>
              </a:rPr>
              <a:t> </a:t>
            </a:r>
            <a:r>
              <a:rPr lang="en-US" dirty="0" err="1">
                <a:solidFill>
                  <a:srgbClr val="030405"/>
                </a:solidFill>
              </a:rPr>
              <a:t>lý</a:t>
            </a:r>
            <a:r>
              <a:rPr lang="en-US" dirty="0">
                <a:solidFill>
                  <a:srgbClr val="030405"/>
                </a:solidFill>
              </a:rPr>
              <a:t> </a:t>
            </a:r>
            <a:r>
              <a:rPr lang="en-US" dirty="0" err="1">
                <a:solidFill>
                  <a:srgbClr val="030405"/>
                </a:solidFill>
              </a:rPr>
              <a:t>đường</a:t>
            </a:r>
            <a:r>
              <a:rPr lang="en-US" dirty="0">
                <a:solidFill>
                  <a:srgbClr val="030405"/>
                </a:solidFill>
              </a:rPr>
              <a:t> </a:t>
            </a:r>
            <a:r>
              <a:rPr lang="en-US" dirty="0" err="1">
                <a:solidFill>
                  <a:srgbClr val="030405"/>
                </a:solidFill>
              </a:rPr>
              <a:t>là</a:t>
            </a:r>
            <a:r>
              <a:rPr lang="en-US" dirty="0">
                <a:solidFill>
                  <a:srgbClr val="030405"/>
                </a:solidFill>
              </a:rPr>
              <a:t> </a:t>
            </a:r>
            <a:r>
              <a:rPr lang="en-US" dirty="0" err="1">
                <a:solidFill>
                  <a:srgbClr val="030405"/>
                </a:solidFill>
              </a:rPr>
              <a:t>quản</a:t>
            </a:r>
            <a:r>
              <a:rPr lang="en-US" dirty="0">
                <a:solidFill>
                  <a:srgbClr val="030405"/>
                </a:solidFill>
              </a:rPr>
              <a:t> </a:t>
            </a:r>
            <a:r>
              <a:rPr lang="en-US" dirty="0" err="1">
                <a:solidFill>
                  <a:srgbClr val="030405"/>
                </a:solidFill>
              </a:rPr>
              <a:t>lý</a:t>
            </a:r>
            <a:r>
              <a:rPr lang="en-US" dirty="0">
                <a:solidFill>
                  <a:srgbClr val="030405"/>
                </a:solidFill>
              </a:rPr>
              <a:t> </a:t>
            </a:r>
            <a:r>
              <a:rPr lang="en-US" dirty="0" err="1">
                <a:solidFill>
                  <a:srgbClr val="030405"/>
                </a:solidFill>
              </a:rPr>
              <a:t>tài</a:t>
            </a:r>
            <a:r>
              <a:rPr lang="en-US" dirty="0">
                <a:solidFill>
                  <a:srgbClr val="030405"/>
                </a:solidFill>
              </a:rPr>
              <a:t> </a:t>
            </a:r>
            <a:r>
              <a:rPr lang="en-US" dirty="0" err="1">
                <a:solidFill>
                  <a:srgbClr val="030405"/>
                </a:solidFill>
              </a:rPr>
              <a:t>sản</a:t>
            </a:r>
            <a:r>
              <a:rPr lang="en-US" dirty="0">
                <a:solidFill>
                  <a:srgbClr val="030405"/>
                </a:solidFill>
              </a:rPr>
              <a:t>. </a:t>
            </a:r>
            <a:r>
              <a:rPr lang="en-US" dirty="0" err="1">
                <a:solidFill>
                  <a:srgbClr val="030405"/>
                </a:solidFill>
              </a:rPr>
              <a:t>Mục</a:t>
            </a:r>
            <a:r>
              <a:rPr lang="en-US" dirty="0">
                <a:solidFill>
                  <a:srgbClr val="030405"/>
                </a:solidFill>
              </a:rPr>
              <a:t> </a:t>
            </a:r>
            <a:r>
              <a:rPr lang="en-US" dirty="0" err="1">
                <a:solidFill>
                  <a:srgbClr val="030405"/>
                </a:solidFill>
              </a:rPr>
              <a:t>tiêu</a:t>
            </a:r>
            <a:r>
              <a:rPr lang="en-US" dirty="0">
                <a:solidFill>
                  <a:srgbClr val="030405"/>
                </a:solidFill>
              </a:rPr>
              <a:t> </a:t>
            </a:r>
            <a:r>
              <a:rPr lang="en-US" dirty="0" err="1">
                <a:solidFill>
                  <a:srgbClr val="030405"/>
                </a:solidFill>
              </a:rPr>
              <a:t>của</a:t>
            </a:r>
            <a:r>
              <a:rPr lang="en-US" dirty="0">
                <a:solidFill>
                  <a:srgbClr val="030405"/>
                </a:solidFill>
              </a:rPr>
              <a:t> </a:t>
            </a:r>
            <a:r>
              <a:rPr lang="en-US" dirty="0" err="1">
                <a:solidFill>
                  <a:srgbClr val="030405"/>
                </a:solidFill>
              </a:rPr>
              <a:t>việc</a:t>
            </a:r>
            <a:r>
              <a:rPr lang="en-US" dirty="0">
                <a:solidFill>
                  <a:srgbClr val="030405"/>
                </a:solidFill>
              </a:rPr>
              <a:t> </a:t>
            </a:r>
            <a:r>
              <a:rPr lang="en-US" dirty="0" err="1">
                <a:solidFill>
                  <a:srgbClr val="030405"/>
                </a:solidFill>
              </a:rPr>
              <a:t>tiếp</a:t>
            </a:r>
            <a:r>
              <a:rPr lang="en-US" dirty="0">
                <a:solidFill>
                  <a:srgbClr val="030405"/>
                </a:solidFill>
              </a:rPr>
              <a:t> </a:t>
            </a:r>
            <a:r>
              <a:rPr lang="en-US" dirty="0" err="1">
                <a:solidFill>
                  <a:srgbClr val="030405"/>
                </a:solidFill>
              </a:rPr>
              <a:t>cận</a:t>
            </a:r>
            <a:r>
              <a:rPr lang="en-US" dirty="0">
                <a:solidFill>
                  <a:srgbClr val="030405"/>
                </a:solidFill>
              </a:rPr>
              <a:t> ý </a:t>
            </a:r>
            <a:r>
              <a:rPr lang="en-US" dirty="0" err="1">
                <a:solidFill>
                  <a:srgbClr val="030405"/>
                </a:solidFill>
              </a:rPr>
              <a:t>thức</a:t>
            </a:r>
            <a:r>
              <a:rPr lang="en-US" dirty="0">
                <a:solidFill>
                  <a:srgbClr val="030405"/>
                </a:solidFill>
              </a:rPr>
              <a:t> </a:t>
            </a:r>
            <a:r>
              <a:rPr lang="en-US" dirty="0" err="1">
                <a:solidFill>
                  <a:srgbClr val="030405"/>
                </a:solidFill>
              </a:rPr>
              <a:t>hệ</a:t>
            </a:r>
            <a:r>
              <a:rPr lang="en-US" dirty="0">
                <a:solidFill>
                  <a:srgbClr val="030405"/>
                </a:solidFill>
              </a:rPr>
              <a:t> </a:t>
            </a:r>
            <a:r>
              <a:rPr lang="en-US" dirty="0" err="1">
                <a:solidFill>
                  <a:srgbClr val="030405"/>
                </a:solidFill>
              </a:rPr>
              <a:t>này</a:t>
            </a:r>
            <a:r>
              <a:rPr lang="en-US" dirty="0">
                <a:solidFill>
                  <a:srgbClr val="030405"/>
                </a:solidFill>
              </a:rPr>
              <a:t> </a:t>
            </a:r>
            <a:r>
              <a:rPr lang="en-US" dirty="0" err="1">
                <a:solidFill>
                  <a:srgbClr val="030405"/>
                </a:solidFill>
              </a:rPr>
              <a:t>là</a:t>
            </a:r>
            <a:r>
              <a:rPr lang="en-US" dirty="0">
                <a:solidFill>
                  <a:srgbClr val="030405"/>
                </a:solidFill>
              </a:rPr>
              <a:t> qui </a:t>
            </a:r>
            <a:r>
              <a:rPr lang="en-US" dirty="0" err="1">
                <a:solidFill>
                  <a:srgbClr val="030405"/>
                </a:solidFill>
              </a:rPr>
              <a:t>đổi</a:t>
            </a:r>
            <a:r>
              <a:rPr lang="en-US" dirty="0">
                <a:solidFill>
                  <a:srgbClr val="030405"/>
                </a:solidFill>
              </a:rPr>
              <a:t> </a:t>
            </a:r>
            <a:r>
              <a:rPr lang="en-US" dirty="0" err="1">
                <a:solidFill>
                  <a:srgbClr val="030405"/>
                </a:solidFill>
              </a:rPr>
              <a:t>về</a:t>
            </a:r>
            <a:r>
              <a:rPr lang="en-US" dirty="0">
                <a:solidFill>
                  <a:srgbClr val="030405"/>
                </a:solidFill>
              </a:rPr>
              <a:t> </a:t>
            </a:r>
            <a:r>
              <a:rPr lang="en-US" dirty="0" err="1">
                <a:solidFill>
                  <a:srgbClr val="030405"/>
                </a:solidFill>
              </a:rPr>
              <a:t>tài</a:t>
            </a:r>
            <a:r>
              <a:rPr lang="en-US" dirty="0">
                <a:solidFill>
                  <a:srgbClr val="030405"/>
                </a:solidFill>
              </a:rPr>
              <a:t> </a:t>
            </a:r>
            <a:r>
              <a:rPr lang="en-US" dirty="0" err="1">
                <a:solidFill>
                  <a:srgbClr val="030405"/>
                </a:solidFill>
              </a:rPr>
              <a:t>sản</a:t>
            </a:r>
            <a:r>
              <a:rPr lang="en-US" dirty="0">
                <a:solidFill>
                  <a:srgbClr val="030405"/>
                </a:solidFill>
              </a:rPr>
              <a:t> </a:t>
            </a:r>
            <a:r>
              <a:rPr lang="en-US" dirty="0" err="1">
                <a:solidFill>
                  <a:srgbClr val="030405"/>
                </a:solidFill>
              </a:rPr>
              <a:t>có</a:t>
            </a:r>
            <a:r>
              <a:rPr lang="en-US" dirty="0">
                <a:solidFill>
                  <a:srgbClr val="030405"/>
                </a:solidFill>
              </a:rPr>
              <a:t> </a:t>
            </a:r>
            <a:r>
              <a:rPr lang="en-US" dirty="0" err="1">
                <a:solidFill>
                  <a:srgbClr val="030405"/>
                </a:solidFill>
              </a:rPr>
              <a:t>giá</a:t>
            </a:r>
            <a:r>
              <a:rPr lang="en-US" dirty="0">
                <a:solidFill>
                  <a:srgbClr val="030405"/>
                </a:solidFill>
              </a:rPr>
              <a:t> </a:t>
            </a:r>
            <a:r>
              <a:rPr lang="en-US" dirty="0" err="1">
                <a:solidFill>
                  <a:srgbClr val="030405"/>
                </a:solidFill>
              </a:rPr>
              <a:t>trị</a:t>
            </a:r>
            <a:r>
              <a:rPr lang="en-US" dirty="0">
                <a:solidFill>
                  <a:srgbClr val="030405"/>
                </a:solidFill>
              </a:rPr>
              <a:t> </a:t>
            </a:r>
            <a:r>
              <a:rPr lang="en-US" dirty="0" err="1">
                <a:solidFill>
                  <a:srgbClr val="030405"/>
                </a:solidFill>
              </a:rPr>
              <a:t>tương</a:t>
            </a:r>
            <a:r>
              <a:rPr lang="en-US" dirty="0">
                <a:solidFill>
                  <a:srgbClr val="030405"/>
                </a:solidFill>
              </a:rPr>
              <a:t> </a:t>
            </a:r>
            <a:r>
              <a:rPr lang="en-US" dirty="0" err="1">
                <a:solidFill>
                  <a:srgbClr val="030405"/>
                </a:solidFill>
              </a:rPr>
              <a:t>đương</a:t>
            </a:r>
            <a:r>
              <a:rPr lang="en-US" dirty="0">
                <a:solidFill>
                  <a:srgbClr val="030405"/>
                </a:solidFill>
              </a:rPr>
              <a:t> </a:t>
            </a:r>
            <a:r>
              <a:rPr lang="en-US" dirty="0" err="1">
                <a:solidFill>
                  <a:srgbClr val="030405"/>
                </a:solidFill>
              </a:rPr>
              <a:t>tính</a:t>
            </a:r>
            <a:r>
              <a:rPr lang="en-US" dirty="0">
                <a:solidFill>
                  <a:srgbClr val="030405"/>
                </a:solidFill>
              </a:rPr>
              <a:t> </a:t>
            </a:r>
            <a:r>
              <a:rPr lang="en-US" dirty="0" err="1">
                <a:solidFill>
                  <a:srgbClr val="030405"/>
                </a:solidFill>
              </a:rPr>
              <a:t>bằng</a:t>
            </a:r>
            <a:r>
              <a:rPr lang="en-US" dirty="0">
                <a:solidFill>
                  <a:srgbClr val="030405"/>
                </a:solidFill>
              </a:rPr>
              <a:t> </a:t>
            </a:r>
            <a:r>
              <a:rPr lang="en-US" dirty="0" err="1">
                <a:solidFill>
                  <a:srgbClr val="030405"/>
                </a:solidFill>
              </a:rPr>
              <a:t>tiền</a:t>
            </a:r>
            <a:endParaRPr lang="en-US" dirty="0">
              <a:solidFill>
                <a:srgbClr val="030405"/>
              </a:solidFill>
            </a:endParaRPr>
          </a:p>
          <a:p>
            <a:pPr>
              <a:lnSpc>
                <a:spcPct val="120000"/>
              </a:lnSpc>
              <a:spcBef>
                <a:spcPts val="600"/>
              </a:spcBef>
            </a:pPr>
            <a:r>
              <a:rPr lang="en-US" dirty="0" err="1">
                <a:solidFill>
                  <a:srgbClr val="030405"/>
                </a:solidFill>
              </a:rPr>
              <a:t>Thiếu</a:t>
            </a:r>
            <a:r>
              <a:rPr lang="en-US" dirty="0">
                <a:solidFill>
                  <a:srgbClr val="030405"/>
                </a:solidFill>
              </a:rPr>
              <a:t> </a:t>
            </a:r>
            <a:r>
              <a:rPr lang="en-US" dirty="0" err="1">
                <a:solidFill>
                  <a:srgbClr val="030405"/>
                </a:solidFill>
              </a:rPr>
              <a:t>bảo</a:t>
            </a:r>
            <a:r>
              <a:rPr lang="en-US" dirty="0">
                <a:solidFill>
                  <a:srgbClr val="030405"/>
                </a:solidFill>
              </a:rPr>
              <a:t> </a:t>
            </a:r>
            <a:r>
              <a:rPr lang="en-US" dirty="0" err="1">
                <a:solidFill>
                  <a:srgbClr val="030405"/>
                </a:solidFill>
              </a:rPr>
              <a:t>dưỡng</a:t>
            </a:r>
            <a:r>
              <a:rPr lang="en-US" dirty="0">
                <a:solidFill>
                  <a:srgbClr val="030405"/>
                </a:solidFill>
              </a:rPr>
              <a:t> </a:t>
            </a:r>
            <a:r>
              <a:rPr lang="en-US" dirty="0" err="1">
                <a:solidFill>
                  <a:srgbClr val="030405"/>
                </a:solidFill>
              </a:rPr>
              <a:t>sẽ</a:t>
            </a:r>
            <a:r>
              <a:rPr lang="en-US" dirty="0">
                <a:solidFill>
                  <a:srgbClr val="030405"/>
                </a:solidFill>
              </a:rPr>
              <a:t> </a:t>
            </a:r>
            <a:r>
              <a:rPr lang="en-US" dirty="0" err="1">
                <a:solidFill>
                  <a:srgbClr val="030405"/>
                </a:solidFill>
              </a:rPr>
              <a:t>dẫn</a:t>
            </a:r>
            <a:r>
              <a:rPr lang="en-US" dirty="0">
                <a:solidFill>
                  <a:srgbClr val="030405"/>
                </a:solidFill>
              </a:rPr>
              <a:t> </a:t>
            </a:r>
            <a:r>
              <a:rPr lang="en-US" dirty="0" err="1">
                <a:solidFill>
                  <a:srgbClr val="030405"/>
                </a:solidFill>
              </a:rPr>
              <a:t>đến</a:t>
            </a:r>
            <a:r>
              <a:rPr lang="en-US" dirty="0">
                <a:solidFill>
                  <a:srgbClr val="030405"/>
                </a:solidFill>
              </a:rPr>
              <a:t> </a:t>
            </a:r>
            <a:r>
              <a:rPr lang="en-US" dirty="0" err="1">
                <a:solidFill>
                  <a:srgbClr val="030405"/>
                </a:solidFill>
              </a:rPr>
              <a:t>sự</a:t>
            </a:r>
            <a:r>
              <a:rPr lang="en-US" dirty="0">
                <a:solidFill>
                  <a:srgbClr val="030405"/>
                </a:solidFill>
              </a:rPr>
              <a:t> </a:t>
            </a:r>
            <a:r>
              <a:rPr lang="en-US" dirty="0" err="1">
                <a:solidFill>
                  <a:srgbClr val="030405"/>
                </a:solidFill>
              </a:rPr>
              <a:t>xuống</a:t>
            </a:r>
            <a:r>
              <a:rPr lang="en-US" dirty="0">
                <a:solidFill>
                  <a:srgbClr val="030405"/>
                </a:solidFill>
              </a:rPr>
              <a:t> </a:t>
            </a:r>
            <a:r>
              <a:rPr lang="en-US" dirty="0" err="1">
                <a:solidFill>
                  <a:srgbClr val="030405"/>
                </a:solidFill>
              </a:rPr>
              <a:t>cấp</a:t>
            </a:r>
            <a:r>
              <a:rPr lang="en-US" dirty="0">
                <a:solidFill>
                  <a:srgbClr val="030405"/>
                </a:solidFill>
              </a:rPr>
              <a:t> </a:t>
            </a:r>
            <a:r>
              <a:rPr lang="en-US" dirty="0" err="1">
                <a:solidFill>
                  <a:srgbClr val="030405"/>
                </a:solidFill>
              </a:rPr>
              <a:t>của</a:t>
            </a:r>
            <a:r>
              <a:rPr lang="en-US" dirty="0">
                <a:solidFill>
                  <a:srgbClr val="030405"/>
                </a:solidFill>
              </a:rPr>
              <a:t> </a:t>
            </a:r>
            <a:r>
              <a:rPr lang="en-US" dirty="0" err="1">
                <a:solidFill>
                  <a:srgbClr val="030405"/>
                </a:solidFill>
              </a:rPr>
              <a:t>mạng</a:t>
            </a:r>
            <a:r>
              <a:rPr lang="en-US" dirty="0">
                <a:solidFill>
                  <a:srgbClr val="030405"/>
                </a:solidFill>
              </a:rPr>
              <a:t> </a:t>
            </a:r>
            <a:r>
              <a:rPr lang="en-US" dirty="0" err="1">
                <a:solidFill>
                  <a:srgbClr val="030405"/>
                </a:solidFill>
              </a:rPr>
              <a:t>lưới</a:t>
            </a:r>
            <a:r>
              <a:rPr lang="en-US" dirty="0">
                <a:solidFill>
                  <a:srgbClr val="030405"/>
                </a:solidFill>
              </a:rPr>
              <a:t>, </a:t>
            </a:r>
            <a:r>
              <a:rPr lang="en-US" dirty="0" err="1">
                <a:solidFill>
                  <a:srgbClr val="030405"/>
                </a:solidFill>
              </a:rPr>
              <a:t>làm</a:t>
            </a:r>
            <a:r>
              <a:rPr lang="en-US" dirty="0">
                <a:solidFill>
                  <a:srgbClr val="030405"/>
                </a:solidFill>
              </a:rPr>
              <a:t> </a:t>
            </a:r>
            <a:r>
              <a:rPr lang="en-US" dirty="0" err="1">
                <a:solidFill>
                  <a:srgbClr val="030405"/>
                </a:solidFill>
              </a:rPr>
              <a:t>giảm</a:t>
            </a:r>
            <a:r>
              <a:rPr lang="en-US" dirty="0">
                <a:solidFill>
                  <a:srgbClr val="030405"/>
                </a:solidFill>
              </a:rPr>
              <a:t> </a:t>
            </a:r>
            <a:r>
              <a:rPr lang="en-US" dirty="0" err="1">
                <a:solidFill>
                  <a:srgbClr val="030405"/>
                </a:solidFill>
              </a:rPr>
              <a:t>liên</a:t>
            </a:r>
            <a:r>
              <a:rPr lang="en-US" dirty="0">
                <a:solidFill>
                  <a:srgbClr val="030405"/>
                </a:solidFill>
              </a:rPr>
              <a:t> </a:t>
            </a:r>
            <a:r>
              <a:rPr lang="en-US" dirty="0" err="1">
                <a:solidFill>
                  <a:srgbClr val="030405"/>
                </a:solidFill>
              </a:rPr>
              <a:t>tục</a:t>
            </a:r>
            <a:r>
              <a:rPr lang="en-US" dirty="0">
                <a:solidFill>
                  <a:srgbClr val="030405"/>
                </a:solidFill>
              </a:rPr>
              <a:t> </a:t>
            </a:r>
            <a:r>
              <a:rPr lang="en-US" dirty="0" err="1">
                <a:solidFill>
                  <a:srgbClr val="030405"/>
                </a:solidFill>
              </a:rPr>
              <a:t>giá</a:t>
            </a:r>
            <a:r>
              <a:rPr lang="en-US" dirty="0">
                <a:solidFill>
                  <a:srgbClr val="030405"/>
                </a:solidFill>
              </a:rPr>
              <a:t> </a:t>
            </a:r>
            <a:r>
              <a:rPr lang="en-US" dirty="0" err="1">
                <a:solidFill>
                  <a:srgbClr val="030405"/>
                </a:solidFill>
              </a:rPr>
              <a:t>trị</a:t>
            </a:r>
            <a:r>
              <a:rPr lang="en-US" dirty="0">
                <a:solidFill>
                  <a:srgbClr val="030405"/>
                </a:solidFill>
              </a:rPr>
              <a:t> </a:t>
            </a:r>
            <a:r>
              <a:rPr lang="en-US" dirty="0" err="1">
                <a:solidFill>
                  <a:srgbClr val="030405"/>
                </a:solidFill>
              </a:rPr>
              <a:t>tài</a:t>
            </a:r>
            <a:r>
              <a:rPr lang="en-US" dirty="0">
                <a:solidFill>
                  <a:srgbClr val="030405"/>
                </a:solidFill>
              </a:rPr>
              <a:t> </a:t>
            </a:r>
            <a:r>
              <a:rPr lang="en-US" dirty="0" err="1">
                <a:solidFill>
                  <a:srgbClr val="030405"/>
                </a:solidFill>
              </a:rPr>
              <a:t>sản</a:t>
            </a:r>
            <a:r>
              <a:rPr lang="en-US" dirty="0">
                <a:solidFill>
                  <a:srgbClr val="030405"/>
                </a:solidFill>
              </a:rPr>
              <a:t> </a:t>
            </a:r>
            <a:r>
              <a:rPr lang="en-US" dirty="0" err="1">
                <a:solidFill>
                  <a:srgbClr val="030405"/>
                </a:solidFill>
              </a:rPr>
              <a:t>quản</a:t>
            </a:r>
            <a:r>
              <a:rPr lang="en-US" dirty="0">
                <a:solidFill>
                  <a:srgbClr val="030405"/>
                </a:solidFill>
              </a:rPr>
              <a:t> </a:t>
            </a:r>
            <a:r>
              <a:rPr lang="en-US" dirty="0" err="1">
                <a:solidFill>
                  <a:srgbClr val="030405"/>
                </a:solidFill>
              </a:rPr>
              <a:t>lý</a:t>
            </a:r>
            <a:r>
              <a:rPr lang="en-US" dirty="0">
                <a:solidFill>
                  <a:srgbClr val="030405"/>
                </a:solidFill>
              </a:rPr>
              <a:t>. </a:t>
            </a:r>
            <a:r>
              <a:rPr lang="en-US" dirty="0" err="1">
                <a:solidFill>
                  <a:srgbClr val="030405"/>
                </a:solidFill>
              </a:rPr>
              <a:t>Sự</a:t>
            </a:r>
            <a:r>
              <a:rPr lang="en-US" dirty="0">
                <a:solidFill>
                  <a:srgbClr val="030405"/>
                </a:solidFill>
              </a:rPr>
              <a:t> </a:t>
            </a:r>
            <a:r>
              <a:rPr lang="en-US" dirty="0" err="1">
                <a:solidFill>
                  <a:srgbClr val="030405"/>
                </a:solidFill>
              </a:rPr>
              <a:t>đầu</a:t>
            </a:r>
            <a:r>
              <a:rPr lang="en-US" dirty="0">
                <a:solidFill>
                  <a:srgbClr val="030405"/>
                </a:solidFill>
              </a:rPr>
              <a:t> </a:t>
            </a:r>
            <a:r>
              <a:rPr lang="en-US" dirty="0" err="1">
                <a:solidFill>
                  <a:srgbClr val="030405"/>
                </a:solidFill>
              </a:rPr>
              <a:t>tư</a:t>
            </a:r>
            <a:r>
              <a:rPr lang="en-US" dirty="0">
                <a:solidFill>
                  <a:srgbClr val="030405"/>
                </a:solidFill>
              </a:rPr>
              <a:t> </a:t>
            </a:r>
            <a:r>
              <a:rPr lang="en-US" dirty="0" err="1">
                <a:solidFill>
                  <a:srgbClr val="030405"/>
                </a:solidFill>
              </a:rPr>
              <a:t>vào</a:t>
            </a:r>
            <a:r>
              <a:rPr lang="en-US" dirty="0">
                <a:solidFill>
                  <a:srgbClr val="030405"/>
                </a:solidFill>
              </a:rPr>
              <a:t> </a:t>
            </a:r>
            <a:r>
              <a:rPr lang="en-US" dirty="0" err="1">
                <a:solidFill>
                  <a:srgbClr val="030405"/>
                </a:solidFill>
              </a:rPr>
              <a:t>cải</a:t>
            </a:r>
            <a:r>
              <a:rPr lang="en-US" dirty="0">
                <a:solidFill>
                  <a:srgbClr val="030405"/>
                </a:solidFill>
              </a:rPr>
              <a:t> </a:t>
            </a:r>
            <a:r>
              <a:rPr lang="en-US" dirty="0" err="1">
                <a:solidFill>
                  <a:srgbClr val="030405"/>
                </a:solidFill>
              </a:rPr>
              <a:t>tạo</a:t>
            </a:r>
            <a:r>
              <a:rPr lang="en-US" dirty="0">
                <a:solidFill>
                  <a:srgbClr val="030405"/>
                </a:solidFill>
              </a:rPr>
              <a:t> </a:t>
            </a:r>
            <a:r>
              <a:rPr lang="en-US" dirty="0" err="1">
                <a:solidFill>
                  <a:srgbClr val="030405"/>
                </a:solidFill>
              </a:rPr>
              <a:t>nâng</a:t>
            </a:r>
            <a:r>
              <a:rPr lang="en-US" dirty="0">
                <a:solidFill>
                  <a:srgbClr val="030405"/>
                </a:solidFill>
              </a:rPr>
              <a:t> </a:t>
            </a:r>
            <a:r>
              <a:rPr lang="en-US" dirty="0" err="1">
                <a:solidFill>
                  <a:srgbClr val="030405"/>
                </a:solidFill>
              </a:rPr>
              <a:t>cấp</a:t>
            </a:r>
            <a:r>
              <a:rPr lang="en-US" dirty="0">
                <a:solidFill>
                  <a:srgbClr val="030405"/>
                </a:solidFill>
              </a:rPr>
              <a:t> </a:t>
            </a:r>
            <a:r>
              <a:rPr lang="en-US" dirty="0" err="1">
                <a:solidFill>
                  <a:srgbClr val="030405"/>
                </a:solidFill>
              </a:rPr>
              <a:t>vào</a:t>
            </a:r>
            <a:r>
              <a:rPr lang="en-US" dirty="0">
                <a:solidFill>
                  <a:srgbClr val="030405"/>
                </a:solidFill>
              </a:rPr>
              <a:t> </a:t>
            </a:r>
            <a:r>
              <a:rPr lang="en-US" dirty="0" err="1">
                <a:solidFill>
                  <a:srgbClr val="030405"/>
                </a:solidFill>
              </a:rPr>
              <a:t>các</a:t>
            </a:r>
            <a:r>
              <a:rPr lang="en-US" dirty="0">
                <a:solidFill>
                  <a:srgbClr val="030405"/>
                </a:solidFill>
              </a:rPr>
              <a:t> </a:t>
            </a:r>
            <a:r>
              <a:rPr lang="en-US" dirty="0" err="1">
                <a:solidFill>
                  <a:srgbClr val="030405"/>
                </a:solidFill>
              </a:rPr>
              <a:t>tuyến</a:t>
            </a:r>
            <a:r>
              <a:rPr lang="en-US" dirty="0">
                <a:solidFill>
                  <a:srgbClr val="030405"/>
                </a:solidFill>
              </a:rPr>
              <a:t> </a:t>
            </a:r>
            <a:r>
              <a:rPr lang="en-US" dirty="0" err="1">
                <a:solidFill>
                  <a:srgbClr val="030405"/>
                </a:solidFill>
              </a:rPr>
              <a:t>đường</a:t>
            </a:r>
            <a:r>
              <a:rPr lang="en-US" dirty="0">
                <a:solidFill>
                  <a:srgbClr val="030405"/>
                </a:solidFill>
              </a:rPr>
              <a:t> </a:t>
            </a:r>
            <a:r>
              <a:rPr lang="en-US" dirty="0" err="1">
                <a:solidFill>
                  <a:srgbClr val="030405"/>
                </a:solidFill>
              </a:rPr>
              <a:t>không</a:t>
            </a:r>
            <a:r>
              <a:rPr lang="en-US" dirty="0">
                <a:solidFill>
                  <a:srgbClr val="030405"/>
                </a:solidFill>
              </a:rPr>
              <a:t> </a:t>
            </a:r>
            <a:r>
              <a:rPr lang="en-US" dirty="0" err="1">
                <a:solidFill>
                  <a:srgbClr val="030405"/>
                </a:solidFill>
              </a:rPr>
              <a:t>còn</a:t>
            </a:r>
            <a:r>
              <a:rPr lang="en-US" dirty="0">
                <a:solidFill>
                  <a:srgbClr val="030405"/>
                </a:solidFill>
              </a:rPr>
              <a:t> </a:t>
            </a:r>
            <a:r>
              <a:rPr lang="en-US" dirty="0" err="1">
                <a:solidFill>
                  <a:srgbClr val="030405"/>
                </a:solidFill>
              </a:rPr>
              <a:t>khả</a:t>
            </a:r>
            <a:r>
              <a:rPr lang="en-US" dirty="0">
                <a:solidFill>
                  <a:srgbClr val="030405"/>
                </a:solidFill>
              </a:rPr>
              <a:t> </a:t>
            </a:r>
            <a:r>
              <a:rPr lang="en-US" dirty="0" err="1">
                <a:solidFill>
                  <a:srgbClr val="030405"/>
                </a:solidFill>
              </a:rPr>
              <a:t>năng</a:t>
            </a:r>
            <a:r>
              <a:rPr lang="en-US" dirty="0">
                <a:solidFill>
                  <a:srgbClr val="030405"/>
                </a:solidFill>
              </a:rPr>
              <a:t> </a:t>
            </a:r>
            <a:r>
              <a:rPr lang="en-US" dirty="0" err="1">
                <a:solidFill>
                  <a:srgbClr val="030405"/>
                </a:solidFill>
              </a:rPr>
              <a:t>sử</a:t>
            </a:r>
            <a:r>
              <a:rPr lang="en-US" dirty="0">
                <a:solidFill>
                  <a:srgbClr val="030405"/>
                </a:solidFill>
              </a:rPr>
              <a:t> </a:t>
            </a:r>
            <a:r>
              <a:rPr lang="en-US" dirty="0" err="1">
                <a:solidFill>
                  <a:srgbClr val="030405"/>
                </a:solidFill>
              </a:rPr>
              <a:t>dụng</a:t>
            </a:r>
            <a:r>
              <a:rPr lang="en-US" dirty="0">
                <a:solidFill>
                  <a:srgbClr val="030405"/>
                </a:solidFill>
              </a:rPr>
              <a:t> </a:t>
            </a:r>
            <a:r>
              <a:rPr lang="en-US" dirty="0" err="1">
                <a:solidFill>
                  <a:srgbClr val="030405"/>
                </a:solidFill>
              </a:rPr>
              <a:t>làm</a:t>
            </a:r>
            <a:r>
              <a:rPr lang="en-US" dirty="0">
                <a:solidFill>
                  <a:srgbClr val="030405"/>
                </a:solidFill>
              </a:rPr>
              <a:t> </a:t>
            </a:r>
            <a:r>
              <a:rPr lang="en-US" dirty="0" err="1">
                <a:solidFill>
                  <a:srgbClr val="030405"/>
                </a:solidFill>
              </a:rPr>
              <a:t>tăng</a:t>
            </a:r>
            <a:r>
              <a:rPr lang="en-US" dirty="0">
                <a:solidFill>
                  <a:srgbClr val="030405"/>
                </a:solidFill>
              </a:rPr>
              <a:t> </a:t>
            </a:r>
            <a:r>
              <a:rPr lang="en-US" dirty="0" err="1">
                <a:solidFill>
                  <a:srgbClr val="030405"/>
                </a:solidFill>
              </a:rPr>
              <a:t>tài</a:t>
            </a:r>
            <a:r>
              <a:rPr lang="en-US" dirty="0">
                <a:solidFill>
                  <a:srgbClr val="030405"/>
                </a:solidFill>
              </a:rPr>
              <a:t> </a:t>
            </a:r>
            <a:r>
              <a:rPr lang="en-US" dirty="0" err="1">
                <a:solidFill>
                  <a:srgbClr val="030405"/>
                </a:solidFill>
              </a:rPr>
              <a:t>sản</a:t>
            </a:r>
            <a:r>
              <a:rPr lang="en-US" dirty="0">
                <a:solidFill>
                  <a:srgbClr val="030405"/>
                </a:solidFill>
              </a:rPr>
              <a:t> </a:t>
            </a:r>
            <a:r>
              <a:rPr lang="en-US" dirty="0" err="1">
                <a:solidFill>
                  <a:srgbClr val="030405"/>
                </a:solidFill>
              </a:rPr>
              <a:t>của</a:t>
            </a:r>
            <a:r>
              <a:rPr lang="en-US" dirty="0">
                <a:solidFill>
                  <a:srgbClr val="030405"/>
                </a:solidFill>
              </a:rPr>
              <a:t> </a:t>
            </a:r>
            <a:r>
              <a:rPr lang="en-US" dirty="0" err="1">
                <a:solidFill>
                  <a:srgbClr val="030405"/>
                </a:solidFill>
              </a:rPr>
              <a:t>mạng</a:t>
            </a:r>
            <a:r>
              <a:rPr lang="en-US" dirty="0">
                <a:solidFill>
                  <a:srgbClr val="030405"/>
                </a:solidFill>
              </a:rPr>
              <a:t> </a:t>
            </a:r>
            <a:r>
              <a:rPr lang="en-US" dirty="0" err="1">
                <a:solidFill>
                  <a:srgbClr val="030405"/>
                </a:solidFill>
              </a:rPr>
              <a:t>lưới</a:t>
            </a:r>
            <a:r>
              <a:rPr lang="en-US" dirty="0">
                <a:solidFill>
                  <a:srgbClr val="030405"/>
                </a:solidFill>
              </a:rPr>
              <a:t> </a:t>
            </a:r>
            <a:r>
              <a:rPr lang="en-US" dirty="0" err="1">
                <a:solidFill>
                  <a:srgbClr val="030405"/>
                </a:solidFill>
              </a:rPr>
              <a:t>quản</a:t>
            </a:r>
            <a:r>
              <a:rPr lang="en-US" dirty="0">
                <a:solidFill>
                  <a:srgbClr val="030405"/>
                </a:solidFill>
              </a:rPr>
              <a:t> </a:t>
            </a:r>
            <a:r>
              <a:rPr lang="en-US" dirty="0" err="1">
                <a:solidFill>
                  <a:srgbClr val="030405"/>
                </a:solidFill>
              </a:rPr>
              <a:t>lý</a:t>
            </a:r>
            <a:r>
              <a:rPr lang="en-US" dirty="0">
                <a:solidFill>
                  <a:srgbClr val="030405"/>
                </a:solidFill>
              </a:rPr>
              <a:t>.</a:t>
            </a:r>
          </a:p>
        </p:txBody>
      </p:sp>
      <p:sp>
        <p:nvSpPr>
          <p:cNvPr id="4" name="Rectangle 6"/>
          <p:cNvSpPr>
            <a:spLocks noChangeArrowheads="1"/>
          </p:cNvSpPr>
          <p:nvPr/>
        </p:nvSpPr>
        <p:spPr bwMode="auto">
          <a:xfrm>
            <a:off x="342900" y="328861"/>
            <a:ext cx="612795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spcBef>
                <a:spcPct val="50000"/>
              </a:spcBef>
            </a:pPr>
            <a:r>
              <a:rPr lang="en-US" sz="2000" b="1" dirty="0" err="1">
                <a:solidFill>
                  <a:srgbClr val="FF0000"/>
                </a:solidFill>
              </a:rPr>
              <a:t>Quản</a:t>
            </a:r>
            <a:r>
              <a:rPr lang="en-US" sz="2000" b="1" dirty="0">
                <a:solidFill>
                  <a:srgbClr val="FF0000"/>
                </a:solidFill>
              </a:rPr>
              <a:t> </a:t>
            </a:r>
            <a:r>
              <a:rPr lang="en-US" sz="2000" b="1" dirty="0" err="1">
                <a:solidFill>
                  <a:srgbClr val="FF0000"/>
                </a:solidFill>
              </a:rPr>
              <a:t>lý</a:t>
            </a:r>
            <a:r>
              <a:rPr lang="en-US" sz="2000" b="1" dirty="0">
                <a:solidFill>
                  <a:srgbClr val="FF0000"/>
                </a:solidFill>
              </a:rPr>
              <a:t> </a:t>
            </a:r>
            <a:r>
              <a:rPr lang="en-US" sz="2000" b="1" dirty="0" err="1">
                <a:solidFill>
                  <a:srgbClr val="FF0000"/>
                </a:solidFill>
              </a:rPr>
              <a:t>Tài</a:t>
            </a:r>
            <a:r>
              <a:rPr lang="en-US" sz="2000" b="1" dirty="0">
                <a:solidFill>
                  <a:srgbClr val="FF0000"/>
                </a:solidFill>
              </a:rPr>
              <a:t> </a:t>
            </a:r>
            <a:r>
              <a:rPr lang="en-US" sz="2000" b="1" dirty="0" err="1">
                <a:solidFill>
                  <a:srgbClr val="FF0000"/>
                </a:solidFill>
              </a:rPr>
              <a:t>sản</a:t>
            </a:r>
            <a:r>
              <a:rPr lang="en-US" sz="2000" b="1" dirty="0">
                <a:solidFill>
                  <a:srgbClr val="FF0000"/>
                </a:solidFill>
              </a:rPr>
              <a:t> </a:t>
            </a:r>
            <a:r>
              <a:rPr lang="en-US" sz="2000" b="1" dirty="0" err="1">
                <a:solidFill>
                  <a:srgbClr val="FF0000"/>
                </a:solidFill>
              </a:rPr>
              <a:t>Hạ</a:t>
            </a:r>
            <a:r>
              <a:rPr lang="en-US" sz="2000" b="1" dirty="0">
                <a:solidFill>
                  <a:srgbClr val="FF0000"/>
                </a:solidFill>
              </a:rPr>
              <a:t> </a:t>
            </a:r>
            <a:r>
              <a:rPr lang="en-US" sz="2000" b="1" dirty="0" err="1">
                <a:solidFill>
                  <a:srgbClr val="FF0000"/>
                </a:solidFill>
              </a:rPr>
              <a:t>tầng</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a:t>
            </a:r>
            <a:r>
              <a:rPr lang="en-US" sz="2000" b="1" dirty="0" err="1">
                <a:solidFill>
                  <a:srgbClr val="FF0000"/>
                </a:solidFill>
              </a:rPr>
              <a:t>bộ</a:t>
            </a:r>
            <a:endParaRPr lang="en-US" sz="2000" b="1" dirty="0">
              <a:solidFill>
                <a:srgbClr val="FF0000"/>
              </a:solidFill>
            </a:endParaRPr>
          </a:p>
        </p:txBody>
      </p:sp>
    </p:spTree>
    <p:extLst>
      <p:ext uri="{BB962C8B-B14F-4D97-AF65-F5344CB8AC3E}">
        <p14:creationId xmlns:p14="http://schemas.microsoft.com/office/powerpoint/2010/main" val="150485919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42900" y="1290088"/>
            <a:ext cx="8077200" cy="369332"/>
          </a:xfrm>
          <a:prstGeom prst="rect">
            <a:avLst/>
          </a:prstGeom>
        </p:spPr>
        <p:txBody>
          <a:bodyPr wrap="square">
            <a:spAutoFit/>
          </a:bodyPr>
          <a:lstStyle/>
          <a:p>
            <a:r>
              <a:rPr lang="en-US" b="1" i="1" dirty="0" err="1">
                <a:solidFill>
                  <a:srgbClr val="030405"/>
                </a:solidFill>
              </a:rPr>
              <a:t>Đường</a:t>
            </a:r>
            <a:r>
              <a:rPr lang="en-US" b="1" i="1" dirty="0">
                <a:solidFill>
                  <a:srgbClr val="030405"/>
                </a:solidFill>
              </a:rPr>
              <a:t> </a:t>
            </a:r>
            <a:r>
              <a:rPr lang="en-US" b="1" i="1" dirty="0" err="1">
                <a:solidFill>
                  <a:srgbClr val="030405"/>
                </a:solidFill>
              </a:rPr>
              <a:t>là</a:t>
            </a:r>
            <a:r>
              <a:rPr lang="en-US" b="1" i="1" dirty="0">
                <a:solidFill>
                  <a:srgbClr val="030405"/>
                </a:solidFill>
              </a:rPr>
              <a:t> </a:t>
            </a:r>
            <a:r>
              <a:rPr lang="en-US" b="1" i="1" dirty="0" err="1">
                <a:solidFill>
                  <a:srgbClr val="030405"/>
                </a:solidFill>
              </a:rPr>
              <a:t>tài</a:t>
            </a:r>
            <a:r>
              <a:rPr lang="en-US" b="1" i="1" dirty="0">
                <a:solidFill>
                  <a:srgbClr val="030405"/>
                </a:solidFill>
              </a:rPr>
              <a:t> </a:t>
            </a:r>
            <a:r>
              <a:rPr lang="en-US" b="1" i="1" dirty="0" err="1">
                <a:solidFill>
                  <a:srgbClr val="030405"/>
                </a:solidFill>
              </a:rPr>
              <a:t>sản</a:t>
            </a:r>
            <a:r>
              <a:rPr lang="en-US" b="1" i="1" dirty="0">
                <a:solidFill>
                  <a:srgbClr val="030405"/>
                </a:solidFill>
              </a:rPr>
              <a:t> – </a:t>
            </a:r>
            <a:r>
              <a:rPr lang="en-US" b="1" i="1" dirty="0" err="1">
                <a:solidFill>
                  <a:srgbClr val="030405"/>
                </a:solidFill>
              </a:rPr>
              <a:t>Các</a:t>
            </a:r>
            <a:r>
              <a:rPr lang="en-US" b="1" i="1" dirty="0">
                <a:solidFill>
                  <a:srgbClr val="030405"/>
                </a:solidFill>
              </a:rPr>
              <a:t> </a:t>
            </a:r>
            <a:r>
              <a:rPr lang="en-US" b="1" i="1" dirty="0" err="1">
                <a:solidFill>
                  <a:srgbClr val="030405"/>
                </a:solidFill>
              </a:rPr>
              <a:t>phương</a:t>
            </a:r>
            <a:r>
              <a:rPr lang="en-US" b="1" i="1" dirty="0">
                <a:solidFill>
                  <a:srgbClr val="030405"/>
                </a:solidFill>
              </a:rPr>
              <a:t> </a:t>
            </a:r>
            <a:r>
              <a:rPr lang="en-US" b="1" i="1" dirty="0" err="1">
                <a:solidFill>
                  <a:srgbClr val="030405"/>
                </a:solidFill>
              </a:rPr>
              <a:t>pháp</a:t>
            </a:r>
            <a:r>
              <a:rPr lang="en-US" b="1" i="1" dirty="0">
                <a:solidFill>
                  <a:srgbClr val="030405"/>
                </a:solidFill>
              </a:rPr>
              <a:t> </a:t>
            </a:r>
            <a:r>
              <a:rPr lang="en-US" b="1" i="1" dirty="0" err="1">
                <a:solidFill>
                  <a:srgbClr val="030405"/>
                </a:solidFill>
              </a:rPr>
              <a:t>đinh</a:t>
            </a:r>
            <a:r>
              <a:rPr lang="en-US" b="1" i="1" dirty="0">
                <a:solidFill>
                  <a:srgbClr val="030405"/>
                </a:solidFill>
              </a:rPr>
              <a:t> </a:t>
            </a:r>
            <a:r>
              <a:rPr lang="en-US" b="1" i="1" dirty="0" err="1">
                <a:solidFill>
                  <a:srgbClr val="030405"/>
                </a:solidFill>
              </a:rPr>
              <a:t>giá</a:t>
            </a:r>
            <a:r>
              <a:rPr lang="en-US" b="1" i="1" dirty="0">
                <a:solidFill>
                  <a:srgbClr val="030405"/>
                </a:solidFill>
              </a:rPr>
              <a:t> </a:t>
            </a:r>
            <a:r>
              <a:rPr lang="en-US" b="1" i="1" dirty="0" err="1">
                <a:solidFill>
                  <a:srgbClr val="030405"/>
                </a:solidFill>
              </a:rPr>
              <a:t>tài</a:t>
            </a:r>
            <a:r>
              <a:rPr lang="en-US" b="1" i="1" dirty="0">
                <a:solidFill>
                  <a:srgbClr val="030405"/>
                </a:solidFill>
              </a:rPr>
              <a:t> </a:t>
            </a:r>
            <a:r>
              <a:rPr lang="en-US" b="1" i="1" dirty="0" err="1">
                <a:solidFill>
                  <a:srgbClr val="030405"/>
                </a:solidFill>
              </a:rPr>
              <a:t>sản</a:t>
            </a:r>
            <a:r>
              <a:rPr lang="en-US" b="1" i="1" dirty="0">
                <a:solidFill>
                  <a:srgbClr val="030405"/>
                </a:solidFill>
              </a:rPr>
              <a:t> </a:t>
            </a:r>
            <a:r>
              <a:rPr lang="en-US" b="1" i="1" dirty="0" err="1">
                <a:solidFill>
                  <a:srgbClr val="030405"/>
                </a:solidFill>
              </a:rPr>
              <a:t>đường</a:t>
            </a:r>
            <a:r>
              <a:rPr lang="en-US" b="1" i="1" dirty="0">
                <a:solidFill>
                  <a:srgbClr val="030405"/>
                </a:solidFill>
              </a:rPr>
              <a:t> </a:t>
            </a:r>
            <a:r>
              <a:rPr lang="en-US" b="1" i="1" dirty="0" err="1">
                <a:solidFill>
                  <a:srgbClr val="030405"/>
                </a:solidFill>
              </a:rPr>
              <a:t>thích</a:t>
            </a:r>
            <a:r>
              <a:rPr lang="en-US" b="1" i="1" dirty="0">
                <a:solidFill>
                  <a:srgbClr val="030405"/>
                </a:solidFill>
              </a:rPr>
              <a:t> </a:t>
            </a:r>
            <a:r>
              <a:rPr lang="en-US" b="1" i="1" dirty="0" err="1">
                <a:solidFill>
                  <a:srgbClr val="030405"/>
                </a:solidFill>
              </a:rPr>
              <a:t>hợp</a:t>
            </a:r>
            <a:endParaRPr lang="en-US" b="1" dirty="0"/>
          </a:p>
        </p:txBody>
      </p:sp>
      <p:sp>
        <p:nvSpPr>
          <p:cNvPr id="6" name="Rectangle 6"/>
          <p:cNvSpPr>
            <a:spLocks noChangeArrowheads="1"/>
          </p:cNvSpPr>
          <p:nvPr/>
        </p:nvSpPr>
        <p:spPr bwMode="auto">
          <a:xfrm>
            <a:off x="342900" y="328861"/>
            <a:ext cx="612795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spcBef>
                <a:spcPct val="50000"/>
              </a:spcBef>
            </a:pPr>
            <a:r>
              <a:rPr lang="en-US" sz="2000" b="1" dirty="0" err="1">
                <a:solidFill>
                  <a:srgbClr val="FF0000"/>
                </a:solidFill>
              </a:rPr>
              <a:t>Quản</a:t>
            </a:r>
            <a:r>
              <a:rPr lang="en-US" sz="2000" b="1" dirty="0">
                <a:solidFill>
                  <a:srgbClr val="FF0000"/>
                </a:solidFill>
              </a:rPr>
              <a:t> </a:t>
            </a:r>
            <a:r>
              <a:rPr lang="en-US" sz="2000" b="1" dirty="0" err="1">
                <a:solidFill>
                  <a:srgbClr val="FF0000"/>
                </a:solidFill>
              </a:rPr>
              <a:t>lý</a:t>
            </a:r>
            <a:r>
              <a:rPr lang="en-US" sz="2000" b="1" dirty="0">
                <a:solidFill>
                  <a:srgbClr val="FF0000"/>
                </a:solidFill>
              </a:rPr>
              <a:t> </a:t>
            </a:r>
            <a:r>
              <a:rPr lang="en-US" sz="2000" b="1" dirty="0" err="1">
                <a:solidFill>
                  <a:srgbClr val="FF0000"/>
                </a:solidFill>
              </a:rPr>
              <a:t>Tài</a:t>
            </a:r>
            <a:r>
              <a:rPr lang="en-US" sz="2000" b="1" dirty="0">
                <a:solidFill>
                  <a:srgbClr val="FF0000"/>
                </a:solidFill>
              </a:rPr>
              <a:t> </a:t>
            </a:r>
            <a:r>
              <a:rPr lang="en-US" sz="2000" b="1" dirty="0" err="1">
                <a:solidFill>
                  <a:srgbClr val="FF0000"/>
                </a:solidFill>
              </a:rPr>
              <a:t>sản</a:t>
            </a:r>
            <a:r>
              <a:rPr lang="en-US" sz="2000" b="1" dirty="0">
                <a:solidFill>
                  <a:srgbClr val="FF0000"/>
                </a:solidFill>
              </a:rPr>
              <a:t> </a:t>
            </a:r>
            <a:r>
              <a:rPr lang="en-US" sz="2000" b="1" dirty="0" err="1">
                <a:solidFill>
                  <a:srgbClr val="FF0000"/>
                </a:solidFill>
              </a:rPr>
              <a:t>Hạ</a:t>
            </a:r>
            <a:r>
              <a:rPr lang="en-US" sz="2000" b="1" dirty="0">
                <a:solidFill>
                  <a:srgbClr val="FF0000"/>
                </a:solidFill>
              </a:rPr>
              <a:t> </a:t>
            </a:r>
            <a:r>
              <a:rPr lang="en-US" sz="2000" b="1" dirty="0" err="1">
                <a:solidFill>
                  <a:srgbClr val="FF0000"/>
                </a:solidFill>
              </a:rPr>
              <a:t>tầng</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a:t>
            </a:r>
            <a:r>
              <a:rPr lang="en-US" sz="2000" b="1" dirty="0" err="1">
                <a:solidFill>
                  <a:srgbClr val="FF0000"/>
                </a:solidFill>
              </a:rPr>
              <a:t>bộ</a:t>
            </a:r>
            <a:endParaRPr lang="en-US" sz="2000" b="1" dirty="0">
              <a:solidFill>
                <a:srgbClr val="FF0000"/>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4284829870"/>
              </p:ext>
            </p:extLst>
          </p:nvPr>
        </p:nvGraphicFramePr>
        <p:xfrm>
          <a:off x="317500" y="1752600"/>
          <a:ext cx="8540546" cy="4495800"/>
        </p:xfrm>
        <a:graphic>
          <a:graphicData uri="http://schemas.openxmlformats.org/drawingml/2006/table">
            <a:tbl>
              <a:tblPr firstRow="1" bandRow="1">
                <a:tableStyleId>{5940675A-B579-460E-94D1-54222C63F5DA}</a:tableStyleId>
              </a:tblPr>
              <a:tblGrid>
                <a:gridCol w="4270273">
                  <a:extLst>
                    <a:ext uri="{9D8B030D-6E8A-4147-A177-3AD203B41FA5}">
                      <a16:colId xmlns:a16="http://schemas.microsoft.com/office/drawing/2014/main" val="20000"/>
                    </a:ext>
                  </a:extLst>
                </a:gridCol>
                <a:gridCol w="4270273">
                  <a:extLst>
                    <a:ext uri="{9D8B030D-6E8A-4147-A177-3AD203B41FA5}">
                      <a16:colId xmlns:a16="http://schemas.microsoft.com/office/drawing/2014/main" val="20001"/>
                    </a:ext>
                  </a:extLst>
                </a:gridCol>
              </a:tblGrid>
              <a:tr h="437591">
                <a:tc>
                  <a:txBody>
                    <a:bodyPr/>
                    <a:lstStyle/>
                    <a:p>
                      <a:pPr>
                        <a:lnSpc>
                          <a:spcPct val="130000"/>
                        </a:lnSpc>
                        <a:spcBef>
                          <a:spcPts val="0"/>
                        </a:spcBef>
                        <a:spcAft>
                          <a:spcPts val="0"/>
                        </a:spcAft>
                      </a:pPr>
                      <a:r>
                        <a:rPr lang="en-US" sz="1600" dirty="0" err="1"/>
                        <a:t>Hạng</a:t>
                      </a:r>
                      <a:r>
                        <a:rPr lang="en-US" sz="1600" baseline="0" dirty="0"/>
                        <a:t> </a:t>
                      </a:r>
                      <a:r>
                        <a:rPr lang="en-US" sz="1600" baseline="0" dirty="0" err="1"/>
                        <a:t>mục</a:t>
                      </a:r>
                      <a:r>
                        <a:rPr lang="en-US" sz="1600" baseline="0" dirty="0"/>
                        <a:t>/</a:t>
                      </a:r>
                      <a:r>
                        <a:rPr lang="en-US" sz="1600" baseline="0" dirty="0" err="1"/>
                        <a:t>dịch</a:t>
                      </a:r>
                      <a:r>
                        <a:rPr lang="en-US" sz="1600" baseline="0" dirty="0"/>
                        <a:t> </a:t>
                      </a:r>
                      <a:r>
                        <a:rPr lang="en-US" sz="1600" baseline="0" dirty="0" err="1"/>
                        <a:t>vụ</a:t>
                      </a:r>
                      <a:endParaRPr lang="en-US" sz="1600" dirty="0"/>
                    </a:p>
                  </a:txBody>
                  <a:tcPr/>
                </a:tc>
                <a:tc>
                  <a:txBody>
                    <a:bodyPr/>
                    <a:lstStyle/>
                    <a:p>
                      <a:pPr>
                        <a:lnSpc>
                          <a:spcPct val="130000"/>
                        </a:lnSpc>
                        <a:spcBef>
                          <a:spcPts val="0"/>
                        </a:spcBef>
                        <a:spcAft>
                          <a:spcPts val="0"/>
                        </a:spcAft>
                      </a:pPr>
                      <a:r>
                        <a:rPr lang="en-US" sz="1600" dirty="0" err="1"/>
                        <a:t>Cơ</a:t>
                      </a:r>
                      <a:r>
                        <a:rPr lang="en-US" sz="1600" baseline="0" dirty="0"/>
                        <a:t> </a:t>
                      </a:r>
                      <a:r>
                        <a:rPr lang="en-US" sz="1600" baseline="0" dirty="0" err="1"/>
                        <a:t>sở</a:t>
                      </a:r>
                      <a:r>
                        <a:rPr lang="en-US" sz="1600" baseline="0" dirty="0"/>
                        <a:t> </a:t>
                      </a:r>
                      <a:r>
                        <a:rPr lang="en-US" sz="1600" baseline="0" dirty="0" err="1"/>
                        <a:t>định</a:t>
                      </a:r>
                      <a:r>
                        <a:rPr lang="en-US" sz="1600" baseline="0" dirty="0"/>
                        <a:t> </a:t>
                      </a:r>
                      <a:r>
                        <a:rPr lang="en-US" sz="1600" baseline="0" dirty="0" err="1"/>
                        <a:t>giá</a:t>
                      </a:r>
                      <a:endParaRPr lang="en-US" sz="1600" dirty="0"/>
                    </a:p>
                  </a:txBody>
                  <a:tcPr/>
                </a:tc>
                <a:extLst>
                  <a:ext uri="{0D108BD9-81ED-4DB2-BD59-A6C34878D82A}">
                    <a16:rowId xmlns:a16="http://schemas.microsoft.com/office/drawing/2014/main" val="10000"/>
                  </a:ext>
                </a:extLst>
              </a:tr>
              <a:tr h="4058209">
                <a:tc>
                  <a:txBody>
                    <a:bodyPr/>
                    <a:lstStyle/>
                    <a:p>
                      <a:pPr>
                        <a:lnSpc>
                          <a:spcPct val="130000"/>
                        </a:lnSpc>
                        <a:spcBef>
                          <a:spcPts val="0"/>
                        </a:spcBef>
                        <a:spcAft>
                          <a:spcPts val="0"/>
                        </a:spcAft>
                      </a:pPr>
                      <a:r>
                        <a:rPr lang="en-US" sz="1600" dirty="0" err="1"/>
                        <a:t>Diện</a:t>
                      </a:r>
                      <a:r>
                        <a:rPr lang="en-US" sz="1600" baseline="0" dirty="0"/>
                        <a:t> </a:t>
                      </a:r>
                      <a:r>
                        <a:rPr lang="en-US" sz="1600" baseline="0" dirty="0" err="1"/>
                        <a:t>tích</a:t>
                      </a:r>
                      <a:r>
                        <a:rPr lang="en-US" sz="1600" baseline="0" dirty="0"/>
                        <a:t> </a:t>
                      </a:r>
                      <a:r>
                        <a:rPr lang="en-US" sz="1600" baseline="0" dirty="0" err="1"/>
                        <a:t>đất</a:t>
                      </a:r>
                      <a:endParaRPr lang="en-US" sz="1600" baseline="0" dirty="0"/>
                    </a:p>
                    <a:p>
                      <a:pPr>
                        <a:lnSpc>
                          <a:spcPct val="130000"/>
                        </a:lnSpc>
                        <a:spcBef>
                          <a:spcPts val="0"/>
                        </a:spcBef>
                        <a:spcAft>
                          <a:spcPts val="0"/>
                        </a:spcAft>
                      </a:pPr>
                      <a:r>
                        <a:rPr lang="en-US" sz="1600" baseline="0" dirty="0" err="1"/>
                        <a:t>Nền</a:t>
                      </a:r>
                      <a:r>
                        <a:rPr lang="en-US" sz="1600" baseline="0" dirty="0"/>
                        <a:t> </a:t>
                      </a:r>
                      <a:r>
                        <a:rPr lang="en-US" sz="1600" baseline="0" dirty="0" err="1"/>
                        <a:t>đường</a:t>
                      </a:r>
                      <a:endParaRPr lang="en-US" sz="1600" baseline="0" dirty="0"/>
                    </a:p>
                    <a:p>
                      <a:pPr>
                        <a:lnSpc>
                          <a:spcPct val="130000"/>
                        </a:lnSpc>
                        <a:spcBef>
                          <a:spcPts val="0"/>
                        </a:spcBef>
                        <a:spcAft>
                          <a:spcPts val="0"/>
                        </a:spcAft>
                      </a:pPr>
                      <a:r>
                        <a:rPr lang="en-US" sz="1600" baseline="0" dirty="0" err="1"/>
                        <a:t>Mặt</a:t>
                      </a:r>
                      <a:r>
                        <a:rPr lang="en-US" sz="1600" baseline="0" dirty="0"/>
                        <a:t> </a:t>
                      </a:r>
                      <a:r>
                        <a:rPr lang="en-US" sz="1600" baseline="0" dirty="0" err="1"/>
                        <a:t>đường</a:t>
                      </a:r>
                      <a:endParaRPr lang="en-US" sz="1600" baseline="0" dirty="0"/>
                    </a:p>
                    <a:p>
                      <a:pPr>
                        <a:lnSpc>
                          <a:spcPct val="130000"/>
                        </a:lnSpc>
                        <a:spcBef>
                          <a:spcPts val="0"/>
                        </a:spcBef>
                        <a:spcAft>
                          <a:spcPts val="0"/>
                        </a:spcAft>
                      </a:pPr>
                      <a:r>
                        <a:rPr lang="en-US" sz="1600" baseline="0" dirty="0" err="1"/>
                        <a:t>Cầu</a:t>
                      </a:r>
                      <a:r>
                        <a:rPr lang="en-US" sz="1600" baseline="0" dirty="0"/>
                        <a:t> </a:t>
                      </a:r>
                      <a:r>
                        <a:rPr lang="en-US" sz="1600" baseline="0" dirty="0" err="1"/>
                        <a:t>và</a:t>
                      </a:r>
                      <a:r>
                        <a:rPr lang="en-US" sz="1600" baseline="0" dirty="0"/>
                        <a:t> </a:t>
                      </a:r>
                      <a:r>
                        <a:rPr lang="en-US" sz="1600" baseline="0" dirty="0" err="1"/>
                        <a:t>các</a:t>
                      </a:r>
                      <a:r>
                        <a:rPr lang="en-US" sz="1600" baseline="0" dirty="0"/>
                        <a:t> </a:t>
                      </a:r>
                      <a:r>
                        <a:rPr lang="en-US" sz="1600" baseline="0" dirty="0" err="1"/>
                        <a:t>công</a:t>
                      </a:r>
                      <a:r>
                        <a:rPr lang="en-US" sz="1600" baseline="0" dirty="0"/>
                        <a:t> </a:t>
                      </a:r>
                      <a:r>
                        <a:rPr lang="en-US" sz="1600" baseline="0" dirty="0" err="1"/>
                        <a:t>trình</a:t>
                      </a:r>
                      <a:r>
                        <a:rPr lang="en-US" sz="1600" baseline="0" dirty="0"/>
                        <a:t> </a:t>
                      </a:r>
                      <a:r>
                        <a:rPr lang="en-US" sz="1600" baseline="0" dirty="0" err="1"/>
                        <a:t>kết</a:t>
                      </a:r>
                      <a:r>
                        <a:rPr lang="en-US" sz="1600" baseline="0" dirty="0"/>
                        <a:t> </a:t>
                      </a:r>
                      <a:r>
                        <a:rPr lang="en-US" sz="1600" baseline="0" dirty="0" err="1"/>
                        <a:t>cấu</a:t>
                      </a:r>
                      <a:r>
                        <a:rPr lang="en-US" sz="1600" baseline="0" dirty="0"/>
                        <a:t> </a:t>
                      </a:r>
                    </a:p>
                    <a:p>
                      <a:pPr>
                        <a:lnSpc>
                          <a:spcPct val="130000"/>
                        </a:lnSpc>
                        <a:spcBef>
                          <a:spcPts val="0"/>
                        </a:spcBef>
                        <a:spcAft>
                          <a:spcPts val="0"/>
                        </a:spcAft>
                      </a:pPr>
                      <a:r>
                        <a:rPr lang="en-US" sz="1600" baseline="0" dirty="0" err="1"/>
                        <a:t>Lề</a:t>
                      </a:r>
                      <a:r>
                        <a:rPr lang="en-US" sz="1600" baseline="0" dirty="0"/>
                        <a:t> </a:t>
                      </a:r>
                      <a:r>
                        <a:rPr lang="en-US" sz="1600" baseline="0" dirty="0" err="1"/>
                        <a:t>đường</a:t>
                      </a:r>
                      <a:r>
                        <a:rPr lang="en-US" sz="1600" baseline="0" dirty="0"/>
                        <a:t>, </a:t>
                      </a:r>
                      <a:r>
                        <a:rPr lang="en-US" sz="1600" baseline="0" dirty="0" err="1"/>
                        <a:t>làn</a:t>
                      </a:r>
                      <a:r>
                        <a:rPr lang="en-US" sz="1600" baseline="0" dirty="0"/>
                        <a:t> </a:t>
                      </a:r>
                      <a:r>
                        <a:rPr lang="en-US" sz="1600" baseline="0" dirty="0" err="1"/>
                        <a:t>xe</a:t>
                      </a:r>
                      <a:r>
                        <a:rPr lang="en-US" sz="1600" baseline="0" dirty="0"/>
                        <a:t> </a:t>
                      </a:r>
                      <a:r>
                        <a:rPr lang="en-US" sz="1600" baseline="0" dirty="0" err="1"/>
                        <a:t>thô</a:t>
                      </a:r>
                      <a:r>
                        <a:rPr lang="en-US" sz="1600" baseline="0" dirty="0"/>
                        <a:t> </a:t>
                      </a:r>
                      <a:r>
                        <a:rPr lang="en-US" sz="1600" baseline="0" dirty="0" err="1"/>
                        <a:t>sơ</a:t>
                      </a:r>
                      <a:r>
                        <a:rPr lang="en-US" sz="1600" baseline="0" dirty="0"/>
                        <a:t>, </a:t>
                      </a:r>
                      <a:r>
                        <a:rPr lang="en-US" sz="1600" baseline="0" dirty="0" err="1"/>
                        <a:t>vỉa</a:t>
                      </a:r>
                      <a:r>
                        <a:rPr lang="en-US" sz="1600" baseline="0" dirty="0"/>
                        <a:t> </a:t>
                      </a:r>
                      <a:r>
                        <a:rPr lang="en-US" sz="1600" baseline="0" dirty="0" err="1"/>
                        <a:t>hè</a:t>
                      </a:r>
                      <a:endParaRPr lang="en-US" sz="1600" baseline="0" dirty="0"/>
                    </a:p>
                    <a:p>
                      <a:pPr>
                        <a:lnSpc>
                          <a:spcPct val="130000"/>
                        </a:lnSpc>
                        <a:spcBef>
                          <a:spcPts val="0"/>
                        </a:spcBef>
                        <a:spcAft>
                          <a:spcPts val="0"/>
                        </a:spcAft>
                      </a:pPr>
                      <a:r>
                        <a:rPr lang="en-US" sz="1600" baseline="0" dirty="0" err="1"/>
                        <a:t>Các</a:t>
                      </a:r>
                      <a:r>
                        <a:rPr lang="en-US" sz="1600" baseline="0" dirty="0"/>
                        <a:t> </a:t>
                      </a:r>
                      <a:r>
                        <a:rPr lang="en-US" sz="1600" baseline="0" dirty="0" err="1"/>
                        <a:t>thiết</a:t>
                      </a:r>
                      <a:r>
                        <a:rPr lang="en-US" sz="1600" baseline="0" dirty="0"/>
                        <a:t> </a:t>
                      </a:r>
                      <a:r>
                        <a:rPr lang="en-US" sz="1600" baseline="0" dirty="0" err="1"/>
                        <a:t>bị</a:t>
                      </a:r>
                      <a:r>
                        <a:rPr lang="en-US" sz="1600" baseline="0" dirty="0"/>
                        <a:t> an </a:t>
                      </a:r>
                      <a:r>
                        <a:rPr lang="en-US" sz="1600" baseline="0" dirty="0" err="1"/>
                        <a:t>toàn</a:t>
                      </a:r>
                      <a:r>
                        <a:rPr lang="en-US" sz="1600" baseline="0" dirty="0"/>
                        <a:t> </a:t>
                      </a:r>
                      <a:r>
                        <a:rPr lang="en-US" sz="1600" baseline="0" dirty="0" err="1"/>
                        <a:t>giao</a:t>
                      </a:r>
                      <a:r>
                        <a:rPr lang="en-US" sz="1600" baseline="0" dirty="0"/>
                        <a:t> </a:t>
                      </a:r>
                      <a:r>
                        <a:rPr lang="en-US" sz="1600" baseline="0" dirty="0" err="1"/>
                        <a:t>thông</a:t>
                      </a:r>
                      <a:endParaRPr lang="en-US" sz="1600" baseline="0" dirty="0"/>
                    </a:p>
                    <a:p>
                      <a:pPr>
                        <a:lnSpc>
                          <a:spcPct val="130000"/>
                        </a:lnSpc>
                        <a:spcBef>
                          <a:spcPts val="0"/>
                        </a:spcBef>
                        <a:spcAft>
                          <a:spcPts val="0"/>
                        </a:spcAft>
                      </a:pPr>
                      <a:r>
                        <a:rPr lang="en-US" sz="1600" baseline="0" dirty="0" err="1"/>
                        <a:t>Nhà</a:t>
                      </a:r>
                      <a:r>
                        <a:rPr lang="en-US" sz="1600" baseline="0" dirty="0"/>
                        <a:t> </a:t>
                      </a:r>
                      <a:r>
                        <a:rPr lang="en-US" sz="1600" baseline="0" dirty="0" err="1"/>
                        <a:t>cửa</a:t>
                      </a:r>
                      <a:r>
                        <a:rPr lang="en-US" sz="1600" baseline="0" dirty="0"/>
                        <a:t>, </a:t>
                      </a:r>
                      <a:r>
                        <a:rPr lang="en-US" sz="1600" baseline="0" dirty="0" err="1"/>
                        <a:t>văn</a:t>
                      </a:r>
                      <a:r>
                        <a:rPr lang="en-US" sz="1600" baseline="0" dirty="0"/>
                        <a:t> </a:t>
                      </a:r>
                      <a:r>
                        <a:rPr lang="en-US" sz="1600" baseline="0" dirty="0" err="1"/>
                        <a:t>phòng</a:t>
                      </a:r>
                      <a:endParaRPr lang="en-US" sz="1600" baseline="0" dirty="0"/>
                    </a:p>
                    <a:p>
                      <a:pPr>
                        <a:lnSpc>
                          <a:spcPct val="130000"/>
                        </a:lnSpc>
                        <a:spcBef>
                          <a:spcPts val="0"/>
                        </a:spcBef>
                        <a:spcAft>
                          <a:spcPts val="0"/>
                        </a:spcAft>
                      </a:pPr>
                      <a:r>
                        <a:rPr lang="en-US" sz="1600" baseline="0" dirty="0" err="1"/>
                        <a:t>Nhà</a:t>
                      </a:r>
                      <a:r>
                        <a:rPr lang="en-US" sz="1600" baseline="0" dirty="0"/>
                        <a:t> </a:t>
                      </a:r>
                      <a:r>
                        <a:rPr lang="en-US" sz="1600" baseline="0" dirty="0" err="1"/>
                        <a:t>xưởng</a:t>
                      </a:r>
                      <a:r>
                        <a:rPr lang="en-US" sz="1600" baseline="0" dirty="0"/>
                        <a:t> </a:t>
                      </a:r>
                      <a:r>
                        <a:rPr lang="en-US" sz="1600" baseline="0" dirty="0" err="1"/>
                        <a:t>thiết</a:t>
                      </a:r>
                      <a:r>
                        <a:rPr lang="en-US" sz="1600" baseline="0" dirty="0"/>
                        <a:t> </a:t>
                      </a:r>
                      <a:r>
                        <a:rPr lang="en-US" sz="1600" baseline="0" dirty="0" err="1"/>
                        <a:t>bị</a:t>
                      </a:r>
                      <a:r>
                        <a:rPr lang="en-US" sz="1600" baseline="0" dirty="0"/>
                        <a:t> </a:t>
                      </a:r>
                    </a:p>
                    <a:p>
                      <a:pPr>
                        <a:lnSpc>
                          <a:spcPct val="130000"/>
                        </a:lnSpc>
                        <a:spcBef>
                          <a:spcPts val="0"/>
                        </a:spcBef>
                        <a:spcAft>
                          <a:spcPts val="0"/>
                        </a:spcAft>
                      </a:pPr>
                      <a:r>
                        <a:rPr lang="en-US" sz="1600" baseline="0" dirty="0" err="1"/>
                        <a:t>Vật</a:t>
                      </a:r>
                      <a:r>
                        <a:rPr lang="en-US" sz="1600" baseline="0" dirty="0"/>
                        <a:t> </a:t>
                      </a:r>
                      <a:r>
                        <a:rPr lang="en-US" sz="1600" baseline="0" dirty="0" err="1"/>
                        <a:t>liệu</a:t>
                      </a:r>
                      <a:r>
                        <a:rPr lang="en-US" sz="1600" baseline="0" dirty="0"/>
                        <a:t> </a:t>
                      </a:r>
                      <a:r>
                        <a:rPr lang="en-US" sz="1600" baseline="0" dirty="0" err="1"/>
                        <a:t>và</a:t>
                      </a:r>
                      <a:r>
                        <a:rPr lang="en-US" sz="1600" baseline="0" dirty="0"/>
                        <a:t> </a:t>
                      </a:r>
                      <a:r>
                        <a:rPr lang="en-US" sz="1600" baseline="0" dirty="0" err="1"/>
                        <a:t>các</a:t>
                      </a:r>
                      <a:r>
                        <a:rPr lang="en-US" sz="1600" baseline="0" dirty="0"/>
                        <a:t> </a:t>
                      </a:r>
                      <a:r>
                        <a:rPr lang="en-US" sz="1600" baseline="0" dirty="0" err="1"/>
                        <a:t>nguồn</a:t>
                      </a:r>
                      <a:r>
                        <a:rPr lang="en-US" sz="1600" baseline="0" dirty="0"/>
                        <a:t> </a:t>
                      </a:r>
                      <a:r>
                        <a:rPr lang="en-US" sz="1600" baseline="0" dirty="0" err="1"/>
                        <a:t>lực</a:t>
                      </a:r>
                      <a:r>
                        <a:rPr lang="en-US" sz="1600" baseline="0" dirty="0"/>
                        <a:t> </a:t>
                      </a:r>
                      <a:r>
                        <a:rPr lang="en-US" sz="1600" baseline="0" dirty="0" err="1"/>
                        <a:t>khác</a:t>
                      </a:r>
                      <a:endParaRPr lang="en-US" sz="1600" baseline="0" dirty="0"/>
                    </a:p>
                    <a:p>
                      <a:pPr>
                        <a:lnSpc>
                          <a:spcPct val="130000"/>
                        </a:lnSpc>
                        <a:spcBef>
                          <a:spcPts val="0"/>
                        </a:spcBef>
                        <a:spcAft>
                          <a:spcPts val="0"/>
                        </a:spcAft>
                      </a:pPr>
                      <a:r>
                        <a:rPr lang="en-US" sz="1600" baseline="0" dirty="0" err="1"/>
                        <a:t>Các</a:t>
                      </a:r>
                      <a:r>
                        <a:rPr lang="en-US" sz="1600" baseline="0" dirty="0"/>
                        <a:t> </a:t>
                      </a:r>
                      <a:r>
                        <a:rPr lang="en-US" sz="1600" baseline="0" dirty="0" err="1"/>
                        <a:t>kế</a:t>
                      </a:r>
                      <a:r>
                        <a:rPr lang="en-US" sz="1600" baseline="0" dirty="0"/>
                        <a:t> </a:t>
                      </a:r>
                      <a:r>
                        <a:rPr lang="en-US" sz="1600" baseline="0" dirty="0" err="1"/>
                        <a:t>hoạch</a:t>
                      </a:r>
                      <a:r>
                        <a:rPr lang="en-US" sz="1600" baseline="0" dirty="0"/>
                        <a:t> </a:t>
                      </a:r>
                      <a:r>
                        <a:rPr lang="en-US" sz="1600" baseline="0" dirty="0" err="1"/>
                        <a:t>và</a:t>
                      </a:r>
                      <a:r>
                        <a:rPr lang="en-US" sz="1600" baseline="0" dirty="0"/>
                        <a:t> </a:t>
                      </a:r>
                      <a:r>
                        <a:rPr lang="en-US" sz="1600" baseline="0" dirty="0" err="1"/>
                        <a:t>thiết</a:t>
                      </a:r>
                      <a:r>
                        <a:rPr lang="en-US" sz="1600" baseline="0" dirty="0"/>
                        <a:t> </a:t>
                      </a:r>
                      <a:r>
                        <a:rPr lang="en-US" sz="1600" baseline="0" dirty="0" err="1"/>
                        <a:t>kế</a:t>
                      </a:r>
                      <a:r>
                        <a:rPr lang="en-US" sz="1600" baseline="0" dirty="0"/>
                        <a:t> </a:t>
                      </a:r>
                      <a:r>
                        <a:rPr lang="en-US" sz="1600" baseline="0" dirty="0" err="1"/>
                        <a:t>đã</a:t>
                      </a:r>
                      <a:r>
                        <a:rPr lang="en-US" sz="1600" baseline="0" dirty="0"/>
                        <a:t> </a:t>
                      </a:r>
                      <a:r>
                        <a:rPr lang="en-US" sz="1600" baseline="0" dirty="0" err="1"/>
                        <a:t>lập</a:t>
                      </a:r>
                      <a:endParaRPr lang="en-US" sz="1600" baseline="0" dirty="0"/>
                    </a:p>
                    <a:p>
                      <a:pPr>
                        <a:lnSpc>
                          <a:spcPct val="130000"/>
                        </a:lnSpc>
                        <a:spcBef>
                          <a:spcPts val="0"/>
                        </a:spcBef>
                        <a:spcAft>
                          <a:spcPts val="0"/>
                        </a:spcAft>
                      </a:pPr>
                      <a:r>
                        <a:rPr lang="en-US" sz="1600" baseline="0" dirty="0" err="1"/>
                        <a:t>Các</a:t>
                      </a:r>
                      <a:r>
                        <a:rPr lang="en-US" sz="1600" baseline="0" dirty="0"/>
                        <a:t> </a:t>
                      </a:r>
                      <a:r>
                        <a:rPr lang="en-US" sz="1600" baseline="0" dirty="0" err="1"/>
                        <a:t>tài</a:t>
                      </a:r>
                      <a:r>
                        <a:rPr lang="en-US" sz="1600" baseline="0" dirty="0"/>
                        <a:t> </a:t>
                      </a:r>
                      <a:r>
                        <a:rPr lang="en-US" sz="1600" baseline="0" dirty="0" err="1"/>
                        <a:t>sản</a:t>
                      </a:r>
                      <a:r>
                        <a:rPr lang="en-US" sz="1600" baseline="0" dirty="0"/>
                        <a:t> </a:t>
                      </a:r>
                      <a:r>
                        <a:rPr lang="en-US" sz="1600" baseline="0" dirty="0" err="1"/>
                        <a:t>tài</a:t>
                      </a:r>
                      <a:r>
                        <a:rPr lang="en-US" sz="1600" baseline="0" dirty="0"/>
                        <a:t> </a:t>
                      </a:r>
                      <a:r>
                        <a:rPr lang="en-US" sz="1600" baseline="0" dirty="0" err="1"/>
                        <a:t>chính</a:t>
                      </a:r>
                      <a:r>
                        <a:rPr lang="en-US" sz="1600" baseline="0" dirty="0"/>
                        <a:t> (</a:t>
                      </a:r>
                      <a:r>
                        <a:rPr lang="en-US" sz="1600" baseline="0" dirty="0" err="1"/>
                        <a:t>vốn</a:t>
                      </a:r>
                      <a:r>
                        <a:rPr lang="en-US" sz="1600" baseline="0" dirty="0"/>
                        <a:t>, </a:t>
                      </a:r>
                      <a:r>
                        <a:rPr lang="en-US" sz="1600" baseline="0" dirty="0" err="1"/>
                        <a:t>giá</a:t>
                      </a:r>
                      <a:r>
                        <a:rPr lang="en-US" sz="1600" baseline="0" dirty="0"/>
                        <a:t> </a:t>
                      </a:r>
                      <a:r>
                        <a:rPr lang="en-US" sz="1600" baseline="0" dirty="0" err="1"/>
                        <a:t>trị</a:t>
                      </a:r>
                      <a:r>
                        <a:rPr lang="en-US" sz="1600" baseline="0" dirty="0"/>
                        <a:t> </a:t>
                      </a:r>
                      <a:r>
                        <a:rPr lang="en-US" sz="1600" baseline="0" dirty="0" err="1"/>
                        <a:t>cổ</a:t>
                      </a:r>
                      <a:r>
                        <a:rPr lang="en-US" sz="1600" baseline="0" dirty="0"/>
                        <a:t> </a:t>
                      </a:r>
                      <a:r>
                        <a:rPr lang="en-US" sz="1600" baseline="0" dirty="0" err="1"/>
                        <a:t>phần</a:t>
                      </a:r>
                      <a:r>
                        <a:rPr lang="en-US" sz="1600" baseline="0" dirty="0"/>
                        <a:t>, </a:t>
                      </a:r>
                      <a:r>
                        <a:rPr lang="en-US" sz="1600" baseline="0" dirty="0" err="1"/>
                        <a:t>cổ</a:t>
                      </a:r>
                      <a:r>
                        <a:rPr lang="en-US" sz="1600" baseline="0" dirty="0"/>
                        <a:t> </a:t>
                      </a:r>
                      <a:r>
                        <a:rPr lang="en-US" sz="1600" baseline="0" dirty="0" err="1"/>
                        <a:t>phiếu</a:t>
                      </a:r>
                      <a:r>
                        <a:rPr lang="en-US" sz="1600" baseline="0" dirty="0"/>
                        <a:t>,…)</a:t>
                      </a:r>
                      <a:endParaRPr lang="en-US" sz="1600" dirty="0"/>
                    </a:p>
                  </a:txBody>
                  <a:tcPr/>
                </a:tc>
                <a:tc>
                  <a:txBody>
                    <a:bodyPr/>
                    <a:lstStyle/>
                    <a:p>
                      <a:pPr>
                        <a:lnSpc>
                          <a:spcPct val="130000"/>
                        </a:lnSpc>
                        <a:spcBef>
                          <a:spcPts val="0"/>
                        </a:spcBef>
                        <a:spcAft>
                          <a:spcPts val="0"/>
                        </a:spcAft>
                      </a:pPr>
                      <a:r>
                        <a:rPr lang="en-US" sz="1600" dirty="0" err="1"/>
                        <a:t>Giá</a:t>
                      </a:r>
                      <a:r>
                        <a:rPr lang="en-US" sz="1600" baseline="0" dirty="0"/>
                        <a:t> </a:t>
                      </a:r>
                      <a:r>
                        <a:rPr lang="en-US" sz="1600" baseline="0" dirty="0" err="1"/>
                        <a:t>thị</a:t>
                      </a:r>
                      <a:r>
                        <a:rPr lang="en-US" sz="1600" baseline="0" dirty="0"/>
                        <a:t> </a:t>
                      </a:r>
                      <a:r>
                        <a:rPr lang="en-US" sz="1600" baseline="0" dirty="0" err="1"/>
                        <a:t>trường</a:t>
                      </a:r>
                      <a:endParaRPr lang="en-US" sz="1600" baseline="0" dirty="0"/>
                    </a:p>
                    <a:p>
                      <a:pPr>
                        <a:lnSpc>
                          <a:spcPct val="130000"/>
                        </a:lnSpc>
                        <a:spcBef>
                          <a:spcPts val="0"/>
                        </a:spcBef>
                        <a:spcAft>
                          <a:spcPts val="0"/>
                        </a:spcAft>
                      </a:pPr>
                      <a:r>
                        <a:rPr lang="en-US" sz="1600" baseline="0" dirty="0"/>
                        <a:t>Chi </a:t>
                      </a:r>
                      <a:r>
                        <a:rPr lang="en-US" sz="1600" baseline="0" dirty="0" err="1"/>
                        <a:t>phí</a:t>
                      </a:r>
                      <a:r>
                        <a:rPr lang="en-US" sz="1600" baseline="0" dirty="0"/>
                        <a:t> </a:t>
                      </a:r>
                      <a:r>
                        <a:rPr lang="en-US" sz="1600" baseline="0" dirty="0" err="1"/>
                        <a:t>xây</a:t>
                      </a:r>
                      <a:r>
                        <a:rPr lang="en-US" sz="1600" baseline="0" dirty="0"/>
                        <a:t> </a:t>
                      </a:r>
                      <a:r>
                        <a:rPr lang="en-US" sz="1600" baseline="0" dirty="0" err="1"/>
                        <a:t>dựng</a:t>
                      </a:r>
                      <a:endParaRPr lang="en-US" sz="1600" baseline="0" dirty="0"/>
                    </a:p>
                    <a:p>
                      <a:pPr>
                        <a:lnSpc>
                          <a:spcPct val="130000"/>
                        </a:lnSpc>
                        <a:spcBef>
                          <a:spcPts val="0"/>
                        </a:spcBef>
                        <a:spcAft>
                          <a:spcPts val="0"/>
                        </a:spcAft>
                      </a:pPr>
                      <a:r>
                        <a:rPr lang="en-US" sz="1600" baseline="0" dirty="0"/>
                        <a:t>Chi </a:t>
                      </a:r>
                      <a:r>
                        <a:rPr lang="en-US" sz="1600" baseline="0" dirty="0" err="1"/>
                        <a:t>phí</a:t>
                      </a:r>
                      <a:r>
                        <a:rPr lang="en-US" sz="1600" baseline="0" dirty="0"/>
                        <a:t> </a:t>
                      </a:r>
                      <a:r>
                        <a:rPr lang="en-US" sz="1600" baseline="0" dirty="0" err="1"/>
                        <a:t>xây</a:t>
                      </a:r>
                      <a:r>
                        <a:rPr lang="en-US" sz="1600" baseline="0" dirty="0"/>
                        <a:t> </a:t>
                      </a:r>
                      <a:r>
                        <a:rPr lang="en-US" sz="1600" baseline="0" dirty="0" err="1"/>
                        <a:t>dựng</a:t>
                      </a:r>
                      <a:r>
                        <a:rPr lang="en-US" sz="1600" baseline="0" dirty="0"/>
                        <a:t> </a:t>
                      </a:r>
                      <a:r>
                        <a:rPr lang="en-US" sz="1600" baseline="0" dirty="0" err="1"/>
                        <a:t>được</a:t>
                      </a:r>
                      <a:r>
                        <a:rPr lang="en-US" sz="1600" baseline="0" dirty="0"/>
                        <a:t> </a:t>
                      </a:r>
                      <a:r>
                        <a:rPr lang="en-US" sz="1600" baseline="0" dirty="0" err="1"/>
                        <a:t>khấu</a:t>
                      </a:r>
                      <a:r>
                        <a:rPr lang="en-US" sz="1600" baseline="0" dirty="0"/>
                        <a:t> </a:t>
                      </a:r>
                      <a:r>
                        <a:rPr lang="en-US" sz="1600" baseline="0" dirty="0" err="1"/>
                        <a:t>hao</a:t>
                      </a:r>
                      <a:endParaRPr lang="en-US" sz="1600" baseline="0" dirty="0"/>
                    </a:p>
                    <a:p>
                      <a:pPr>
                        <a:lnSpc>
                          <a:spcPct val="130000"/>
                        </a:lnSpc>
                        <a:spcBef>
                          <a:spcPts val="0"/>
                        </a:spcBef>
                        <a:spcAft>
                          <a:spcPts val="0"/>
                        </a:spcAft>
                      </a:pPr>
                      <a:r>
                        <a:rPr lang="en-US" sz="1600" baseline="0" dirty="0"/>
                        <a:t>Chi </a:t>
                      </a:r>
                      <a:r>
                        <a:rPr lang="en-US" sz="1600" baseline="0" dirty="0" err="1"/>
                        <a:t>phí</a:t>
                      </a:r>
                      <a:r>
                        <a:rPr lang="en-US" sz="1600" baseline="0" dirty="0"/>
                        <a:t> </a:t>
                      </a:r>
                      <a:r>
                        <a:rPr lang="en-US" sz="1600" baseline="0" dirty="0" err="1"/>
                        <a:t>xây</a:t>
                      </a:r>
                      <a:r>
                        <a:rPr lang="en-US" sz="1600" baseline="0" dirty="0"/>
                        <a:t> </a:t>
                      </a:r>
                      <a:r>
                        <a:rPr lang="en-US" sz="1600" baseline="0" dirty="0" err="1"/>
                        <a:t>dựng</a:t>
                      </a:r>
                      <a:r>
                        <a:rPr lang="en-US" sz="1600" baseline="0" dirty="0"/>
                        <a:t> </a:t>
                      </a:r>
                      <a:r>
                        <a:rPr lang="en-US" sz="1600" baseline="0" dirty="0" err="1"/>
                        <a:t>được</a:t>
                      </a:r>
                      <a:r>
                        <a:rPr lang="en-US" sz="1600" baseline="0" dirty="0"/>
                        <a:t> </a:t>
                      </a:r>
                      <a:r>
                        <a:rPr lang="en-US" sz="1600" baseline="0" dirty="0" err="1"/>
                        <a:t>khấu</a:t>
                      </a:r>
                      <a:r>
                        <a:rPr lang="en-US" sz="1600" baseline="0" dirty="0"/>
                        <a:t> </a:t>
                      </a:r>
                      <a:r>
                        <a:rPr lang="en-US" sz="1600" baseline="0" dirty="0" err="1"/>
                        <a:t>hao</a:t>
                      </a:r>
                      <a:endParaRPr lang="en-US" sz="1600" baseline="0" dirty="0"/>
                    </a:p>
                    <a:p>
                      <a:pPr marL="0" marR="0" indent="0" algn="l" defTabSz="914400" rtl="0" eaLnBrk="1" fontAlgn="auto" latinLnBrk="0" hangingPunct="1">
                        <a:lnSpc>
                          <a:spcPct val="130000"/>
                        </a:lnSpc>
                        <a:spcBef>
                          <a:spcPts val="0"/>
                        </a:spcBef>
                        <a:spcAft>
                          <a:spcPts val="0"/>
                        </a:spcAft>
                        <a:buClrTx/>
                        <a:buSzTx/>
                        <a:buFontTx/>
                        <a:buNone/>
                        <a:tabLst/>
                        <a:defRPr/>
                      </a:pPr>
                      <a:r>
                        <a:rPr lang="en-US" sz="1600" baseline="0" dirty="0"/>
                        <a:t>Chi </a:t>
                      </a:r>
                      <a:r>
                        <a:rPr lang="en-US" sz="1600" baseline="0" dirty="0" err="1"/>
                        <a:t>phí</a:t>
                      </a:r>
                      <a:r>
                        <a:rPr lang="en-US" sz="1600" baseline="0" dirty="0"/>
                        <a:t> </a:t>
                      </a:r>
                      <a:r>
                        <a:rPr lang="en-US" sz="1600" baseline="0" dirty="0" err="1"/>
                        <a:t>xây</a:t>
                      </a:r>
                      <a:r>
                        <a:rPr lang="en-US" sz="1600" baseline="0" dirty="0"/>
                        <a:t> </a:t>
                      </a:r>
                      <a:r>
                        <a:rPr lang="en-US" sz="1600" baseline="0" dirty="0" err="1"/>
                        <a:t>dựng</a:t>
                      </a:r>
                      <a:r>
                        <a:rPr lang="en-US" sz="1600" baseline="0" dirty="0"/>
                        <a:t> </a:t>
                      </a:r>
                      <a:r>
                        <a:rPr lang="en-US" sz="1600" baseline="0" dirty="0" err="1"/>
                        <a:t>được</a:t>
                      </a:r>
                      <a:r>
                        <a:rPr lang="en-US" sz="1600" baseline="0" dirty="0"/>
                        <a:t> </a:t>
                      </a:r>
                      <a:r>
                        <a:rPr lang="en-US" sz="1600" baseline="0" dirty="0" err="1"/>
                        <a:t>khấu</a:t>
                      </a:r>
                      <a:r>
                        <a:rPr lang="en-US" sz="1600" baseline="0" dirty="0"/>
                        <a:t> </a:t>
                      </a:r>
                      <a:r>
                        <a:rPr lang="en-US" sz="1600" baseline="0" dirty="0" err="1"/>
                        <a:t>hao</a:t>
                      </a:r>
                      <a:endParaRPr lang="en-US" sz="1600" dirty="0"/>
                    </a:p>
                    <a:p>
                      <a:pPr marL="0" marR="0" indent="0" algn="l" defTabSz="914400" rtl="0" eaLnBrk="1" fontAlgn="auto" latinLnBrk="0" hangingPunct="1">
                        <a:lnSpc>
                          <a:spcPct val="130000"/>
                        </a:lnSpc>
                        <a:spcBef>
                          <a:spcPts val="0"/>
                        </a:spcBef>
                        <a:spcAft>
                          <a:spcPts val="0"/>
                        </a:spcAft>
                        <a:buClrTx/>
                        <a:buSzTx/>
                        <a:buFontTx/>
                        <a:buNone/>
                        <a:tabLst/>
                        <a:defRPr/>
                      </a:pPr>
                      <a:r>
                        <a:rPr lang="en-US" sz="1600" baseline="0" dirty="0"/>
                        <a:t>Chi </a:t>
                      </a:r>
                      <a:r>
                        <a:rPr lang="en-US" sz="1600" baseline="0" dirty="0" err="1"/>
                        <a:t>phí</a:t>
                      </a:r>
                      <a:r>
                        <a:rPr lang="en-US" sz="1600" baseline="0" dirty="0"/>
                        <a:t> </a:t>
                      </a:r>
                      <a:r>
                        <a:rPr lang="en-US" sz="1600" baseline="0" dirty="0" err="1"/>
                        <a:t>xây</a:t>
                      </a:r>
                      <a:r>
                        <a:rPr lang="en-US" sz="1600" baseline="0" dirty="0"/>
                        <a:t> </a:t>
                      </a:r>
                      <a:r>
                        <a:rPr lang="en-US" sz="1600" baseline="0" dirty="0" err="1"/>
                        <a:t>dựng</a:t>
                      </a:r>
                      <a:r>
                        <a:rPr lang="en-US" sz="1600" baseline="0" dirty="0"/>
                        <a:t> </a:t>
                      </a:r>
                      <a:r>
                        <a:rPr lang="en-US" sz="1600" baseline="0" dirty="0" err="1"/>
                        <a:t>được</a:t>
                      </a:r>
                      <a:r>
                        <a:rPr lang="en-US" sz="1600" baseline="0" dirty="0"/>
                        <a:t> </a:t>
                      </a:r>
                      <a:r>
                        <a:rPr lang="en-US" sz="1600" baseline="0" dirty="0" err="1"/>
                        <a:t>khấu</a:t>
                      </a:r>
                      <a:r>
                        <a:rPr lang="en-US" sz="1600" baseline="0" dirty="0"/>
                        <a:t> </a:t>
                      </a:r>
                      <a:r>
                        <a:rPr lang="en-US" sz="1600" baseline="0" dirty="0" err="1"/>
                        <a:t>hao</a:t>
                      </a:r>
                      <a:endParaRPr lang="en-US" sz="1600" dirty="0"/>
                    </a:p>
                    <a:p>
                      <a:pPr>
                        <a:lnSpc>
                          <a:spcPct val="130000"/>
                        </a:lnSpc>
                        <a:spcBef>
                          <a:spcPts val="0"/>
                        </a:spcBef>
                        <a:spcAft>
                          <a:spcPts val="0"/>
                        </a:spcAft>
                      </a:pPr>
                      <a:r>
                        <a:rPr lang="en-US" sz="1600" dirty="0" err="1"/>
                        <a:t>Giá</a:t>
                      </a:r>
                      <a:r>
                        <a:rPr lang="en-US" sz="1600" baseline="0" dirty="0"/>
                        <a:t> </a:t>
                      </a:r>
                      <a:r>
                        <a:rPr lang="en-US" sz="1600" baseline="0" dirty="0" err="1"/>
                        <a:t>thị</a:t>
                      </a:r>
                      <a:r>
                        <a:rPr lang="en-US" sz="1600" baseline="0" dirty="0"/>
                        <a:t> </a:t>
                      </a:r>
                      <a:r>
                        <a:rPr lang="en-US" sz="1600" baseline="0" dirty="0" err="1"/>
                        <a:t>trường</a:t>
                      </a:r>
                      <a:endParaRPr lang="en-US" sz="1600" baseline="0" dirty="0"/>
                    </a:p>
                    <a:p>
                      <a:pPr>
                        <a:lnSpc>
                          <a:spcPct val="130000"/>
                        </a:lnSpc>
                        <a:spcBef>
                          <a:spcPts val="0"/>
                        </a:spcBef>
                        <a:spcAft>
                          <a:spcPts val="0"/>
                        </a:spcAft>
                      </a:pPr>
                      <a:r>
                        <a:rPr lang="en-US" sz="1600" baseline="0" dirty="0" err="1"/>
                        <a:t>Giá</a:t>
                      </a:r>
                      <a:r>
                        <a:rPr lang="en-US" sz="1600" baseline="0" dirty="0"/>
                        <a:t> </a:t>
                      </a:r>
                      <a:r>
                        <a:rPr lang="en-US" sz="1600" baseline="0" dirty="0" err="1"/>
                        <a:t>thị</a:t>
                      </a:r>
                      <a:r>
                        <a:rPr lang="en-US" sz="1600" baseline="0" dirty="0"/>
                        <a:t> </a:t>
                      </a:r>
                      <a:r>
                        <a:rPr lang="en-US" sz="1600" baseline="0" dirty="0" err="1"/>
                        <a:t>trường</a:t>
                      </a:r>
                      <a:endParaRPr lang="en-US" sz="1600" baseline="0" dirty="0"/>
                    </a:p>
                    <a:p>
                      <a:pPr>
                        <a:lnSpc>
                          <a:spcPct val="130000"/>
                        </a:lnSpc>
                        <a:spcBef>
                          <a:spcPts val="0"/>
                        </a:spcBef>
                        <a:spcAft>
                          <a:spcPts val="0"/>
                        </a:spcAft>
                      </a:pPr>
                      <a:r>
                        <a:rPr lang="en-US" sz="1600" baseline="0" dirty="0" err="1"/>
                        <a:t>Giá</a:t>
                      </a:r>
                      <a:r>
                        <a:rPr lang="en-US" sz="1600" baseline="0" dirty="0"/>
                        <a:t> </a:t>
                      </a:r>
                      <a:r>
                        <a:rPr lang="en-US" sz="1600" baseline="0" dirty="0" err="1"/>
                        <a:t>thị</a:t>
                      </a:r>
                      <a:r>
                        <a:rPr lang="en-US" sz="1600" baseline="0" dirty="0"/>
                        <a:t> </a:t>
                      </a:r>
                      <a:r>
                        <a:rPr lang="en-US" sz="1600" baseline="0" dirty="0" err="1"/>
                        <a:t>trường</a:t>
                      </a:r>
                      <a:endParaRPr lang="en-US" sz="1600" baseline="0" dirty="0"/>
                    </a:p>
                    <a:p>
                      <a:pPr>
                        <a:lnSpc>
                          <a:spcPct val="130000"/>
                        </a:lnSpc>
                        <a:spcBef>
                          <a:spcPts val="0"/>
                        </a:spcBef>
                        <a:spcAft>
                          <a:spcPts val="0"/>
                        </a:spcAft>
                      </a:pPr>
                      <a:r>
                        <a:rPr lang="en-US" sz="1600" baseline="0" dirty="0"/>
                        <a:t>Chi </a:t>
                      </a:r>
                      <a:r>
                        <a:rPr lang="en-US" sz="1600" baseline="0" dirty="0" err="1"/>
                        <a:t>phí</a:t>
                      </a:r>
                      <a:r>
                        <a:rPr lang="en-US" sz="1600" baseline="0" dirty="0"/>
                        <a:t> </a:t>
                      </a:r>
                      <a:r>
                        <a:rPr lang="en-US" sz="1600" baseline="0" dirty="0" err="1"/>
                        <a:t>lập</a:t>
                      </a:r>
                      <a:r>
                        <a:rPr lang="en-US" sz="1600" baseline="0" dirty="0"/>
                        <a:t> </a:t>
                      </a:r>
                      <a:r>
                        <a:rPr lang="en-US" sz="1600" baseline="0" dirty="0" err="1"/>
                        <a:t>kế</a:t>
                      </a:r>
                      <a:r>
                        <a:rPr lang="en-US" sz="1600" baseline="0" dirty="0"/>
                        <a:t> </a:t>
                      </a:r>
                      <a:r>
                        <a:rPr lang="en-US" sz="1600" baseline="0" dirty="0" err="1"/>
                        <a:t>hoạch</a:t>
                      </a:r>
                      <a:r>
                        <a:rPr lang="en-US" sz="1600" baseline="0" dirty="0"/>
                        <a:t>, </a:t>
                      </a:r>
                      <a:r>
                        <a:rPr lang="en-US" sz="1600" baseline="0" dirty="0" err="1"/>
                        <a:t>thực</a:t>
                      </a:r>
                      <a:r>
                        <a:rPr lang="en-US" sz="1600" baseline="0" dirty="0"/>
                        <a:t> </a:t>
                      </a:r>
                      <a:r>
                        <a:rPr lang="en-US" sz="1600" baseline="0" dirty="0" err="1"/>
                        <a:t>hiện</a:t>
                      </a:r>
                      <a:r>
                        <a:rPr lang="en-US" sz="1600" baseline="0" dirty="0"/>
                        <a:t> </a:t>
                      </a:r>
                      <a:r>
                        <a:rPr lang="en-US" sz="1600" baseline="0" dirty="0" err="1"/>
                        <a:t>thiết</a:t>
                      </a:r>
                      <a:r>
                        <a:rPr lang="en-US" sz="1600" baseline="0" dirty="0"/>
                        <a:t> </a:t>
                      </a:r>
                      <a:r>
                        <a:rPr lang="en-US" sz="1600" baseline="0" dirty="0" err="1"/>
                        <a:t>kế</a:t>
                      </a:r>
                      <a:endParaRPr lang="en-US" sz="1600" baseline="0" dirty="0"/>
                    </a:p>
                    <a:p>
                      <a:pPr>
                        <a:lnSpc>
                          <a:spcPct val="130000"/>
                        </a:lnSpc>
                        <a:spcBef>
                          <a:spcPts val="0"/>
                        </a:spcBef>
                        <a:spcAft>
                          <a:spcPts val="0"/>
                        </a:spcAft>
                      </a:pPr>
                      <a:r>
                        <a:rPr lang="en-US" sz="1600" baseline="0" dirty="0" err="1"/>
                        <a:t>Giá</a:t>
                      </a:r>
                      <a:r>
                        <a:rPr lang="en-US" sz="1600" baseline="0" dirty="0"/>
                        <a:t> </a:t>
                      </a:r>
                      <a:r>
                        <a:rPr lang="en-US" sz="1600" baseline="0" dirty="0" err="1"/>
                        <a:t>trị</a:t>
                      </a:r>
                      <a:r>
                        <a:rPr lang="en-US" sz="1600" baseline="0" dirty="0"/>
                        <a:t> </a:t>
                      </a:r>
                      <a:r>
                        <a:rPr lang="en-US" sz="1600" baseline="0" dirty="0" err="1"/>
                        <a:t>tài</a:t>
                      </a:r>
                      <a:r>
                        <a:rPr lang="en-US" sz="1600" baseline="0" dirty="0"/>
                        <a:t> </a:t>
                      </a:r>
                      <a:r>
                        <a:rPr lang="en-US" sz="1600" baseline="0" dirty="0" err="1"/>
                        <a:t>chính</a:t>
                      </a:r>
                      <a:endParaRPr lang="en-US" sz="1600"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17312589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52400" y="1282961"/>
            <a:ext cx="8077200" cy="369332"/>
          </a:xfrm>
          <a:prstGeom prst="rect">
            <a:avLst/>
          </a:prstGeom>
        </p:spPr>
        <p:txBody>
          <a:bodyPr wrap="square">
            <a:spAutoFit/>
          </a:bodyPr>
          <a:lstStyle/>
          <a:p>
            <a:r>
              <a:rPr lang="en-US" b="1" i="1" dirty="0" err="1">
                <a:solidFill>
                  <a:srgbClr val="030405"/>
                </a:solidFill>
              </a:rPr>
              <a:t>Đường</a:t>
            </a:r>
            <a:r>
              <a:rPr lang="en-US" b="1" i="1" dirty="0">
                <a:solidFill>
                  <a:srgbClr val="030405"/>
                </a:solidFill>
              </a:rPr>
              <a:t> </a:t>
            </a:r>
            <a:r>
              <a:rPr lang="en-US" b="1" i="1" dirty="0" err="1">
                <a:solidFill>
                  <a:srgbClr val="030405"/>
                </a:solidFill>
              </a:rPr>
              <a:t>là</a:t>
            </a:r>
            <a:r>
              <a:rPr lang="en-US" b="1" i="1" dirty="0">
                <a:solidFill>
                  <a:srgbClr val="030405"/>
                </a:solidFill>
              </a:rPr>
              <a:t> </a:t>
            </a:r>
            <a:r>
              <a:rPr lang="en-US" b="1" i="1" dirty="0" err="1">
                <a:solidFill>
                  <a:srgbClr val="030405"/>
                </a:solidFill>
              </a:rPr>
              <a:t>tài</a:t>
            </a:r>
            <a:r>
              <a:rPr lang="en-US" b="1" i="1" dirty="0">
                <a:solidFill>
                  <a:srgbClr val="030405"/>
                </a:solidFill>
              </a:rPr>
              <a:t> </a:t>
            </a:r>
            <a:r>
              <a:rPr lang="en-US" b="1" i="1" dirty="0" err="1">
                <a:solidFill>
                  <a:srgbClr val="030405"/>
                </a:solidFill>
              </a:rPr>
              <a:t>sản</a:t>
            </a:r>
            <a:r>
              <a:rPr lang="en-US" b="1" i="1" dirty="0">
                <a:solidFill>
                  <a:srgbClr val="030405"/>
                </a:solidFill>
              </a:rPr>
              <a:t> – </a:t>
            </a:r>
            <a:r>
              <a:rPr lang="en-US" b="1" dirty="0" err="1"/>
              <a:t>Định</a:t>
            </a:r>
            <a:r>
              <a:rPr lang="en-US" b="1" dirty="0"/>
              <a:t> </a:t>
            </a:r>
            <a:r>
              <a:rPr lang="en-US" b="1" dirty="0" err="1"/>
              <a:t>giá</a:t>
            </a:r>
            <a:r>
              <a:rPr lang="en-US" b="1" dirty="0"/>
              <a:t> </a:t>
            </a:r>
            <a:r>
              <a:rPr lang="en-US" b="1" dirty="0" err="1"/>
              <a:t>tài</a:t>
            </a:r>
            <a:r>
              <a:rPr lang="en-US" b="1" dirty="0"/>
              <a:t> </a:t>
            </a:r>
            <a:r>
              <a:rPr lang="en-US" b="1" dirty="0" err="1"/>
              <a:t>sản</a:t>
            </a:r>
            <a:r>
              <a:rPr lang="en-US" b="1" dirty="0"/>
              <a:t> </a:t>
            </a:r>
            <a:r>
              <a:rPr lang="en-US" b="1" dirty="0" err="1"/>
              <a:t>hạ</a:t>
            </a:r>
            <a:r>
              <a:rPr lang="en-US" b="1" dirty="0"/>
              <a:t> </a:t>
            </a:r>
            <a:r>
              <a:rPr lang="en-US" b="1" dirty="0" err="1"/>
              <a:t>tầng</a:t>
            </a:r>
            <a:r>
              <a:rPr lang="en-US" b="1" dirty="0"/>
              <a:t> </a:t>
            </a:r>
            <a:r>
              <a:rPr lang="en-US" b="1" dirty="0" err="1"/>
              <a:t>đường</a:t>
            </a:r>
            <a:r>
              <a:rPr lang="en-US" b="1" dirty="0"/>
              <a:t> </a:t>
            </a:r>
            <a:r>
              <a:rPr lang="en-US" b="1" dirty="0" err="1"/>
              <a:t>bộ</a:t>
            </a:r>
            <a:endParaRPr lang="en-US" b="1" dirty="0"/>
          </a:p>
        </p:txBody>
      </p:sp>
      <p:sp>
        <p:nvSpPr>
          <p:cNvPr id="2" name="Rectangle 1"/>
          <p:cNvSpPr/>
          <p:nvPr/>
        </p:nvSpPr>
        <p:spPr>
          <a:xfrm>
            <a:off x="838200" y="1765354"/>
            <a:ext cx="7725698" cy="3314754"/>
          </a:xfrm>
          <a:prstGeom prst="rect">
            <a:avLst/>
          </a:prstGeom>
        </p:spPr>
        <p:txBody>
          <a:bodyPr wrap="square">
            <a:spAutoFit/>
          </a:bodyPr>
          <a:lstStyle/>
          <a:p>
            <a:pPr>
              <a:lnSpc>
                <a:spcPct val="120000"/>
              </a:lnSpc>
              <a:spcBef>
                <a:spcPts val="600"/>
              </a:spcBef>
            </a:pPr>
            <a:r>
              <a:rPr lang="en-US" b="1" i="1" dirty="0" err="1">
                <a:solidFill>
                  <a:schemeClr val="tx1">
                    <a:lumMod val="50000"/>
                  </a:schemeClr>
                </a:solidFill>
              </a:rPr>
              <a:t>Các</a:t>
            </a:r>
            <a:r>
              <a:rPr lang="en-US" b="1" i="1" dirty="0">
                <a:solidFill>
                  <a:schemeClr val="tx1">
                    <a:lumMod val="50000"/>
                  </a:schemeClr>
                </a:solidFill>
              </a:rPr>
              <a:t> </a:t>
            </a:r>
            <a:r>
              <a:rPr lang="en-US" b="1" i="1" dirty="0" err="1">
                <a:solidFill>
                  <a:schemeClr val="tx1">
                    <a:lumMod val="50000"/>
                  </a:schemeClr>
                </a:solidFill>
              </a:rPr>
              <a:t>cách</a:t>
            </a:r>
            <a:r>
              <a:rPr lang="en-US" b="1" i="1" dirty="0">
                <a:solidFill>
                  <a:schemeClr val="tx1">
                    <a:lumMod val="50000"/>
                  </a:schemeClr>
                </a:solidFill>
              </a:rPr>
              <a:t> </a:t>
            </a:r>
            <a:r>
              <a:rPr lang="en-US" b="1" i="1" dirty="0" err="1">
                <a:solidFill>
                  <a:schemeClr val="tx1">
                    <a:lumMod val="50000"/>
                  </a:schemeClr>
                </a:solidFill>
              </a:rPr>
              <a:t>tiếp</a:t>
            </a:r>
            <a:r>
              <a:rPr lang="en-US" b="1" i="1" dirty="0">
                <a:solidFill>
                  <a:schemeClr val="tx1">
                    <a:lumMod val="50000"/>
                  </a:schemeClr>
                </a:solidFill>
              </a:rPr>
              <a:t> </a:t>
            </a:r>
            <a:r>
              <a:rPr lang="en-US" b="1" i="1" dirty="0" err="1">
                <a:solidFill>
                  <a:schemeClr val="tx1">
                    <a:lumMod val="50000"/>
                  </a:schemeClr>
                </a:solidFill>
              </a:rPr>
              <a:t>cận</a:t>
            </a:r>
            <a:r>
              <a:rPr lang="en-US" b="1" i="1" dirty="0">
                <a:solidFill>
                  <a:schemeClr val="tx1">
                    <a:lumMod val="50000"/>
                  </a:schemeClr>
                </a:solidFill>
              </a:rPr>
              <a:t> </a:t>
            </a:r>
            <a:r>
              <a:rPr lang="en-US" b="1" i="1" dirty="0" err="1">
                <a:solidFill>
                  <a:schemeClr val="tx1">
                    <a:lumMod val="50000"/>
                  </a:schemeClr>
                </a:solidFill>
              </a:rPr>
              <a:t>định</a:t>
            </a:r>
            <a:r>
              <a:rPr lang="en-US" b="1" i="1" dirty="0">
                <a:solidFill>
                  <a:schemeClr val="tx1">
                    <a:lumMod val="50000"/>
                  </a:schemeClr>
                </a:solidFill>
              </a:rPr>
              <a:t> </a:t>
            </a:r>
            <a:r>
              <a:rPr lang="en-US" b="1" i="1" dirty="0" err="1">
                <a:solidFill>
                  <a:schemeClr val="tx1">
                    <a:lumMod val="50000"/>
                  </a:schemeClr>
                </a:solidFill>
              </a:rPr>
              <a:t>giá</a:t>
            </a:r>
            <a:r>
              <a:rPr lang="en-US" b="1" i="1" dirty="0">
                <a:solidFill>
                  <a:schemeClr val="tx1">
                    <a:lumMod val="50000"/>
                  </a:schemeClr>
                </a:solidFill>
              </a:rPr>
              <a:t> </a:t>
            </a:r>
            <a:r>
              <a:rPr lang="en-US" b="1" i="1" dirty="0" err="1">
                <a:solidFill>
                  <a:schemeClr val="tx1">
                    <a:lumMod val="50000"/>
                  </a:schemeClr>
                </a:solidFill>
              </a:rPr>
              <a:t>tài</a:t>
            </a:r>
            <a:r>
              <a:rPr lang="en-US" b="1" i="1" dirty="0">
                <a:solidFill>
                  <a:schemeClr val="tx1">
                    <a:lumMod val="50000"/>
                  </a:schemeClr>
                </a:solidFill>
              </a:rPr>
              <a:t> </a:t>
            </a:r>
            <a:r>
              <a:rPr lang="en-US" b="1" i="1" dirty="0" err="1">
                <a:solidFill>
                  <a:schemeClr val="tx1">
                    <a:lumMod val="50000"/>
                  </a:schemeClr>
                </a:solidFill>
              </a:rPr>
              <a:t>sản</a:t>
            </a:r>
            <a:r>
              <a:rPr lang="en-US" b="1" i="1" dirty="0">
                <a:solidFill>
                  <a:schemeClr val="tx1">
                    <a:lumMod val="50000"/>
                  </a:schemeClr>
                </a:solidFill>
              </a:rPr>
              <a:t> </a:t>
            </a:r>
            <a:r>
              <a:rPr lang="en-US" b="1" i="1" dirty="0" err="1">
                <a:solidFill>
                  <a:schemeClr val="tx1">
                    <a:lumMod val="50000"/>
                  </a:schemeClr>
                </a:solidFill>
              </a:rPr>
              <a:t>giao</a:t>
            </a:r>
            <a:r>
              <a:rPr lang="en-US" b="1" i="1" dirty="0">
                <a:solidFill>
                  <a:schemeClr val="tx1">
                    <a:lumMod val="50000"/>
                  </a:schemeClr>
                </a:solidFill>
              </a:rPr>
              <a:t> </a:t>
            </a:r>
            <a:r>
              <a:rPr lang="en-US" b="1" i="1" dirty="0" err="1">
                <a:solidFill>
                  <a:schemeClr val="tx1">
                    <a:lumMod val="50000"/>
                  </a:schemeClr>
                </a:solidFill>
              </a:rPr>
              <a:t>thông</a:t>
            </a:r>
            <a:r>
              <a:rPr lang="en-US" b="1" i="1" dirty="0">
                <a:solidFill>
                  <a:schemeClr val="tx1">
                    <a:lumMod val="50000"/>
                  </a:schemeClr>
                </a:solidFill>
              </a:rPr>
              <a:t> (hay </a:t>
            </a:r>
            <a:r>
              <a:rPr lang="en-US" b="1" i="1" dirty="0" err="1">
                <a:solidFill>
                  <a:schemeClr val="tx1">
                    <a:lumMod val="50000"/>
                  </a:schemeClr>
                </a:solidFill>
              </a:rPr>
              <a:t>giao</a:t>
            </a:r>
            <a:r>
              <a:rPr lang="en-US" b="1" i="1" dirty="0">
                <a:solidFill>
                  <a:schemeClr val="tx1">
                    <a:lumMod val="50000"/>
                  </a:schemeClr>
                </a:solidFill>
              </a:rPr>
              <a:t> </a:t>
            </a:r>
            <a:r>
              <a:rPr lang="en-US" b="1" i="1" dirty="0" err="1">
                <a:solidFill>
                  <a:schemeClr val="tx1">
                    <a:lumMod val="50000"/>
                  </a:schemeClr>
                </a:solidFill>
              </a:rPr>
              <a:t>thông</a:t>
            </a:r>
            <a:r>
              <a:rPr lang="en-US" b="1" i="1" dirty="0">
                <a:solidFill>
                  <a:schemeClr val="tx1">
                    <a:lumMod val="50000"/>
                  </a:schemeClr>
                </a:solidFill>
              </a:rPr>
              <a:t> </a:t>
            </a:r>
            <a:r>
              <a:rPr lang="en-US" b="1" i="1" dirty="0" err="1">
                <a:solidFill>
                  <a:schemeClr val="tx1">
                    <a:lumMod val="50000"/>
                  </a:schemeClr>
                </a:solidFill>
              </a:rPr>
              <a:t>đường</a:t>
            </a:r>
            <a:r>
              <a:rPr lang="en-US" b="1" i="1" dirty="0">
                <a:solidFill>
                  <a:schemeClr val="tx1">
                    <a:lumMod val="50000"/>
                  </a:schemeClr>
                </a:solidFill>
              </a:rPr>
              <a:t> </a:t>
            </a:r>
            <a:r>
              <a:rPr lang="en-US" b="1" i="1" dirty="0" err="1">
                <a:solidFill>
                  <a:schemeClr val="tx1">
                    <a:lumMod val="50000"/>
                  </a:schemeClr>
                </a:solidFill>
              </a:rPr>
              <a:t>bộ</a:t>
            </a:r>
            <a:r>
              <a:rPr lang="en-US" b="1" i="1" dirty="0">
                <a:solidFill>
                  <a:schemeClr val="tx1">
                    <a:lumMod val="50000"/>
                  </a:schemeClr>
                </a:solidFill>
              </a:rPr>
              <a:t>) </a:t>
            </a:r>
            <a:r>
              <a:rPr lang="en-US" b="1" i="1" dirty="0" err="1">
                <a:solidFill>
                  <a:schemeClr val="tx1">
                    <a:lumMod val="50000"/>
                  </a:schemeClr>
                </a:solidFill>
              </a:rPr>
              <a:t>bao</a:t>
            </a:r>
            <a:r>
              <a:rPr lang="en-US" b="1" i="1" dirty="0">
                <a:solidFill>
                  <a:schemeClr val="tx1">
                    <a:lumMod val="50000"/>
                  </a:schemeClr>
                </a:solidFill>
              </a:rPr>
              <a:t> </a:t>
            </a:r>
            <a:r>
              <a:rPr lang="en-US" b="1" i="1" dirty="0" err="1">
                <a:solidFill>
                  <a:schemeClr val="tx1">
                    <a:lumMod val="50000"/>
                  </a:schemeClr>
                </a:solidFill>
              </a:rPr>
              <a:t>gồm</a:t>
            </a:r>
            <a:r>
              <a:rPr lang="en-US" b="1" i="1" dirty="0">
                <a:solidFill>
                  <a:schemeClr val="tx1">
                    <a:lumMod val="50000"/>
                  </a:schemeClr>
                </a:solidFill>
              </a:rPr>
              <a:t>: </a:t>
            </a:r>
          </a:p>
          <a:p>
            <a:pPr>
              <a:lnSpc>
                <a:spcPct val="120000"/>
              </a:lnSpc>
              <a:spcBef>
                <a:spcPts val="600"/>
              </a:spcBef>
            </a:pPr>
            <a:r>
              <a:rPr lang="en-US" dirty="0">
                <a:solidFill>
                  <a:schemeClr val="tx1">
                    <a:lumMod val="50000"/>
                  </a:schemeClr>
                </a:solidFill>
              </a:rPr>
              <a:t>• </a:t>
            </a:r>
            <a:r>
              <a:rPr lang="en-US" i="1" dirty="0" err="1">
                <a:solidFill>
                  <a:srgbClr val="0070C0"/>
                </a:solidFill>
              </a:rPr>
              <a:t>Giá</a:t>
            </a:r>
            <a:r>
              <a:rPr lang="en-US" i="1" dirty="0">
                <a:solidFill>
                  <a:srgbClr val="0070C0"/>
                </a:solidFill>
              </a:rPr>
              <a:t> </a:t>
            </a:r>
            <a:r>
              <a:rPr lang="en-US" i="1" dirty="0" err="1">
                <a:solidFill>
                  <a:srgbClr val="0070C0"/>
                </a:solidFill>
              </a:rPr>
              <a:t>trị</a:t>
            </a:r>
            <a:r>
              <a:rPr lang="en-US" i="1" dirty="0">
                <a:solidFill>
                  <a:srgbClr val="0070C0"/>
                </a:solidFill>
              </a:rPr>
              <a:t> </a:t>
            </a:r>
            <a:r>
              <a:rPr lang="en-US" i="1" dirty="0" err="1">
                <a:solidFill>
                  <a:srgbClr val="0070C0"/>
                </a:solidFill>
              </a:rPr>
              <a:t>kinh</a:t>
            </a:r>
            <a:r>
              <a:rPr lang="en-US" i="1" dirty="0">
                <a:solidFill>
                  <a:srgbClr val="0070C0"/>
                </a:solidFill>
              </a:rPr>
              <a:t> </a:t>
            </a:r>
            <a:r>
              <a:rPr lang="en-US" i="1" dirty="0" err="1">
                <a:solidFill>
                  <a:srgbClr val="0070C0"/>
                </a:solidFill>
              </a:rPr>
              <a:t>tế</a:t>
            </a:r>
            <a:r>
              <a:rPr lang="en-US" i="1" dirty="0">
                <a:solidFill>
                  <a:srgbClr val="0070C0"/>
                </a:solidFill>
              </a:rPr>
              <a:t>: </a:t>
            </a:r>
            <a:r>
              <a:rPr lang="en-US" dirty="0" err="1">
                <a:solidFill>
                  <a:schemeClr val="tx1">
                    <a:lumMod val="50000"/>
                  </a:schemeClr>
                </a:solidFill>
              </a:rPr>
              <a:t>tính</a:t>
            </a:r>
            <a:r>
              <a:rPr lang="en-US" dirty="0">
                <a:solidFill>
                  <a:schemeClr val="tx1">
                    <a:lumMod val="50000"/>
                  </a:schemeClr>
                </a:solidFill>
              </a:rPr>
              <a:t> </a:t>
            </a:r>
            <a:r>
              <a:rPr lang="en-US" dirty="0" err="1">
                <a:solidFill>
                  <a:schemeClr val="tx1">
                    <a:lumMod val="50000"/>
                  </a:schemeClr>
                </a:solidFill>
              </a:rPr>
              <a:t>từ</a:t>
            </a:r>
            <a:r>
              <a:rPr lang="en-US" dirty="0">
                <a:solidFill>
                  <a:schemeClr val="tx1">
                    <a:lumMod val="50000"/>
                  </a:schemeClr>
                </a:solidFill>
              </a:rPr>
              <a:t> </a:t>
            </a:r>
            <a:r>
              <a:rPr lang="en-US" dirty="0" err="1">
                <a:solidFill>
                  <a:schemeClr val="tx1">
                    <a:lumMod val="50000"/>
                  </a:schemeClr>
                </a:solidFill>
              </a:rPr>
              <a:t>giá</a:t>
            </a:r>
            <a:r>
              <a:rPr lang="en-US" dirty="0">
                <a:solidFill>
                  <a:schemeClr val="tx1">
                    <a:lumMod val="50000"/>
                  </a:schemeClr>
                </a:solidFill>
              </a:rPr>
              <a:t> </a:t>
            </a:r>
            <a:r>
              <a:rPr lang="en-US" dirty="0" err="1">
                <a:solidFill>
                  <a:schemeClr val="tx1">
                    <a:lumMod val="50000"/>
                  </a:schemeClr>
                </a:solidFill>
              </a:rPr>
              <a:t>trị</a:t>
            </a:r>
            <a:r>
              <a:rPr lang="en-US" dirty="0">
                <a:solidFill>
                  <a:schemeClr val="tx1">
                    <a:lumMod val="50000"/>
                  </a:schemeClr>
                </a:solidFill>
              </a:rPr>
              <a:t> </a:t>
            </a:r>
            <a:r>
              <a:rPr lang="en-US" dirty="0" err="1">
                <a:solidFill>
                  <a:schemeClr val="tx1">
                    <a:lumMod val="50000"/>
                  </a:schemeClr>
                </a:solidFill>
              </a:rPr>
              <a:t>của</a:t>
            </a:r>
            <a:r>
              <a:rPr lang="en-US" dirty="0">
                <a:solidFill>
                  <a:schemeClr val="tx1">
                    <a:lumMod val="50000"/>
                  </a:schemeClr>
                </a:solidFill>
              </a:rPr>
              <a:t> </a:t>
            </a:r>
            <a:r>
              <a:rPr lang="en-US" dirty="0" err="1">
                <a:solidFill>
                  <a:schemeClr val="tx1">
                    <a:lumMod val="50000"/>
                  </a:schemeClr>
                </a:solidFill>
              </a:rPr>
              <a:t>tài</a:t>
            </a:r>
            <a:r>
              <a:rPr lang="en-US" dirty="0">
                <a:solidFill>
                  <a:schemeClr val="tx1">
                    <a:lumMod val="50000"/>
                  </a:schemeClr>
                </a:solidFill>
              </a:rPr>
              <a:t> </a:t>
            </a:r>
            <a:r>
              <a:rPr lang="en-US" dirty="0" err="1">
                <a:solidFill>
                  <a:schemeClr val="tx1">
                    <a:lumMod val="50000"/>
                  </a:schemeClr>
                </a:solidFill>
              </a:rPr>
              <a:t>sản</a:t>
            </a:r>
            <a:r>
              <a:rPr lang="en-US" dirty="0">
                <a:solidFill>
                  <a:schemeClr val="tx1">
                    <a:lumMod val="50000"/>
                  </a:schemeClr>
                </a:solidFill>
              </a:rPr>
              <a:t> </a:t>
            </a:r>
            <a:r>
              <a:rPr lang="en-US" dirty="0" err="1">
                <a:solidFill>
                  <a:schemeClr val="tx1">
                    <a:lumMod val="50000"/>
                  </a:schemeClr>
                </a:solidFill>
              </a:rPr>
              <a:t>đối</a:t>
            </a:r>
            <a:r>
              <a:rPr lang="en-US" dirty="0">
                <a:solidFill>
                  <a:schemeClr val="tx1">
                    <a:lumMod val="50000"/>
                  </a:schemeClr>
                </a:solidFill>
              </a:rPr>
              <a:t> </a:t>
            </a:r>
            <a:r>
              <a:rPr lang="en-US" dirty="0" err="1">
                <a:solidFill>
                  <a:schemeClr val="tx1">
                    <a:lumMod val="50000"/>
                  </a:schemeClr>
                </a:solidFill>
              </a:rPr>
              <a:t>với</a:t>
            </a:r>
            <a:r>
              <a:rPr lang="en-US" dirty="0">
                <a:solidFill>
                  <a:schemeClr val="tx1">
                    <a:lumMod val="50000"/>
                  </a:schemeClr>
                </a:solidFill>
              </a:rPr>
              <a:t> </a:t>
            </a:r>
            <a:r>
              <a:rPr lang="en-US" dirty="0" err="1">
                <a:solidFill>
                  <a:schemeClr val="tx1">
                    <a:lumMod val="50000"/>
                  </a:schemeClr>
                </a:solidFill>
              </a:rPr>
              <a:t>toàn</a:t>
            </a:r>
            <a:r>
              <a:rPr lang="en-US" dirty="0">
                <a:solidFill>
                  <a:schemeClr val="tx1">
                    <a:lumMod val="50000"/>
                  </a:schemeClr>
                </a:solidFill>
              </a:rPr>
              <a:t> </a:t>
            </a:r>
            <a:r>
              <a:rPr lang="en-US" dirty="0" err="1">
                <a:solidFill>
                  <a:schemeClr val="tx1">
                    <a:lumMod val="50000"/>
                  </a:schemeClr>
                </a:solidFill>
              </a:rPr>
              <a:t>bộ</a:t>
            </a:r>
            <a:r>
              <a:rPr lang="en-US" dirty="0">
                <a:solidFill>
                  <a:schemeClr val="tx1">
                    <a:lumMod val="50000"/>
                  </a:schemeClr>
                </a:solidFill>
              </a:rPr>
              <a:t> </a:t>
            </a:r>
            <a:r>
              <a:rPr lang="en-US" dirty="0" err="1">
                <a:solidFill>
                  <a:schemeClr val="tx1">
                    <a:lumMod val="50000"/>
                  </a:schemeClr>
                </a:solidFill>
              </a:rPr>
              <a:t>cộng</a:t>
            </a:r>
            <a:r>
              <a:rPr lang="en-US" dirty="0">
                <a:solidFill>
                  <a:schemeClr val="tx1">
                    <a:lumMod val="50000"/>
                  </a:schemeClr>
                </a:solidFill>
              </a:rPr>
              <a:t> </a:t>
            </a:r>
            <a:r>
              <a:rPr lang="en-US" dirty="0" err="1">
                <a:solidFill>
                  <a:schemeClr val="tx1">
                    <a:lumMod val="50000"/>
                  </a:schemeClr>
                </a:solidFill>
              </a:rPr>
              <a:t>đồng</a:t>
            </a:r>
            <a:r>
              <a:rPr lang="en-US" dirty="0">
                <a:solidFill>
                  <a:schemeClr val="tx1">
                    <a:lumMod val="50000"/>
                  </a:schemeClr>
                </a:solidFill>
              </a:rPr>
              <a:t> </a:t>
            </a:r>
            <a:r>
              <a:rPr lang="en-US" dirty="0" err="1">
                <a:solidFill>
                  <a:schemeClr val="tx1">
                    <a:lumMod val="50000"/>
                  </a:schemeClr>
                </a:solidFill>
              </a:rPr>
              <a:t>theo</a:t>
            </a:r>
            <a:r>
              <a:rPr lang="en-US" dirty="0">
                <a:solidFill>
                  <a:schemeClr val="tx1">
                    <a:lumMod val="50000"/>
                  </a:schemeClr>
                </a:solidFill>
              </a:rPr>
              <a:t> </a:t>
            </a:r>
            <a:r>
              <a:rPr lang="en-US" dirty="0" err="1">
                <a:solidFill>
                  <a:schemeClr val="tx1">
                    <a:lumMod val="50000"/>
                  </a:schemeClr>
                </a:solidFill>
              </a:rPr>
              <a:t>giá</a:t>
            </a:r>
            <a:r>
              <a:rPr lang="en-US" dirty="0">
                <a:solidFill>
                  <a:schemeClr val="tx1">
                    <a:lumMod val="50000"/>
                  </a:schemeClr>
                </a:solidFill>
              </a:rPr>
              <a:t> </a:t>
            </a:r>
            <a:r>
              <a:rPr lang="en-US" dirty="0" err="1">
                <a:solidFill>
                  <a:schemeClr val="tx1">
                    <a:lumMod val="50000"/>
                  </a:schemeClr>
                </a:solidFill>
              </a:rPr>
              <a:t>trị</a:t>
            </a:r>
            <a:r>
              <a:rPr lang="en-US" dirty="0">
                <a:solidFill>
                  <a:schemeClr val="tx1">
                    <a:lumMod val="50000"/>
                  </a:schemeClr>
                </a:solidFill>
              </a:rPr>
              <a:t> </a:t>
            </a:r>
            <a:r>
              <a:rPr lang="en-US" dirty="0" err="1">
                <a:solidFill>
                  <a:schemeClr val="tx1">
                    <a:lumMod val="50000"/>
                  </a:schemeClr>
                </a:solidFill>
              </a:rPr>
              <a:t>đối</a:t>
            </a:r>
            <a:r>
              <a:rPr lang="en-US" dirty="0">
                <a:solidFill>
                  <a:schemeClr val="tx1">
                    <a:lumMod val="50000"/>
                  </a:schemeClr>
                </a:solidFill>
              </a:rPr>
              <a:t> </a:t>
            </a:r>
            <a:r>
              <a:rPr lang="en-US" dirty="0" err="1">
                <a:solidFill>
                  <a:schemeClr val="tx1">
                    <a:lumMod val="50000"/>
                  </a:schemeClr>
                </a:solidFill>
              </a:rPr>
              <a:t>với</a:t>
            </a:r>
            <a:r>
              <a:rPr lang="en-US" dirty="0">
                <a:solidFill>
                  <a:schemeClr val="tx1">
                    <a:lumMod val="50000"/>
                  </a:schemeClr>
                </a:solidFill>
              </a:rPr>
              <a:t> </a:t>
            </a:r>
            <a:r>
              <a:rPr lang="en-US" dirty="0" err="1">
                <a:solidFill>
                  <a:schemeClr val="tx1">
                    <a:lumMod val="50000"/>
                  </a:schemeClr>
                </a:solidFill>
              </a:rPr>
              <a:t>sự</a:t>
            </a:r>
            <a:r>
              <a:rPr lang="en-US" dirty="0">
                <a:solidFill>
                  <a:schemeClr val="tx1">
                    <a:lumMod val="50000"/>
                  </a:schemeClr>
                </a:solidFill>
              </a:rPr>
              <a:t> </a:t>
            </a:r>
            <a:r>
              <a:rPr lang="en-US" dirty="0" err="1">
                <a:solidFill>
                  <a:schemeClr val="tx1">
                    <a:lumMod val="50000"/>
                  </a:schemeClr>
                </a:solidFill>
              </a:rPr>
              <a:t>vận</a:t>
            </a:r>
            <a:r>
              <a:rPr lang="en-US" dirty="0">
                <a:solidFill>
                  <a:schemeClr val="tx1">
                    <a:lumMod val="50000"/>
                  </a:schemeClr>
                </a:solidFill>
              </a:rPr>
              <a:t> </a:t>
            </a:r>
            <a:r>
              <a:rPr lang="en-US" dirty="0" err="1">
                <a:solidFill>
                  <a:schemeClr val="tx1">
                    <a:lumMod val="50000"/>
                  </a:schemeClr>
                </a:solidFill>
              </a:rPr>
              <a:t>chuyển</a:t>
            </a:r>
            <a:r>
              <a:rPr lang="en-US" dirty="0">
                <a:solidFill>
                  <a:schemeClr val="tx1">
                    <a:lumMod val="50000"/>
                  </a:schemeClr>
                </a:solidFill>
              </a:rPr>
              <a:t> </a:t>
            </a:r>
            <a:r>
              <a:rPr lang="en-US" dirty="0" err="1">
                <a:solidFill>
                  <a:schemeClr val="tx1">
                    <a:lumMod val="50000"/>
                  </a:schemeClr>
                </a:solidFill>
              </a:rPr>
              <a:t>hành</a:t>
            </a:r>
            <a:r>
              <a:rPr lang="en-US" dirty="0">
                <a:solidFill>
                  <a:schemeClr val="tx1">
                    <a:lumMod val="50000"/>
                  </a:schemeClr>
                </a:solidFill>
              </a:rPr>
              <a:t> </a:t>
            </a:r>
            <a:r>
              <a:rPr lang="en-US" dirty="0" err="1">
                <a:solidFill>
                  <a:schemeClr val="tx1">
                    <a:lumMod val="50000"/>
                  </a:schemeClr>
                </a:solidFill>
              </a:rPr>
              <a:t>khách</a:t>
            </a:r>
            <a:r>
              <a:rPr lang="en-US" dirty="0">
                <a:solidFill>
                  <a:schemeClr val="tx1">
                    <a:lumMod val="50000"/>
                  </a:schemeClr>
                </a:solidFill>
              </a:rPr>
              <a:t> </a:t>
            </a:r>
            <a:r>
              <a:rPr lang="en-US" dirty="0" err="1">
                <a:solidFill>
                  <a:schemeClr val="tx1">
                    <a:lumMod val="50000"/>
                  </a:schemeClr>
                </a:solidFill>
              </a:rPr>
              <a:t>và</a:t>
            </a:r>
            <a:r>
              <a:rPr lang="en-US" dirty="0">
                <a:solidFill>
                  <a:schemeClr val="tx1">
                    <a:lumMod val="50000"/>
                  </a:schemeClr>
                </a:solidFill>
              </a:rPr>
              <a:t> </a:t>
            </a:r>
            <a:r>
              <a:rPr lang="en-US" dirty="0" err="1">
                <a:solidFill>
                  <a:schemeClr val="tx1">
                    <a:lumMod val="50000"/>
                  </a:schemeClr>
                </a:solidFill>
              </a:rPr>
              <a:t>hàng</a:t>
            </a:r>
            <a:r>
              <a:rPr lang="en-US" dirty="0">
                <a:solidFill>
                  <a:schemeClr val="tx1">
                    <a:lumMod val="50000"/>
                  </a:schemeClr>
                </a:solidFill>
              </a:rPr>
              <a:t> </a:t>
            </a:r>
            <a:r>
              <a:rPr lang="en-US" dirty="0" err="1">
                <a:solidFill>
                  <a:schemeClr val="tx1">
                    <a:lumMod val="50000"/>
                  </a:schemeClr>
                </a:solidFill>
              </a:rPr>
              <a:t>hóa</a:t>
            </a:r>
            <a:r>
              <a:rPr lang="en-US" dirty="0">
                <a:solidFill>
                  <a:schemeClr val="tx1">
                    <a:lumMod val="50000"/>
                  </a:schemeClr>
                </a:solidFill>
              </a:rPr>
              <a:t>.</a:t>
            </a:r>
          </a:p>
          <a:p>
            <a:pPr>
              <a:lnSpc>
                <a:spcPct val="120000"/>
              </a:lnSpc>
              <a:spcBef>
                <a:spcPts val="600"/>
              </a:spcBef>
            </a:pPr>
            <a:r>
              <a:rPr lang="en-US" dirty="0">
                <a:solidFill>
                  <a:schemeClr val="tx1">
                    <a:lumMod val="50000"/>
                  </a:schemeClr>
                </a:solidFill>
              </a:rPr>
              <a:t>• </a:t>
            </a:r>
            <a:r>
              <a:rPr lang="en-US" i="1" dirty="0" err="1">
                <a:solidFill>
                  <a:srgbClr val="0070C0"/>
                </a:solidFill>
              </a:rPr>
              <a:t>Giá</a:t>
            </a:r>
            <a:r>
              <a:rPr lang="en-US" i="1" dirty="0">
                <a:solidFill>
                  <a:srgbClr val="0070C0"/>
                </a:solidFill>
              </a:rPr>
              <a:t> </a:t>
            </a:r>
            <a:r>
              <a:rPr lang="en-US" i="1" dirty="0" err="1">
                <a:solidFill>
                  <a:srgbClr val="0070C0"/>
                </a:solidFill>
              </a:rPr>
              <a:t>trị</a:t>
            </a:r>
            <a:r>
              <a:rPr lang="en-US" i="1" dirty="0">
                <a:solidFill>
                  <a:srgbClr val="0070C0"/>
                </a:solidFill>
              </a:rPr>
              <a:t> </a:t>
            </a:r>
            <a:r>
              <a:rPr lang="en-US" i="1" dirty="0" err="1">
                <a:solidFill>
                  <a:srgbClr val="0070C0"/>
                </a:solidFill>
              </a:rPr>
              <a:t>lịch</a:t>
            </a:r>
            <a:r>
              <a:rPr lang="en-US" i="1" dirty="0">
                <a:solidFill>
                  <a:srgbClr val="0070C0"/>
                </a:solidFill>
              </a:rPr>
              <a:t> </a:t>
            </a:r>
            <a:r>
              <a:rPr lang="en-US" i="1" dirty="0" err="1">
                <a:solidFill>
                  <a:srgbClr val="0070C0"/>
                </a:solidFill>
              </a:rPr>
              <a:t>sử</a:t>
            </a:r>
            <a:r>
              <a:rPr lang="en-US" i="1" dirty="0">
                <a:solidFill>
                  <a:srgbClr val="0070C0"/>
                </a:solidFill>
              </a:rPr>
              <a:t>: </a:t>
            </a:r>
            <a:r>
              <a:rPr lang="en-US" dirty="0" err="1">
                <a:solidFill>
                  <a:schemeClr val="tx1">
                    <a:lumMod val="50000"/>
                  </a:schemeClr>
                </a:solidFill>
              </a:rPr>
              <a:t>dựa</a:t>
            </a:r>
            <a:r>
              <a:rPr lang="en-US" dirty="0">
                <a:solidFill>
                  <a:schemeClr val="tx1">
                    <a:lumMod val="50000"/>
                  </a:schemeClr>
                </a:solidFill>
              </a:rPr>
              <a:t> </a:t>
            </a:r>
            <a:r>
              <a:rPr lang="en-US" dirty="0" err="1">
                <a:solidFill>
                  <a:schemeClr val="tx1">
                    <a:lumMod val="50000"/>
                  </a:schemeClr>
                </a:solidFill>
              </a:rPr>
              <a:t>trên</a:t>
            </a:r>
            <a:r>
              <a:rPr lang="en-US" dirty="0">
                <a:solidFill>
                  <a:schemeClr val="tx1">
                    <a:lumMod val="50000"/>
                  </a:schemeClr>
                </a:solidFill>
              </a:rPr>
              <a:t> chi </a:t>
            </a:r>
            <a:r>
              <a:rPr lang="en-US" dirty="0" err="1">
                <a:solidFill>
                  <a:schemeClr val="tx1">
                    <a:lumMod val="50000"/>
                  </a:schemeClr>
                </a:solidFill>
              </a:rPr>
              <a:t>phí</a:t>
            </a:r>
            <a:r>
              <a:rPr lang="en-US" dirty="0">
                <a:solidFill>
                  <a:schemeClr val="tx1">
                    <a:lumMod val="50000"/>
                  </a:schemeClr>
                </a:solidFill>
              </a:rPr>
              <a:t> </a:t>
            </a:r>
            <a:r>
              <a:rPr lang="en-US" dirty="0" err="1">
                <a:solidFill>
                  <a:schemeClr val="tx1">
                    <a:lumMod val="50000"/>
                  </a:schemeClr>
                </a:solidFill>
              </a:rPr>
              <a:t>tính</a:t>
            </a:r>
            <a:r>
              <a:rPr lang="en-US" dirty="0">
                <a:solidFill>
                  <a:schemeClr val="tx1">
                    <a:lumMod val="50000"/>
                  </a:schemeClr>
                </a:solidFill>
              </a:rPr>
              <a:t> </a:t>
            </a:r>
            <a:r>
              <a:rPr lang="en-US" dirty="0" err="1">
                <a:solidFill>
                  <a:schemeClr val="tx1">
                    <a:lumMod val="50000"/>
                  </a:schemeClr>
                </a:solidFill>
              </a:rPr>
              <a:t>toán</a:t>
            </a:r>
            <a:r>
              <a:rPr lang="en-US" dirty="0">
                <a:solidFill>
                  <a:schemeClr val="tx1">
                    <a:lumMod val="50000"/>
                  </a:schemeClr>
                </a:solidFill>
              </a:rPr>
              <a:t> </a:t>
            </a:r>
            <a:r>
              <a:rPr lang="en-US" dirty="0" err="1">
                <a:solidFill>
                  <a:schemeClr val="tx1">
                    <a:lumMod val="50000"/>
                  </a:schemeClr>
                </a:solidFill>
              </a:rPr>
              <a:t>cơ</a:t>
            </a:r>
            <a:r>
              <a:rPr lang="en-US" dirty="0">
                <a:solidFill>
                  <a:schemeClr val="tx1">
                    <a:lumMod val="50000"/>
                  </a:schemeClr>
                </a:solidFill>
              </a:rPr>
              <a:t> </a:t>
            </a:r>
            <a:r>
              <a:rPr lang="en-US" dirty="0" err="1">
                <a:solidFill>
                  <a:schemeClr val="tx1">
                    <a:lumMod val="50000"/>
                  </a:schemeClr>
                </a:solidFill>
              </a:rPr>
              <a:t>bản</a:t>
            </a:r>
            <a:r>
              <a:rPr lang="en-US" dirty="0">
                <a:solidFill>
                  <a:schemeClr val="tx1">
                    <a:lumMod val="50000"/>
                  </a:schemeClr>
                </a:solidFill>
              </a:rPr>
              <a:t>, </a:t>
            </a:r>
            <a:r>
              <a:rPr lang="en-US" dirty="0" err="1">
                <a:solidFill>
                  <a:schemeClr val="tx1">
                    <a:lumMod val="50000"/>
                  </a:schemeClr>
                </a:solidFill>
              </a:rPr>
              <a:t>là</a:t>
            </a:r>
            <a:r>
              <a:rPr lang="en-US" dirty="0">
                <a:solidFill>
                  <a:schemeClr val="tx1">
                    <a:lumMod val="50000"/>
                  </a:schemeClr>
                </a:solidFill>
              </a:rPr>
              <a:t> chi </a:t>
            </a:r>
            <a:r>
              <a:rPr lang="en-US" dirty="0" err="1">
                <a:solidFill>
                  <a:schemeClr val="tx1">
                    <a:lumMod val="50000"/>
                  </a:schemeClr>
                </a:solidFill>
              </a:rPr>
              <a:t>phí</a:t>
            </a:r>
            <a:r>
              <a:rPr lang="en-US" dirty="0">
                <a:solidFill>
                  <a:schemeClr val="tx1">
                    <a:lumMod val="50000"/>
                  </a:schemeClr>
                </a:solidFill>
              </a:rPr>
              <a:t> </a:t>
            </a:r>
            <a:r>
              <a:rPr lang="en-US" dirty="0" err="1">
                <a:solidFill>
                  <a:schemeClr val="tx1">
                    <a:lumMod val="50000"/>
                  </a:schemeClr>
                </a:solidFill>
              </a:rPr>
              <a:t>xây</a:t>
            </a:r>
            <a:r>
              <a:rPr lang="en-US" dirty="0">
                <a:solidFill>
                  <a:schemeClr val="tx1">
                    <a:lumMod val="50000"/>
                  </a:schemeClr>
                </a:solidFill>
              </a:rPr>
              <a:t> </a:t>
            </a:r>
            <a:r>
              <a:rPr lang="en-US" dirty="0" err="1">
                <a:solidFill>
                  <a:schemeClr val="tx1">
                    <a:lumMod val="50000"/>
                  </a:schemeClr>
                </a:solidFill>
              </a:rPr>
              <a:t>dựng</a:t>
            </a:r>
            <a:r>
              <a:rPr lang="en-US" dirty="0">
                <a:solidFill>
                  <a:schemeClr val="tx1">
                    <a:lumMod val="50000"/>
                  </a:schemeClr>
                </a:solidFill>
              </a:rPr>
              <a:t> ban </a:t>
            </a:r>
            <a:r>
              <a:rPr lang="en-US" dirty="0" err="1">
                <a:solidFill>
                  <a:schemeClr val="tx1">
                    <a:lumMod val="50000"/>
                  </a:schemeClr>
                </a:solidFill>
              </a:rPr>
              <a:t>đầu</a:t>
            </a:r>
            <a:r>
              <a:rPr lang="en-US" dirty="0">
                <a:solidFill>
                  <a:schemeClr val="tx1">
                    <a:lumMod val="50000"/>
                  </a:schemeClr>
                </a:solidFill>
              </a:rPr>
              <a:t> </a:t>
            </a:r>
            <a:r>
              <a:rPr lang="en-US" dirty="0" err="1">
                <a:solidFill>
                  <a:schemeClr val="tx1">
                    <a:lumMod val="50000"/>
                  </a:schemeClr>
                </a:solidFill>
              </a:rPr>
              <a:t>vào</a:t>
            </a:r>
            <a:r>
              <a:rPr lang="en-US" dirty="0">
                <a:solidFill>
                  <a:schemeClr val="tx1">
                    <a:lumMod val="50000"/>
                  </a:schemeClr>
                </a:solidFill>
              </a:rPr>
              <a:t> </a:t>
            </a:r>
            <a:r>
              <a:rPr lang="en-US" dirty="0" err="1">
                <a:solidFill>
                  <a:schemeClr val="tx1">
                    <a:lumMod val="50000"/>
                  </a:schemeClr>
                </a:solidFill>
              </a:rPr>
              <a:t>năm</a:t>
            </a:r>
            <a:r>
              <a:rPr lang="en-US" dirty="0">
                <a:solidFill>
                  <a:schemeClr val="tx1">
                    <a:lumMod val="50000"/>
                  </a:schemeClr>
                </a:solidFill>
              </a:rPr>
              <a:t> </a:t>
            </a:r>
            <a:r>
              <a:rPr lang="en-US" dirty="0" err="1">
                <a:solidFill>
                  <a:schemeClr val="tx1">
                    <a:lumMod val="50000"/>
                  </a:schemeClr>
                </a:solidFill>
              </a:rPr>
              <a:t>xây</a:t>
            </a:r>
            <a:r>
              <a:rPr lang="en-US" dirty="0">
                <a:solidFill>
                  <a:schemeClr val="tx1">
                    <a:lumMod val="50000"/>
                  </a:schemeClr>
                </a:solidFill>
              </a:rPr>
              <a:t> </a:t>
            </a:r>
            <a:r>
              <a:rPr lang="en-US" dirty="0" err="1">
                <a:solidFill>
                  <a:schemeClr val="tx1">
                    <a:lumMod val="50000"/>
                  </a:schemeClr>
                </a:solidFill>
              </a:rPr>
              <a:t>dựng</a:t>
            </a:r>
            <a:r>
              <a:rPr lang="en-US" dirty="0">
                <a:solidFill>
                  <a:schemeClr val="tx1">
                    <a:lumMod val="50000"/>
                  </a:schemeClr>
                </a:solidFill>
              </a:rPr>
              <a:t> (</a:t>
            </a:r>
            <a:r>
              <a:rPr lang="en-US" dirty="0" err="1">
                <a:solidFill>
                  <a:schemeClr val="tx1">
                    <a:lumMod val="50000"/>
                  </a:schemeClr>
                </a:solidFill>
              </a:rPr>
              <a:t>thông</a:t>
            </a:r>
            <a:r>
              <a:rPr lang="en-US" dirty="0">
                <a:solidFill>
                  <a:schemeClr val="tx1">
                    <a:lumMod val="50000"/>
                  </a:schemeClr>
                </a:solidFill>
              </a:rPr>
              <a:t> </a:t>
            </a:r>
            <a:r>
              <a:rPr lang="en-US" dirty="0" err="1">
                <a:solidFill>
                  <a:schemeClr val="tx1">
                    <a:lumMod val="50000"/>
                  </a:schemeClr>
                </a:solidFill>
              </a:rPr>
              <a:t>thường</a:t>
            </a:r>
            <a:r>
              <a:rPr lang="en-US" dirty="0">
                <a:solidFill>
                  <a:schemeClr val="tx1">
                    <a:lumMod val="50000"/>
                  </a:schemeClr>
                </a:solidFill>
              </a:rPr>
              <a:t> </a:t>
            </a:r>
            <a:r>
              <a:rPr lang="en-US" dirty="0" err="1">
                <a:solidFill>
                  <a:schemeClr val="tx1">
                    <a:lumMod val="50000"/>
                  </a:schemeClr>
                </a:solidFill>
              </a:rPr>
              <a:t>lấy</a:t>
            </a:r>
            <a:r>
              <a:rPr lang="en-US" dirty="0">
                <a:solidFill>
                  <a:schemeClr val="tx1">
                    <a:lumMod val="50000"/>
                  </a:schemeClr>
                </a:solidFill>
              </a:rPr>
              <a:t> </a:t>
            </a:r>
            <a:r>
              <a:rPr lang="en-US" dirty="0" err="1">
                <a:solidFill>
                  <a:schemeClr val="tx1">
                    <a:lumMod val="50000"/>
                  </a:schemeClr>
                </a:solidFill>
              </a:rPr>
              <a:t>từ</a:t>
            </a:r>
            <a:r>
              <a:rPr lang="en-US" dirty="0">
                <a:solidFill>
                  <a:schemeClr val="tx1">
                    <a:lumMod val="50000"/>
                  </a:schemeClr>
                </a:solidFill>
              </a:rPr>
              <a:t> chi </a:t>
            </a:r>
            <a:r>
              <a:rPr lang="en-US" dirty="0" err="1">
                <a:solidFill>
                  <a:schemeClr val="tx1">
                    <a:lumMod val="50000"/>
                  </a:schemeClr>
                </a:solidFill>
              </a:rPr>
              <a:t>phí</a:t>
            </a:r>
            <a:r>
              <a:rPr lang="en-US" dirty="0">
                <a:solidFill>
                  <a:schemeClr val="tx1">
                    <a:lumMod val="50000"/>
                  </a:schemeClr>
                </a:solidFill>
              </a:rPr>
              <a:t> </a:t>
            </a:r>
            <a:r>
              <a:rPr lang="en-US" dirty="0" err="1">
                <a:solidFill>
                  <a:schemeClr val="tx1">
                    <a:lumMod val="50000"/>
                  </a:schemeClr>
                </a:solidFill>
              </a:rPr>
              <a:t>xây</a:t>
            </a:r>
            <a:r>
              <a:rPr lang="en-US" dirty="0">
                <a:solidFill>
                  <a:schemeClr val="tx1">
                    <a:lumMod val="50000"/>
                  </a:schemeClr>
                </a:solidFill>
              </a:rPr>
              <a:t> </a:t>
            </a:r>
            <a:r>
              <a:rPr lang="en-US" dirty="0" err="1">
                <a:solidFill>
                  <a:schemeClr val="tx1">
                    <a:lumMod val="50000"/>
                  </a:schemeClr>
                </a:solidFill>
              </a:rPr>
              <a:t>lắp</a:t>
            </a:r>
            <a:r>
              <a:rPr lang="en-US" dirty="0">
                <a:solidFill>
                  <a:schemeClr val="tx1">
                    <a:lumMod val="50000"/>
                  </a:schemeClr>
                </a:solidFill>
              </a:rPr>
              <a:t> </a:t>
            </a:r>
            <a:r>
              <a:rPr lang="en-US" dirty="0" err="1">
                <a:solidFill>
                  <a:schemeClr val="tx1">
                    <a:lumMod val="50000"/>
                  </a:schemeClr>
                </a:solidFill>
              </a:rPr>
              <a:t>gốc</a:t>
            </a:r>
            <a:r>
              <a:rPr lang="en-US" dirty="0">
                <a:solidFill>
                  <a:schemeClr val="tx1">
                    <a:lumMod val="50000"/>
                  </a:schemeClr>
                </a:solidFill>
              </a:rPr>
              <a:t>)</a:t>
            </a:r>
          </a:p>
          <a:p>
            <a:pPr>
              <a:lnSpc>
                <a:spcPct val="120000"/>
              </a:lnSpc>
              <a:spcBef>
                <a:spcPts val="600"/>
              </a:spcBef>
            </a:pPr>
            <a:r>
              <a:rPr lang="en-US" dirty="0">
                <a:solidFill>
                  <a:schemeClr val="tx1">
                    <a:lumMod val="50000"/>
                  </a:schemeClr>
                </a:solidFill>
              </a:rPr>
              <a:t>• </a:t>
            </a:r>
            <a:r>
              <a:rPr lang="en-US" i="1" dirty="0">
                <a:solidFill>
                  <a:srgbClr val="0070C0"/>
                </a:solidFill>
              </a:rPr>
              <a:t>Chi </a:t>
            </a:r>
            <a:r>
              <a:rPr lang="en-US" i="1" dirty="0" err="1">
                <a:solidFill>
                  <a:srgbClr val="0070C0"/>
                </a:solidFill>
              </a:rPr>
              <a:t>phí</a:t>
            </a:r>
            <a:r>
              <a:rPr lang="en-US" i="1" dirty="0">
                <a:solidFill>
                  <a:srgbClr val="0070C0"/>
                </a:solidFill>
              </a:rPr>
              <a:t> </a:t>
            </a:r>
            <a:r>
              <a:rPr lang="en-US" i="1" dirty="0" err="1">
                <a:solidFill>
                  <a:srgbClr val="0070C0"/>
                </a:solidFill>
              </a:rPr>
              <a:t>khấu</a:t>
            </a:r>
            <a:r>
              <a:rPr lang="en-US" i="1" dirty="0">
                <a:solidFill>
                  <a:srgbClr val="0070C0"/>
                </a:solidFill>
              </a:rPr>
              <a:t> </a:t>
            </a:r>
            <a:r>
              <a:rPr lang="en-US" i="1" dirty="0" err="1">
                <a:solidFill>
                  <a:srgbClr val="0070C0"/>
                </a:solidFill>
              </a:rPr>
              <a:t>hao</a:t>
            </a:r>
            <a:r>
              <a:rPr lang="en-US" i="1" dirty="0">
                <a:solidFill>
                  <a:srgbClr val="0070C0"/>
                </a:solidFill>
              </a:rPr>
              <a:t> </a:t>
            </a:r>
            <a:r>
              <a:rPr lang="en-US" i="1" dirty="0" err="1">
                <a:solidFill>
                  <a:srgbClr val="0070C0"/>
                </a:solidFill>
              </a:rPr>
              <a:t>hiện</a:t>
            </a:r>
            <a:r>
              <a:rPr lang="en-US" i="1" dirty="0">
                <a:solidFill>
                  <a:srgbClr val="0070C0"/>
                </a:solidFill>
              </a:rPr>
              <a:t> </a:t>
            </a:r>
            <a:r>
              <a:rPr lang="en-US" i="1" dirty="0" err="1">
                <a:solidFill>
                  <a:srgbClr val="0070C0"/>
                </a:solidFill>
              </a:rPr>
              <a:t>tại</a:t>
            </a:r>
            <a:r>
              <a:rPr lang="en-US" i="1" dirty="0">
                <a:solidFill>
                  <a:srgbClr val="0070C0"/>
                </a:solidFill>
              </a:rPr>
              <a:t>: </a:t>
            </a:r>
            <a:r>
              <a:rPr lang="en-US" dirty="0" err="1">
                <a:solidFill>
                  <a:schemeClr val="tx1">
                    <a:lumMod val="50000"/>
                  </a:schemeClr>
                </a:solidFill>
              </a:rPr>
              <a:t>dự</a:t>
            </a:r>
            <a:r>
              <a:rPr lang="en-US" dirty="0">
                <a:solidFill>
                  <a:schemeClr val="tx1">
                    <a:lumMod val="50000"/>
                  </a:schemeClr>
                </a:solidFill>
              </a:rPr>
              <a:t> </a:t>
            </a:r>
            <a:r>
              <a:rPr lang="en-US" dirty="0" err="1">
                <a:solidFill>
                  <a:schemeClr val="tx1">
                    <a:lumMod val="50000"/>
                  </a:schemeClr>
                </a:solidFill>
              </a:rPr>
              <a:t>toán</a:t>
            </a:r>
            <a:r>
              <a:rPr lang="en-US" dirty="0">
                <a:solidFill>
                  <a:schemeClr val="tx1">
                    <a:lumMod val="50000"/>
                  </a:schemeClr>
                </a:solidFill>
              </a:rPr>
              <a:t> chi </a:t>
            </a:r>
            <a:r>
              <a:rPr lang="en-US" dirty="0" err="1">
                <a:solidFill>
                  <a:schemeClr val="tx1">
                    <a:lumMod val="50000"/>
                  </a:schemeClr>
                </a:solidFill>
              </a:rPr>
              <a:t>phí</a:t>
            </a:r>
            <a:r>
              <a:rPr lang="en-US" dirty="0">
                <a:solidFill>
                  <a:schemeClr val="tx1">
                    <a:lumMod val="50000"/>
                  </a:schemeClr>
                </a:solidFill>
              </a:rPr>
              <a:t> </a:t>
            </a:r>
            <a:r>
              <a:rPr lang="en-US" dirty="0" err="1">
                <a:solidFill>
                  <a:schemeClr val="tx1">
                    <a:lumMod val="50000"/>
                  </a:schemeClr>
                </a:solidFill>
              </a:rPr>
              <a:t>kỹ</a:t>
            </a:r>
            <a:r>
              <a:rPr lang="en-US" dirty="0">
                <a:solidFill>
                  <a:schemeClr val="tx1">
                    <a:lumMod val="50000"/>
                  </a:schemeClr>
                </a:solidFill>
              </a:rPr>
              <a:t> </a:t>
            </a:r>
            <a:r>
              <a:rPr lang="en-US" dirty="0" err="1">
                <a:solidFill>
                  <a:schemeClr val="tx1">
                    <a:lumMod val="50000"/>
                  </a:schemeClr>
                </a:solidFill>
              </a:rPr>
              <a:t>thuật</a:t>
            </a:r>
            <a:r>
              <a:rPr lang="en-US" dirty="0">
                <a:solidFill>
                  <a:schemeClr val="tx1">
                    <a:lumMod val="50000"/>
                  </a:schemeClr>
                </a:solidFill>
              </a:rPr>
              <a:t> </a:t>
            </a:r>
            <a:r>
              <a:rPr lang="en-US" dirty="0" err="1">
                <a:solidFill>
                  <a:schemeClr val="tx1">
                    <a:lumMod val="50000"/>
                  </a:schemeClr>
                </a:solidFill>
              </a:rPr>
              <a:t>để</a:t>
            </a:r>
            <a:r>
              <a:rPr lang="en-US" dirty="0">
                <a:solidFill>
                  <a:schemeClr val="tx1">
                    <a:lumMod val="50000"/>
                  </a:schemeClr>
                </a:solidFill>
              </a:rPr>
              <a:t> </a:t>
            </a:r>
            <a:r>
              <a:rPr lang="en-US" dirty="0" err="1">
                <a:solidFill>
                  <a:schemeClr val="tx1">
                    <a:lumMod val="50000"/>
                  </a:schemeClr>
                </a:solidFill>
              </a:rPr>
              <a:t>khấu</a:t>
            </a:r>
            <a:r>
              <a:rPr lang="en-US" dirty="0">
                <a:solidFill>
                  <a:schemeClr val="tx1">
                    <a:lumMod val="50000"/>
                  </a:schemeClr>
                </a:solidFill>
              </a:rPr>
              <a:t> </a:t>
            </a:r>
            <a:r>
              <a:rPr lang="en-US" dirty="0" err="1">
                <a:solidFill>
                  <a:schemeClr val="tx1">
                    <a:lumMod val="50000"/>
                  </a:schemeClr>
                </a:solidFill>
              </a:rPr>
              <a:t>hao</a:t>
            </a:r>
            <a:r>
              <a:rPr lang="en-US" dirty="0">
                <a:solidFill>
                  <a:schemeClr val="tx1">
                    <a:lumMod val="50000"/>
                  </a:schemeClr>
                </a:solidFill>
              </a:rPr>
              <a:t> </a:t>
            </a:r>
            <a:r>
              <a:rPr lang="en-US" dirty="0" err="1">
                <a:solidFill>
                  <a:schemeClr val="tx1">
                    <a:lumMod val="50000"/>
                  </a:schemeClr>
                </a:solidFill>
              </a:rPr>
              <a:t>tài</a:t>
            </a:r>
            <a:r>
              <a:rPr lang="en-US" dirty="0">
                <a:solidFill>
                  <a:schemeClr val="tx1">
                    <a:lumMod val="50000"/>
                  </a:schemeClr>
                </a:solidFill>
              </a:rPr>
              <a:t> </a:t>
            </a:r>
            <a:r>
              <a:rPr lang="en-US" dirty="0" err="1">
                <a:solidFill>
                  <a:schemeClr val="tx1">
                    <a:lumMod val="50000"/>
                  </a:schemeClr>
                </a:solidFill>
              </a:rPr>
              <a:t>sản</a:t>
            </a:r>
            <a:r>
              <a:rPr lang="en-US" dirty="0">
                <a:solidFill>
                  <a:schemeClr val="tx1">
                    <a:lumMod val="50000"/>
                  </a:schemeClr>
                </a:solidFill>
              </a:rPr>
              <a:t> </a:t>
            </a:r>
            <a:r>
              <a:rPr lang="en-US" dirty="0" err="1">
                <a:solidFill>
                  <a:schemeClr val="tx1">
                    <a:lumMod val="50000"/>
                  </a:schemeClr>
                </a:solidFill>
              </a:rPr>
              <a:t>theo</a:t>
            </a:r>
            <a:r>
              <a:rPr lang="en-US" dirty="0">
                <a:solidFill>
                  <a:schemeClr val="tx1">
                    <a:lumMod val="50000"/>
                  </a:schemeClr>
                </a:solidFill>
              </a:rPr>
              <a:t> </a:t>
            </a:r>
            <a:r>
              <a:rPr lang="en-US" dirty="0" err="1">
                <a:solidFill>
                  <a:schemeClr val="tx1">
                    <a:lumMod val="50000"/>
                  </a:schemeClr>
                </a:solidFill>
              </a:rPr>
              <a:t>giá</a:t>
            </a:r>
            <a:r>
              <a:rPr lang="en-US" dirty="0">
                <a:solidFill>
                  <a:schemeClr val="tx1">
                    <a:lumMod val="50000"/>
                  </a:schemeClr>
                </a:solidFill>
              </a:rPr>
              <a:t> </a:t>
            </a:r>
            <a:r>
              <a:rPr lang="en-US" dirty="0" err="1">
                <a:solidFill>
                  <a:schemeClr val="tx1">
                    <a:lumMod val="50000"/>
                  </a:schemeClr>
                </a:solidFill>
              </a:rPr>
              <a:t>thị</a:t>
            </a:r>
            <a:r>
              <a:rPr lang="en-US" dirty="0">
                <a:solidFill>
                  <a:schemeClr val="tx1">
                    <a:lumMod val="50000"/>
                  </a:schemeClr>
                </a:solidFill>
              </a:rPr>
              <a:t> </a:t>
            </a:r>
            <a:r>
              <a:rPr lang="en-US" dirty="0" err="1">
                <a:solidFill>
                  <a:schemeClr val="tx1">
                    <a:lumMod val="50000"/>
                  </a:schemeClr>
                </a:solidFill>
              </a:rPr>
              <a:t>trường</a:t>
            </a:r>
            <a:r>
              <a:rPr lang="en-US" dirty="0">
                <a:solidFill>
                  <a:schemeClr val="tx1">
                    <a:lumMod val="50000"/>
                  </a:schemeClr>
                </a:solidFill>
              </a:rPr>
              <a:t> </a:t>
            </a:r>
            <a:r>
              <a:rPr lang="en-US" dirty="0" err="1">
                <a:solidFill>
                  <a:schemeClr val="tx1">
                    <a:lumMod val="50000"/>
                  </a:schemeClr>
                </a:solidFill>
              </a:rPr>
              <a:t>hiện</a:t>
            </a:r>
            <a:r>
              <a:rPr lang="en-US" dirty="0">
                <a:solidFill>
                  <a:schemeClr val="tx1">
                    <a:lumMod val="50000"/>
                  </a:schemeClr>
                </a:solidFill>
              </a:rPr>
              <a:t> </a:t>
            </a:r>
            <a:r>
              <a:rPr lang="en-US" dirty="0" err="1">
                <a:solidFill>
                  <a:schemeClr val="tx1">
                    <a:lumMod val="50000"/>
                  </a:schemeClr>
                </a:solidFill>
              </a:rPr>
              <a:t>tại</a:t>
            </a:r>
            <a:r>
              <a:rPr lang="en-US" dirty="0">
                <a:solidFill>
                  <a:schemeClr val="tx1">
                    <a:lumMod val="50000"/>
                  </a:schemeClr>
                </a:solidFill>
              </a:rPr>
              <a:t> </a:t>
            </a:r>
            <a:r>
              <a:rPr lang="en-US" dirty="0" err="1">
                <a:solidFill>
                  <a:schemeClr val="tx1">
                    <a:lumMod val="50000"/>
                  </a:schemeClr>
                </a:solidFill>
              </a:rPr>
              <a:t>có</a:t>
            </a:r>
            <a:r>
              <a:rPr lang="en-US" dirty="0">
                <a:solidFill>
                  <a:schemeClr val="tx1">
                    <a:lumMod val="50000"/>
                  </a:schemeClr>
                </a:solidFill>
              </a:rPr>
              <a:t> </a:t>
            </a:r>
            <a:r>
              <a:rPr lang="en-US" dirty="0" err="1">
                <a:solidFill>
                  <a:schemeClr val="tx1">
                    <a:lumMod val="50000"/>
                  </a:schemeClr>
                </a:solidFill>
              </a:rPr>
              <a:t>tính</a:t>
            </a:r>
            <a:r>
              <a:rPr lang="en-US" dirty="0">
                <a:solidFill>
                  <a:schemeClr val="tx1">
                    <a:lumMod val="50000"/>
                  </a:schemeClr>
                </a:solidFill>
              </a:rPr>
              <a:t> </a:t>
            </a:r>
            <a:r>
              <a:rPr lang="en-US" dirty="0" err="1">
                <a:solidFill>
                  <a:schemeClr val="tx1">
                    <a:lumMod val="50000"/>
                  </a:schemeClr>
                </a:solidFill>
              </a:rPr>
              <a:t>đến</a:t>
            </a:r>
            <a:r>
              <a:rPr lang="en-US" dirty="0">
                <a:solidFill>
                  <a:schemeClr val="tx1">
                    <a:lumMod val="50000"/>
                  </a:schemeClr>
                </a:solidFill>
              </a:rPr>
              <a:t> </a:t>
            </a:r>
            <a:r>
              <a:rPr lang="en-US" dirty="0" err="1">
                <a:solidFill>
                  <a:schemeClr val="tx1">
                    <a:lumMod val="50000"/>
                  </a:schemeClr>
                </a:solidFill>
              </a:rPr>
              <a:t>ảnh</a:t>
            </a:r>
            <a:r>
              <a:rPr lang="en-US" dirty="0">
                <a:solidFill>
                  <a:schemeClr val="tx1">
                    <a:lumMod val="50000"/>
                  </a:schemeClr>
                </a:solidFill>
              </a:rPr>
              <a:t> </a:t>
            </a:r>
            <a:r>
              <a:rPr lang="en-US" dirty="0" err="1">
                <a:solidFill>
                  <a:schemeClr val="tx1">
                    <a:lumMod val="50000"/>
                  </a:schemeClr>
                </a:solidFill>
              </a:rPr>
              <a:t>hưởng</a:t>
            </a:r>
            <a:r>
              <a:rPr lang="en-US" dirty="0">
                <a:solidFill>
                  <a:schemeClr val="tx1">
                    <a:lumMod val="50000"/>
                  </a:schemeClr>
                </a:solidFill>
              </a:rPr>
              <a:t> </a:t>
            </a:r>
            <a:r>
              <a:rPr lang="en-US" dirty="0" err="1">
                <a:solidFill>
                  <a:schemeClr val="tx1">
                    <a:lumMod val="50000"/>
                  </a:schemeClr>
                </a:solidFill>
              </a:rPr>
              <a:t>tăng</a:t>
            </a:r>
            <a:r>
              <a:rPr lang="en-US" dirty="0">
                <a:solidFill>
                  <a:schemeClr val="tx1">
                    <a:lumMod val="50000"/>
                  </a:schemeClr>
                </a:solidFill>
              </a:rPr>
              <a:t> do </a:t>
            </a:r>
            <a:r>
              <a:rPr lang="en-US" dirty="0" err="1">
                <a:solidFill>
                  <a:schemeClr val="tx1">
                    <a:lumMod val="50000"/>
                  </a:schemeClr>
                </a:solidFill>
              </a:rPr>
              <a:t>cải</a:t>
            </a:r>
            <a:r>
              <a:rPr lang="en-US" dirty="0">
                <a:solidFill>
                  <a:schemeClr val="tx1">
                    <a:lumMod val="50000"/>
                  </a:schemeClr>
                </a:solidFill>
              </a:rPr>
              <a:t> </a:t>
            </a:r>
            <a:r>
              <a:rPr lang="en-US" dirty="0" err="1">
                <a:solidFill>
                  <a:schemeClr val="tx1">
                    <a:lumMod val="50000"/>
                  </a:schemeClr>
                </a:solidFill>
              </a:rPr>
              <a:t>tiến</a:t>
            </a:r>
            <a:r>
              <a:rPr lang="en-US" dirty="0">
                <a:solidFill>
                  <a:schemeClr val="tx1">
                    <a:lumMod val="50000"/>
                  </a:schemeClr>
                </a:solidFill>
              </a:rPr>
              <a:t> </a:t>
            </a:r>
            <a:r>
              <a:rPr lang="en-US" dirty="0" err="1">
                <a:solidFill>
                  <a:schemeClr val="tx1">
                    <a:lumMod val="50000"/>
                  </a:schemeClr>
                </a:solidFill>
              </a:rPr>
              <a:t>công</a:t>
            </a:r>
            <a:r>
              <a:rPr lang="en-US" dirty="0">
                <a:solidFill>
                  <a:schemeClr val="tx1">
                    <a:lumMod val="50000"/>
                  </a:schemeClr>
                </a:solidFill>
              </a:rPr>
              <a:t> </a:t>
            </a:r>
            <a:r>
              <a:rPr lang="en-US" dirty="0" err="1">
                <a:solidFill>
                  <a:schemeClr val="tx1">
                    <a:lumMod val="50000"/>
                  </a:schemeClr>
                </a:solidFill>
              </a:rPr>
              <a:t>nghệ</a:t>
            </a:r>
            <a:r>
              <a:rPr lang="en-US" dirty="0">
                <a:solidFill>
                  <a:schemeClr val="tx1">
                    <a:lumMod val="50000"/>
                  </a:schemeClr>
                </a:solidFill>
              </a:rPr>
              <a:t>.</a:t>
            </a:r>
          </a:p>
        </p:txBody>
      </p:sp>
      <p:sp>
        <p:nvSpPr>
          <p:cNvPr id="6" name="Rectangle 6"/>
          <p:cNvSpPr>
            <a:spLocks noChangeArrowheads="1"/>
          </p:cNvSpPr>
          <p:nvPr/>
        </p:nvSpPr>
        <p:spPr bwMode="auto">
          <a:xfrm>
            <a:off x="342900" y="328861"/>
            <a:ext cx="612795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spcBef>
                <a:spcPct val="50000"/>
              </a:spcBef>
            </a:pPr>
            <a:r>
              <a:rPr lang="en-US" sz="2000" b="1" dirty="0" err="1">
                <a:solidFill>
                  <a:srgbClr val="FF0000"/>
                </a:solidFill>
              </a:rPr>
              <a:t>Quản</a:t>
            </a:r>
            <a:r>
              <a:rPr lang="en-US" sz="2000" b="1" dirty="0">
                <a:solidFill>
                  <a:srgbClr val="FF0000"/>
                </a:solidFill>
              </a:rPr>
              <a:t> </a:t>
            </a:r>
            <a:r>
              <a:rPr lang="en-US" sz="2000" b="1" dirty="0" err="1">
                <a:solidFill>
                  <a:srgbClr val="FF0000"/>
                </a:solidFill>
              </a:rPr>
              <a:t>lý</a:t>
            </a:r>
            <a:r>
              <a:rPr lang="en-US" sz="2000" b="1" dirty="0">
                <a:solidFill>
                  <a:srgbClr val="FF0000"/>
                </a:solidFill>
              </a:rPr>
              <a:t> </a:t>
            </a:r>
            <a:r>
              <a:rPr lang="en-US" sz="2000" b="1" dirty="0" err="1">
                <a:solidFill>
                  <a:srgbClr val="FF0000"/>
                </a:solidFill>
              </a:rPr>
              <a:t>Tài</a:t>
            </a:r>
            <a:r>
              <a:rPr lang="en-US" sz="2000" b="1" dirty="0">
                <a:solidFill>
                  <a:srgbClr val="FF0000"/>
                </a:solidFill>
              </a:rPr>
              <a:t> </a:t>
            </a:r>
            <a:r>
              <a:rPr lang="en-US" sz="2000" b="1" dirty="0" err="1">
                <a:solidFill>
                  <a:srgbClr val="FF0000"/>
                </a:solidFill>
              </a:rPr>
              <a:t>sản</a:t>
            </a:r>
            <a:r>
              <a:rPr lang="en-US" sz="2000" b="1" dirty="0">
                <a:solidFill>
                  <a:srgbClr val="FF0000"/>
                </a:solidFill>
              </a:rPr>
              <a:t> </a:t>
            </a:r>
            <a:r>
              <a:rPr lang="en-US" sz="2000" b="1" dirty="0" err="1">
                <a:solidFill>
                  <a:srgbClr val="FF0000"/>
                </a:solidFill>
              </a:rPr>
              <a:t>Hạ</a:t>
            </a:r>
            <a:r>
              <a:rPr lang="en-US" sz="2000" b="1" dirty="0">
                <a:solidFill>
                  <a:srgbClr val="FF0000"/>
                </a:solidFill>
              </a:rPr>
              <a:t> </a:t>
            </a:r>
            <a:r>
              <a:rPr lang="en-US" sz="2000" b="1" dirty="0" err="1">
                <a:solidFill>
                  <a:srgbClr val="FF0000"/>
                </a:solidFill>
              </a:rPr>
              <a:t>tầng</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a:t>
            </a:r>
            <a:r>
              <a:rPr lang="en-US" sz="2000" b="1" dirty="0" err="1">
                <a:solidFill>
                  <a:srgbClr val="FF0000"/>
                </a:solidFill>
              </a:rPr>
              <a:t>bộ</a:t>
            </a:r>
            <a:endParaRPr lang="en-US" sz="2000" b="1" dirty="0">
              <a:solidFill>
                <a:srgbClr val="FF0000"/>
              </a:solidFill>
            </a:endParaRPr>
          </a:p>
        </p:txBody>
      </p:sp>
    </p:spTree>
    <p:extLst>
      <p:ext uri="{BB962C8B-B14F-4D97-AF65-F5344CB8AC3E}">
        <p14:creationId xmlns:p14="http://schemas.microsoft.com/office/powerpoint/2010/main" val="98092521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52400" y="1201886"/>
            <a:ext cx="8077200" cy="369332"/>
          </a:xfrm>
          <a:prstGeom prst="rect">
            <a:avLst/>
          </a:prstGeom>
        </p:spPr>
        <p:txBody>
          <a:bodyPr wrap="square">
            <a:spAutoFit/>
          </a:bodyPr>
          <a:lstStyle/>
          <a:p>
            <a:r>
              <a:rPr lang="en-US" b="1" i="1" dirty="0" err="1">
                <a:solidFill>
                  <a:srgbClr val="030405"/>
                </a:solidFill>
              </a:rPr>
              <a:t>Đường</a:t>
            </a:r>
            <a:r>
              <a:rPr lang="en-US" b="1" i="1" dirty="0">
                <a:solidFill>
                  <a:srgbClr val="030405"/>
                </a:solidFill>
              </a:rPr>
              <a:t> </a:t>
            </a:r>
            <a:r>
              <a:rPr lang="en-US" b="1" i="1" dirty="0" err="1">
                <a:solidFill>
                  <a:srgbClr val="030405"/>
                </a:solidFill>
              </a:rPr>
              <a:t>là</a:t>
            </a:r>
            <a:r>
              <a:rPr lang="en-US" b="1" i="1" dirty="0">
                <a:solidFill>
                  <a:srgbClr val="030405"/>
                </a:solidFill>
              </a:rPr>
              <a:t> </a:t>
            </a:r>
            <a:r>
              <a:rPr lang="en-US" b="1" i="1" dirty="0" err="1">
                <a:solidFill>
                  <a:srgbClr val="030405"/>
                </a:solidFill>
              </a:rPr>
              <a:t>tài</a:t>
            </a:r>
            <a:r>
              <a:rPr lang="en-US" b="1" i="1" dirty="0">
                <a:solidFill>
                  <a:srgbClr val="030405"/>
                </a:solidFill>
              </a:rPr>
              <a:t> </a:t>
            </a:r>
            <a:r>
              <a:rPr lang="en-US" b="1" i="1" dirty="0" err="1">
                <a:solidFill>
                  <a:srgbClr val="030405"/>
                </a:solidFill>
              </a:rPr>
              <a:t>sản</a:t>
            </a:r>
            <a:r>
              <a:rPr lang="en-US" b="1" i="1" dirty="0">
                <a:solidFill>
                  <a:srgbClr val="030405"/>
                </a:solidFill>
              </a:rPr>
              <a:t> – </a:t>
            </a:r>
            <a:r>
              <a:rPr lang="en-US" b="1" i="1" dirty="0" err="1">
                <a:solidFill>
                  <a:srgbClr val="030405"/>
                </a:solidFill>
              </a:rPr>
              <a:t>khấu</a:t>
            </a:r>
            <a:r>
              <a:rPr lang="en-US" b="1" i="1" dirty="0">
                <a:solidFill>
                  <a:srgbClr val="030405"/>
                </a:solidFill>
              </a:rPr>
              <a:t> </a:t>
            </a:r>
            <a:r>
              <a:rPr lang="en-US" b="1" i="1" dirty="0" err="1">
                <a:solidFill>
                  <a:srgbClr val="030405"/>
                </a:solidFill>
              </a:rPr>
              <a:t>hao</a:t>
            </a:r>
            <a:r>
              <a:rPr lang="en-US" b="1" i="1" dirty="0">
                <a:solidFill>
                  <a:srgbClr val="030405"/>
                </a:solidFill>
              </a:rPr>
              <a:t> </a:t>
            </a:r>
            <a:r>
              <a:rPr lang="en-US" b="1" i="1" dirty="0" err="1">
                <a:solidFill>
                  <a:srgbClr val="030405"/>
                </a:solidFill>
              </a:rPr>
              <a:t>tài</a:t>
            </a:r>
            <a:r>
              <a:rPr lang="en-US" b="1" i="1" dirty="0">
                <a:solidFill>
                  <a:srgbClr val="030405"/>
                </a:solidFill>
              </a:rPr>
              <a:t> </a:t>
            </a:r>
            <a:r>
              <a:rPr lang="en-US" b="1" i="1" dirty="0" err="1">
                <a:solidFill>
                  <a:srgbClr val="030405"/>
                </a:solidFill>
              </a:rPr>
              <a:t>sản</a:t>
            </a:r>
            <a:r>
              <a:rPr lang="en-US" b="1" i="1" dirty="0">
                <a:solidFill>
                  <a:srgbClr val="030405"/>
                </a:solidFill>
              </a:rPr>
              <a:t> </a:t>
            </a:r>
            <a:r>
              <a:rPr lang="en-US" b="1" i="1" dirty="0" err="1">
                <a:solidFill>
                  <a:srgbClr val="030405"/>
                </a:solidFill>
              </a:rPr>
              <a:t>đường</a:t>
            </a:r>
            <a:r>
              <a:rPr lang="en-US" b="1" i="1" dirty="0">
                <a:solidFill>
                  <a:srgbClr val="030405"/>
                </a:solidFill>
              </a:rPr>
              <a:t> </a:t>
            </a:r>
            <a:r>
              <a:rPr lang="en-US" b="1" i="1" dirty="0" err="1">
                <a:solidFill>
                  <a:srgbClr val="030405"/>
                </a:solidFill>
              </a:rPr>
              <a:t>bộ</a:t>
            </a:r>
            <a:r>
              <a:rPr lang="en-US" b="1" i="1" dirty="0">
                <a:solidFill>
                  <a:srgbClr val="030405"/>
                </a:solidFill>
              </a:rPr>
              <a:t> </a:t>
            </a:r>
            <a:endParaRPr lang="en-US" b="1" dirty="0"/>
          </a:p>
        </p:txBody>
      </p:sp>
      <p:sp>
        <p:nvSpPr>
          <p:cNvPr id="2" name="Rectangle 1"/>
          <p:cNvSpPr/>
          <p:nvPr/>
        </p:nvSpPr>
        <p:spPr>
          <a:xfrm>
            <a:off x="609600" y="1564091"/>
            <a:ext cx="8229600" cy="1154162"/>
          </a:xfrm>
          <a:prstGeom prst="rect">
            <a:avLst/>
          </a:prstGeom>
        </p:spPr>
        <p:txBody>
          <a:bodyPr wrap="square">
            <a:spAutoFit/>
          </a:bodyPr>
          <a:lstStyle/>
          <a:p>
            <a:pPr>
              <a:spcBef>
                <a:spcPts val="600"/>
              </a:spcBef>
            </a:pPr>
            <a:r>
              <a:rPr lang="en-US" sz="1600" dirty="0"/>
              <a:t>• </a:t>
            </a:r>
            <a:r>
              <a:rPr lang="en-US" sz="1600" b="1" i="1" dirty="0" err="1"/>
              <a:t>Khấu</a:t>
            </a:r>
            <a:r>
              <a:rPr lang="en-US" sz="1600" b="1" i="1" dirty="0"/>
              <a:t> </a:t>
            </a:r>
            <a:r>
              <a:rPr lang="en-US" sz="1600" b="1" i="1" dirty="0" err="1"/>
              <a:t>hao</a:t>
            </a:r>
            <a:r>
              <a:rPr lang="en-US" sz="1600" b="1" i="1" dirty="0"/>
              <a:t> </a:t>
            </a:r>
            <a:r>
              <a:rPr lang="en-US" sz="1600" b="1" i="1" dirty="0" err="1"/>
              <a:t>theo</a:t>
            </a:r>
            <a:r>
              <a:rPr lang="en-US" sz="1600" b="1" i="1" dirty="0"/>
              <a:t> </a:t>
            </a:r>
            <a:r>
              <a:rPr lang="en-US" sz="1600" b="1" i="1" dirty="0" err="1"/>
              <a:t>đường</a:t>
            </a:r>
            <a:r>
              <a:rPr lang="en-US" sz="1600" b="1" i="1" dirty="0"/>
              <a:t> </a:t>
            </a:r>
            <a:r>
              <a:rPr lang="en-US" sz="1600" b="1" i="1" dirty="0" err="1"/>
              <a:t>tuyến</a:t>
            </a:r>
            <a:r>
              <a:rPr lang="en-US" sz="1600" b="1" i="1" dirty="0"/>
              <a:t> </a:t>
            </a:r>
            <a:r>
              <a:rPr lang="en-US" sz="1600" b="1" i="1" dirty="0" err="1"/>
              <a:t>tính</a:t>
            </a:r>
            <a:r>
              <a:rPr lang="en-US" sz="1600" dirty="0"/>
              <a:t>: </a:t>
            </a:r>
            <a:r>
              <a:rPr lang="en-US" sz="1600" dirty="0" err="1"/>
              <a:t>giá</a:t>
            </a:r>
            <a:r>
              <a:rPr lang="en-US" sz="1600" dirty="0"/>
              <a:t> </a:t>
            </a:r>
            <a:r>
              <a:rPr lang="en-US" sz="1600" dirty="0" err="1"/>
              <a:t>trị</a:t>
            </a:r>
            <a:r>
              <a:rPr lang="en-US" sz="1600" dirty="0"/>
              <a:t> </a:t>
            </a:r>
            <a:r>
              <a:rPr lang="en-US" sz="1600" dirty="0" err="1"/>
              <a:t>tài</a:t>
            </a:r>
            <a:r>
              <a:rPr lang="en-US" sz="1600" dirty="0"/>
              <a:t> </a:t>
            </a:r>
            <a:r>
              <a:rPr lang="en-US" sz="1600" dirty="0" err="1"/>
              <a:t>sản</a:t>
            </a:r>
            <a:r>
              <a:rPr lang="en-US" sz="1600" dirty="0"/>
              <a:t> </a:t>
            </a:r>
            <a:r>
              <a:rPr lang="en-US" sz="1600" dirty="0" err="1"/>
              <a:t>khấu</a:t>
            </a:r>
            <a:r>
              <a:rPr lang="en-US" sz="1600" dirty="0"/>
              <a:t> </a:t>
            </a:r>
            <a:r>
              <a:rPr lang="en-US" sz="1600" dirty="0" err="1"/>
              <a:t>hao</a:t>
            </a:r>
            <a:r>
              <a:rPr lang="en-US" sz="1600" dirty="0"/>
              <a:t> </a:t>
            </a:r>
            <a:r>
              <a:rPr lang="en-US" sz="1600" dirty="0" err="1"/>
              <a:t>với</a:t>
            </a:r>
            <a:r>
              <a:rPr lang="en-US" sz="1600" dirty="0"/>
              <a:t> </a:t>
            </a:r>
            <a:r>
              <a:rPr lang="en-US" sz="1600" dirty="0" err="1"/>
              <a:t>tỉ</a:t>
            </a:r>
            <a:r>
              <a:rPr lang="en-US" sz="1600" dirty="0"/>
              <a:t> </a:t>
            </a:r>
            <a:r>
              <a:rPr lang="en-US" sz="1600" dirty="0" err="1"/>
              <a:t>lệ</a:t>
            </a:r>
            <a:r>
              <a:rPr lang="en-US" sz="1600" dirty="0"/>
              <a:t> </a:t>
            </a:r>
            <a:r>
              <a:rPr lang="en-US" sz="1600" dirty="0" err="1"/>
              <a:t>cố</a:t>
            </a:r>
            <a:r>
              <a:rPr lang="en-US" sz="1600" dirty="0"/>
              <a:t> </a:t>
            </a:r>
            <a:r>
              <a:rPr lang="en-US" sz="1600" dirty="0" err="1"/>
              <a:t>định</a:t>
            </a:r>
            <a:r>
              <a:rPr lang="en-US" sz="1600" dirty="0"/>
              <a:t> </a:t>
            </a:r>
            <a:r>
              <a:rPr lang="en-US" sz="1600" dirty="0" err="1"/>
              <a:t>theo</a:t>
            </a:r>
            <a:r>
              <a:rPr lang="en-US" sz="1600" dirty="0"/>
              <a:t> </a:t>
            </a:r>
            <a:r>
              <a:rPr lang="en-US" sz="1600" dirty="0" err="1"/>
              <a:t>thời</a:t>
            </a:r>
            <a:r>
              <a:rPr lang="en-US" sz="1600" dirty="0"/>
              <a:t> </a:t>
            </a:r>
            <a:r>
              <a:rPr lang="en-US" sz="1600" dirty="0" err="1"/>
              <a:t>gian</a:t>
            </a:r>
            <a:endParaRPr lang="en-US" sz="1600" dirty="0"/>
          </a:p>
          <a:p>
            <a:pPr>
              <a:spcBef>
                <a:spcPts val="600"/>
              </a:spcBef>
            </a:pPr>
            <a:r>
              <a:rPr lang="en-US" sz="1600" dirty="0"/>
              <a:t>• </a:t>
            </a:r>
            <a:r>
              <a:rPr lang="en-US" sz="1600" b="1" i="1" dirty="0" err="1"/>
              <a:t>Khấu</a:t>
            </a:r>
            <a:r>
              <a:rPr lang="en-US" sz="1600" b="1" i="1" dirty="0"/>
              <a:t> </a:t>
            </a:r>
            <a:r>
              <a:rPr lang="en-US" sz="1600" b="1" i="1" dirty="0" err="1"/>
              <a:t>hao</a:t>
            </a:r>
            <a:r>
              <a:rPr lang="en-US" sz="1600" b="1" i="1" dirty="0"/>
              <a:t> </a:t>
            </a:r>
            <a:r>
              <a:rPr lang="en-US" sz="1600" b="1" i="1" dirty="0" err="1"/>
              <a:t>theo</a:t>
            </a:r>
            <a:r>
              <a:rPr lang="en-US" sz="1600" b="1" i="1" dirty="0"/>
              <a:t> </a:t>
            </a:r>
            <a:r>
              <a:rPr lang="en-US" sz="1600" b="1" i="1" dirty="0" err="1"/>
              <a:t>tình</a:t>
            </a:r>
            <a:r>
              <a:rPr lang="en-US" sz="1600" b="1" i="1" dirty="0"/>
              <a:t> </a:t>
            </a:r>
            <a:r>
              <a:rPr lang="en-US" sz="1600" b="1" i="1" dirty="0" err="1"/>
              <a:t>trạng</a:t>
            </a:r>
            <a:r>
              <a:rPr lang="en-US" sz="1600" b="1" i="1" dirty="0"/>
              <a:t> </a:t>
            </a:r>
            <a:r>
              <a:rPr lang="en-US" sz="1600" b="1" i="1" dirty="0" err="1"/>
              <a:t>gốc</a:t>
            </a:r>
            <a:r>
              <a:rPr lang="en-US" sz="1600" dirty="0"/>
              <a:t>: </a:t>
            </a:r>
            <a:r>
              <a:rPr lang="en-US" sz="1600" dirty="0" err="1"/>
              <a:t>khi</a:t>
            </a:r>
            <a:r>
              <a:rPr lang="en-US" sz="1600" dirty="0"/>
              <a:t> </a:t>
            </a:r>
            <a:r>
              <a:rPr lang="en-US" sz="1600" dirty="0" err="1"/>
              <a:t>giá</a:t>
            </a:r>
            <a:r>
              <a:rPr lang="en-US" sz="1600" dirty="0"/>
              <a:t> </a:t>
            </a:r>
            <a:r>
              <a:rPr lang="en-US" sz="1600" dirty="0" err="1"/>
              <a:t>trị</a:t>
            </a:r>
            <a:r>
              <a:rPr lang="en-US" sz="1600" dirty="0"/>
              <a:t> </a:t>
            </a:r>
            <a:r>
              <a:rPr lang="en-US" sz="1600" dirty="0" err="1"/>
              <a:t>của</a:t>
            </a:r>
            <a:r>
              <a:rPr lang="en-US" sz="1600" dirty="0"/>
              <a:t> </a:t>
            </a:r>
            <a:r>
              <a:rPr lang="en-US" sz="1600" dirty="0" err="1"/>
              <a:t>tài</a:t>
            </a:r>
            <a:r>
              <a:rPr lang="en-US" sz="1600" dirty="0"/>
              <a:t> </a:t>
            </a:r>
            <a:r>
              <a:rPr lang="en-US" sz="1600" dirty="0" err="1"/>
              <a:t>sản</a:t>
            </a:r>
            <a:r>
              <a:rPr lang="en-US" sz="1600" dirty="0"/>
              <a:t> </a:t>
            </a:r>
            <a:r>
              <a:rPr lang="en-US" sz="1600" dirty="0" err="1"/>
              <a:t>khấu</a:t>
            </a:r>
            <a:r>
              <a:rPr lang="en-US" sz="1600" dirty="0"/>
              <a:t> </a:t>
            </a:r>
            <a:r>
              <a:rPr lang="en-US" sz="1600" dirty="0" err="1"/>
              <a:t>hao</a:t>
            </a:r>
            <a:r>
              <a:rPr lang="en-US" sz="1600" dirty="0"/>
              <a:t> </a:t>
            </a:r>
            <a:r>
              <a:rPr lang="en-US" sz="1600" dirty="0" err="1"/>
              <a:t>phụ</a:t>
            </a:r>
            <a:r>
              <a:rPr lang="en-US" sz="1600" dirty="0"/>
              <a:t> </a:t>
            </a:r>
            <a:r>
              <a:rPr lang="en-US" sz="1600" dirty="0" err="1"/>
              <a:t>thuộc</a:t>
            </a:r>
            <a:r>
              <a:rPr lang="en-US" sz="1600" dirty="0"/>
              <a:t> </a:t>
            </a:r>
            <a:r>
              <a:rPr lang="en-US" sz="1600" dirty="0" err="1"/>
              <a:t>vào</a:t>
            </a:r>
            <a:r>
              <a:rPr lang="en-US" sz="1600" dirty="0"/>
              <a:t> </a:t>
            </a:r>
            <a:r>
              <a:rPr lang="en-US" sz="1600" dirty="0" err="1"/>
              <a:t>tình</a:t>
            </a:r>
            <a:r>
              <a:rPr lang="en-US" sz="1600" dirty="0"/>
              <a:t> </a:t>
            </a:r>
            <a:r>
              <a:rPr lang="en-US" sz="1600" dirty="0" err="1"/>
              <a:t>trạng</a:t>
            </a:r>
            <a:r>
              <a:rPr lang="en-US" sz="1600" dirty="0"/>
              <a:t> </a:t>
            </a:r>
            <a:r>
              <a:rPr lang="en-US" sz="1600" dirty="0" err="1"/>
              <a:t>công</a:t>
            </a:r>
            <a:r>
              <a:rPr lang="en-US" sz="1600" dirty="0"/>
              <a:t> </a:t>
            </a:r>
            <a:r>
              <a:rPr lang="en-US" sz="1600" dirty="0" err="1"/>
              <a:t>trình</a:t>
            </a:r>
            <a:r>
              <a:rPr lang="en-US" sz="1600" dirty="0"/>
              <a:t> .</a:t>
            </a: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8818" y="2895600"/>
            <a:ext cx="4855622" cy="3484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a:spLocks noChangeArrowheads="1"/>
          </p:cNvSpPr>
          <p:nvPr/>
        </p:nvSpPr>
        <p:spPr bwMode="auto">
          <a:xfrm>
            <a:off x="342900" y="328861"/>
            <a:ext cx="612795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spcBef>
                <a:spcPct val="50000"/>
              </a:spcBef>
            </a:pPr>
            <a:r>
              <a:rPr lang="en-US" sz="2000" b="1" dirty="0" err="1">
                <a:solidFill>
                  <a:srgbClr val="FF0000"/>
                </a:solidFill>
              </a:rPr>
              <a:t>Quản</a:t>
            </a:r>
            <a:r>
              <a:rPr lang="en-US" sz="2000" b="1" dirty="0">
                <a:solidFill>
                  <a:srgbClr val="FF0000"/>
                </a:solidFill>
              </a:rPr>
              <a:t> </a:t>
            </a:r>
            <a:r>
              <a:rPr lang="en-US" sz="2000" b="1" dirty="0" err="1">
                <a:solidFill>
                  <a:srgbClr val="FF0000"/>
                </a:solidFill>
              </a:rPr>
              <a:t>lý</a:t>
            </a:r>
            <a:r>
              <a:rPr lang="en-US" sz="2000" b="1" dirty="0">
                <a:solidFill>
                  <a:srgbClr val="FF0000"/>
                </a:solidFill>
              </a:rPr>
              <a:t> </a:t>
            </a:r>
            <a:r>
              <a:rPr lang="en-US" sz="2000" b="1" dirty="0" err="1">
                <a:solidFill>
                  <a:srgbClr val="FF0000"/>
                </a:solidFill>
              </a:rPr>
              <a:t>Tài</a:t>
            </a:r>
            <a:r>
              <a:rPr lang="en-US" sz="2000" b="1" dirty="0">
                <a:solidFill>
                  <a:srgbClr val="FF0000"/>
                </a:solidFill>
              </a:rPr>
              <a:t> </a:t>
            </a:r>
            <a:r>
              <a:rPr lang="en-US" sz="2000" b="1" dirty="0" err="1">
                <a:solidFill>
                  <a:srgbClr val="FF0000"/>
                </a:solidFill>
              </a:rPr>
              <a:t>sản</a:t>
            </a:r>
            <a:r>
              <a:rPr lang="en-US" sz="2000" b="1" dirty="0">
                <a:solidFill>
                  <a:srgbClr val="FF0000"/>
                </a:solidFill>
              </a:rPr>
              <a:t> </a:t>
            </a:r>
            <a:r>
              <a:rPr lang="en-US" sz="2000" b="1" dirty="0" err="1">
                <a:solidFill>
                  <a:srgbClr val="FF0000"/>
                </a:solidFill>
              </a:rPr>
              <a:t>Hạ</a:t>
            </a:r>
            <a:r>
              <a:rPr lang="en-US" sz="2000" b="1" dirty="0">
                <a:solidFill>
                  <a:srgbClr val="FF0000"/>
                </a:solidFill>
              </a:rPr>
              <a:t> </a:t>
            </a:r>
            <a:r>
              <a:rPr lang="en-US" sz="2000" b="1" dirty="0" err="1">
                <a:solidFill>
                  <a:srgbClr val="FF0000"/>
                </a:solidFill>
              </a:rPr>
              <a:t>tầng</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a:t>
            </a:r>
            <a:r>
              <a:rPr lang="en-US" sz="2000" b="1" dirty="0" err="1">
                <a:solidFill>
                  <a:srgbClr val="FF0000"/>
                </a:solidFill>
              </a:rPr>
              <a:t>bộ</a:t>
            </a:r>
            <a:endParaRPr lang="en-US" sz="2000" b="1" dirty="0">
              <a:solidFill>
                <a:srgbClr val="FF0000"/>
              </a:solidFill>
            </a:endParaRPr>
          </a:p>
        </p:txBody>
      </p:sp>
    </p:spTree>
    <p:extLst>
      <p:ext uri="{BB962C8B-B14F-4D97-AF65-F5344CB8AC3E}">
        <p14:creationId xmlns:p14="http://schemas.microsoft.com/office/powerpoint/2010/main" val="98589271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2900" y="1263395"/>
            <a:ext cx="7725698" cy="394210"/>
          </a:xfrm>
          <a:prstGeom prst="rect">
            <a:avLst/>
          </a:prstGeom>
        </p:spPr>
        <p:txBody>
          <a:bodyPr wrap="square">
            <a:spAutoFit/>
          </a:bodyPr>
          <a:lstStyle/>
          <a:p>
            <a:pPr>
              <a:lnSpc>
                <a:spcPct val="120000"/>
              </a:lnSpc>
              <a:spcBef>
                <a:spcPts val="600"/>
              </a:spcBef>
            </a:pPr>
            <a:r>
              <a:rPr lang="en-US" b="1" i="1" dirty="0" err="1">
                <a:solidFill>
                  <a:srgbClr val="030405"/>
                </a:solidFill>
              </a:rPr>
              <a:t>Đường</a:t>
            </a:r>
            <a:r>
              <a:rPr lang="en-US" b="1" i="1" dirty="0">
                <a:solidFill>
                  <a:srgbClr val="030405"/>
                </a:solidFill>
              </a:rPr>
              <a:t> </a:t>
            </a:r>
            <a:r>
              <a:rPr lang="en-US" b="1" i="1" dirty="0" err="1">
                <a:solidFill>
                  <a:srgbClr val="030405"/>
                </a:solidFill>
              </a:rPr>
              <a:t>bộ</a:t>
            </a:r>
            <a:r>
              <a:rPr lang="en-US" b="1" i="1" dirty="0">
                <a:solidFill>
                  <a:srgbClr val="030405"/>
                </a:solidFill>
              </a:rPr>
              <a:t> </a:t>
            </a:r>
            <a:r>
              <a:rPr lang="en-US" b="1" i="1" dirty="0" err="1">
                <a:solidFill>
                  <a:srgbClr val="030405"/>
                </a:solidFill>
              </a:rPr>
              <a:t>là</a:t>
            </a:r>
            <a:r>
              <a:rPr lang="en-US" b="1" i="1" dirty="0">
                <a:solidFill>
                  <a:srgbClr val="030405"/>
                </a:solidFill>
              </a:rPr>
              <a:t> </a:t>
            </a:r>
            <a:r>
              <a:rPr lang="en-US" b="1" i="1" dirty="0" err="1">
                <a:solidFill>
                  <a:srgbClr val="030405"/>
                </a:solidFill>
              </a:rPr>
              <a:t>tài</a:t>
            </a:r>
            <a:r>
              <a:rPr lang="en-US" b="1" i="1" dirty="0">
                <a:solidFill>
                  <a:srgbClr val="030405"/>
                </a:solidFill>
              </a:rPr>
              <a:t> </a:t>
            </a:r>
            <a:r>
              <a:rPr lang="en-US" b="1" i="1" dirty="0" err="1">
                <a:solidFill>
                  <a:srgbClr val="030405"/>
                </a:solidFill>
              </a:rPr>
              <a:t>sản</a:t>
            </a:r>
            <a:r>
              <a:rPr lang="en-US" b="1" i="1" dirty="0">
                <a:solidFill>
                  <a:srgbClr val="030405"/>
                </a:solidFill>
              </a:rPr>
              <a:t> – </a:t>
            </a:r>
            <a:r>
              <a:rPr lang="en-US" b="1" i="1" dirty="0" err="1"/>
              <a:t>Thay</a:t>
            </a:r>
            <a:r>
              <a:rPr lang="en-US" b="1" i="1" dirty="0"/>
              <a:t> </a:t>
            </a:r>
            <a:r>
              <a:rPr lang="en-US" b="1" i="1" dirty="0" err="1"/>
              <a:t>thế</a:t>
            </a:r>
            <a:r>
              <a:rPr lang="en-US" b="1" i="1" dirty="0"/>
              <a:t> </a:t>
            </a:r>
            <a:r>
              <a:rPr lang="en-US" b="1" i="1" dirty="0" err="1"/>
              <a:t>mới</a:t>
            </a:r>
            <a:r>
              <a:rPr lang="en-US" b="1" i="1" dirty="0"/>
              <a:t> </a:t>
            </a:r>
            <a:r>
              <a:rPr lang="en-US" b="1" i="1" dirty="0" err="1"/>
              <a:t>và</a:t>
            </a:r>
            <a:r>
              <a:rPr lang="en-US" b="1" i="1" dirty="0"/>
              <a:t> </a:t>
            </a:r>
            <a:r>
              <a:rPr lang="en-US" b="1" i="1" dirty="0" err="1"/>
              <a:t>định</a:t>
            </a:r>
            <a:r>
              <a:rPr lang="en-US" b="1" i="1" dirty="0"/>
              <a:t> </a:t>
            </a:r>
            <a:r>
              <a:rPr lang="en-US" b="1" i="1" dirty="0" err="1"/>
              <a:t>giá</a:t>
            </a:r>
            <a:r>
              <a:rPr lang="en-US" b="1" i="1" dirty="0"/>
              <a:t> </a:t>
            </a:r>
            <a:r>
              <a:rPr lang="en-US" b="1" i="1" dirty="0" err="1"/>
              <a:t>tài</a:t>
            </a:r>
            <a:r>
              <a:rPr lang="en-US" b="1" i="1" dirty="0"/>
              <a:t> </a:t>
            </a:r>
            <a:r>
              <a:rPr lang="en-US" b="1" i="1" dirty="0" err="1"/>
              <a:t>sản</a:t>
            </a:r>
            <a:r>
              <a:rPr lang="en-US" b="1" i="1" dirty="0"/>
              <a:t> </a:t>
            </a:r>
            <a:r>
              <a:rPr lang="en-US" b="1" i="1" dirty="0" err="1"/>
              <a:t>được</a:t>
            </a:r>
            <a:r>
              <a:rPr lang="en-US" b="1" i="1" dirty="0"/>
              <a:t> </a:t>
            </a:r>
            <a:r>
              <a:rPr lang="en-US" b="1" i="1" dirty="0" err="1"/>
              <a:t>thay</a:t>
            </a:r>
            <a:r>
              <a:rPr lang="en-US" b="1" i="1" dirty="0"/>
              <a:t> </a:t>
            </a:r>
            <a:r>
              <a:rPr lang="en-US" b="1" i="1" dirty="0" err="1"/>
              <a:t>thế</a:t>
            </a:r>
            <a:endParaRPr lang="en-US" b="1" i="1" dirty="0">
              <a:solidFill>
                <a:srgbClr val="030405"/>
              </a:solidFill>
            </a:endParaRPr>
          </a:p>
        </p:txBody>
      </p:sp>
      <p:pic>
        <p:nvPicPr>
          <p:cNvPr id="174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7806" y="1676400"/>
            <a:ext cx="6925394" cy="45980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a:spLocks noChangeArrowheads="1"/>
          </p:cNvSpPr>
          <p:nvPr/>
        </p:nvSpPr>
        <p:spPr bwMode="auto">
          <a:xfrm>
            <a:off x="342900" y="328861"/>
            <a:ext cx="612795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spcBef>
                <a:spcPct val="50000"/>
              </a:spcBef>
            </a:pPr>
            <a:r>
              <a:rPr lang="en-US" sz="2000" b="1" dirty="0" err="1">
                <a:solidFill>
                  <a:srgbClr val="FF0000"/>
                </a:solidFill>
              </a:rPr>
              <a:t>Quản</a:t>
            </a:r>
            <a:r>
              <a:rPr lang="en-US" sz="2000" b="1" dirty="0">
                <a:solidFill>
                  <a:srgbClr val="FF0000"/>
                </a:solidFill>
              </a:rPr>
              <a:t> </a:t>
            </a:r>
            <a:r>
              <a:rPr lang="en-US" sz="2000" b="1" dirty="0" err="1">
                <a:solidFill>
                  <a:srgbClr val="FF0000"/>
                </a:solidFill>
              </a:rPr>
              <a:t>lý</a:t>
            </a:r>
            <a:r>
              <a:rPr lang="en-US" sz="2000" b="1" dirty="0">
                <a:solidFill>
                  <a:srgbClr val="FF0000"/>
                </a:solidFill>
              </a:rPr>
              <a:t> </a:t>
            </a:r>
            <a:r>
              <a:rPr lang="en-US" sz="2000" b="1" dirty="0" err="1">
                <a:solidFill>
                  <a:srgbClr val="FF0000"/>
                </a:solidFill>
              </a:rPr>
              <a:t>Tài</a:t>
            </a:r>
            <a:r>
              <a:rPr lang="en-US" sz="2000" b="1" dirty="0">
                <a:solidFill>
                  <a:srgbClr val="FF0000"/>
                </a:solidFill>
              </a:rPr>
              <a:t> </a:t>
            </a:r>
            <a:r>
              <a:rPr lang="en-US" sz="2000" b="1" dirty="0" err="1">
                <a:solidFill>
                  <a:srgbClr val="FF0000"/>
                </a:solidFill>
              </a:rPr>
              <a:t>sản</a:t>
            </a:r>
            <a:r>
              <a:rPr lang="en-US" sz="2000" b="1" dirty="0">
                <a:solidFill>
                  <a:srgbClr val="FF0000"/>
                </a:solidFill>
              </a:rPr>
              <a:t> </a:t>
            </a:r>
            <a:r>
              <a:rPr lang="en-US" sz="2000" b="1" dirty="0" err="1">
                <a:solidFill>
                  <a:srgbClr val="FF0000"/>
                </a:solidFill>
              </a:rPr>
              <a:t>Hạ</a:t>
            </a:r>
            <a:r>
              <a:rPr lang="en-US" sz="2000" b="1" dirty="0">
                <a:solidFill>
                  <a:srgbClr val="FF0000"/>
                </a:solidFill>
              </a:rPr>
              <a:t> </a:t>
            </a:r>
            <a:r>
              <a:rPr lang="en-US" sz="2000" b="1" dirty="0" err="1">
                <a:solidFill>
                  <a:srgbClr val="FF0000"/>
                </a:solidFill>
              </a:rPr>
              <a:t>tầng</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a:t>
            </a:r>
            <a:r>
              <a:rPr lang="en-US" sz="2000" b="1" dirty="0" err="1">
                <a:solidFill>
                  <a:srgbClr val="FF0000"/>
                </a:solidFill>
              </a:rPr>
              <a:t>bộ</a:t>
            </a:r>
            <a:endParaRPr lang="en-US" sz="2000" b="1" dirty="0">
              <a:solidFill>
                <a:srgbClr val="FF0000"/>
              </a:solidFill>
            </a:endParaRPr>
          </a:p>
        </p:txBody>
      </p:sp>
    </p:spTree>
    <p:extLst>
      <p:ext uri="{BB962C8B-B14F-4D97-AF65-F5344CB8AC3E}">
        <p14:creationId xmlns:p14="http://schemas.microsoft.com/office/powerpoint/2010/main" val="283400118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338370"/>
            <a:ext cx="8686800" cy="377411"/>
          </a:xfrm>
          <a:prstGeom prst="rect">
            <a:avLst/>
          </a:prstGeom>
        </p:spPr>
        <p:txBody>
          <a:bodyPr wrap="square">
            <a:spAutoFit/>
          </a:bodyPr>
          <a:lstStyle/>
          <a:p>
            <a:pPr>
              <a:lnSpc>
                <a:spcPct val="120000"/>
              </a:lnSpc>
              <a:spcBef>
                <a:spcPts val="600"/>
              </a:spcBef>
            </a:pPr>
            <a:r>
              <a:rPr lang="en-US" sz="1700" b="1" i="1" dirty="0" err="1"/>
              <a:t>Chỉ</a:t>
            </a:r>
            <a:r>
              <a:rPr lang="en-US" sz="1700" b="1" i="1" dirty="0"/>
              <a:t> </a:t>
            </a:r>
            <a:r>
              <a:rPr lang="en-US" sz="1700" b="1" i="1" dirty="0" err="1"/>
              <a:t>số</a:t>
            </a:r>
            <a:r>
              <a:rPr lang="en-US" sz="1700" b="1" i="1" dirty="0"/>
              <a:t> </a:t>
            </a:r>
            <a:r>
              <a:rPr lang="en-US" sz="1700" b="1" i="1" dirty="0" err="1"/>
              <a:t>đánh</a:t>
            </a:r>
            <a:r>
              <a:rPr lang="en-US" sz="1700" b="1" i="1" dirty="0"/>
              <a:t> </a:t>
            </a:r>
            <a:r>
              <a:rPr lang="en-US" sz="1700" b="1" i="1" dirty="0" err="1"/>
              <a:t>giá</a:t>
            </a:r>
            <a:r>
              <a:rPr lang="en-US" sz="1700" b="1" i="1" dirty="0"/>
              <a:t> </a:t>
            </a:r>
            <a:r>
              <a:rPr lang="en-US" sz="1700" b="1" i="1" dirty="0" err="1"/>
              <a:t>năng</a:t>
            </a:r>
            <a:r>
              <a:rPr lang="en-US" sz="1700" b="1" i="1" dirty="0"/>
              <a:t> </a:t>
            </a:r>
            <a:r>
              <a:rPr lang="en-US" sz="1700" b="1" i="1" dirty="0" err="1"/>
              <a:t>lực</a:t>
            </a:r>
            <a:r>
              <a:rPr lang="en-US" sz="1700" b="1" i="1" dirty="0"/>
              <a:t> </a:t>
            </a:r>
            <a:r>
              <a:rPr lang="en-US" sz="1700" b="1" i="1" dirty="0" err="1"/>
              <a:t>quản</a:t>
            </a:r>
            <a:r>
              <a:rPr lang="en-US" sz="1700" b="1" i="1" dirty="0"/>
              <a:t> </a:t>
            </a:r>
            <a:r>
              <a:rPr lang="en-US" sz="1700" b="1" i="1" dirty="0" err="1"/>
              <a:t>lý</a:t>
            </a:r>
            <a:r>
              <a:rPr lang="en-US" sz="1700" b="1" i="1" dirty="0"/>
              <a:t> </a:t>
            </a:r>
            <a:r>
              <a:rPr lang="en-US" sz="1700" b="1" i="1" dirty="0" err="1"/>
              <a:t>tài</a:t>
            </a:r>
            <a:r>
              <a:rPr lang="en-US" sz="1700" b="1" i="1" dirty="0"/>
              <a:t> </a:t>
            </a:r>
            <a:r>
              <a:rPr lang="en-US" sz="1700" b="1" i="1" dirty="0" err="1"/>
              <a:t>sản</a:t>
            </a:r>
            <a:r>
              <a:rPr lang="en-US" sz="1700" b="1" i="1" dirty="0"/>
              <a:t> </a:t>
            </a:r>
            <a:r>
              <a:rPr lang="en-US" sz="1700" b="1" i="1" dirty="0" err="1"/>
              <a:t>đường</a:t>
            </a:r>
            <a:r>
              <a:rPr lang="en-US" sz="1700" b="1" i="1" dirty="0"/>
              <a:t> </a:t>
            </a:r>
            <a:r>
              <a:rPr lang="en-US" sz="1700" b="1" i="1" dirty="0" err="1"/>
              <a:t>bộ</a:t>
            </a:r>
            <a:r>
              <a:rPr lang="en-US" sz="1700" b="1" i="1" dirty="0"/>
              <a:t> </a:t>
            </a:r>
            <a:r>
              <a:rPr lang="en-US" sz="1700" b="1" i="1" dirty="0" err="1"/>
              <a:t>của</a:t>
            </a:r>
            <a:r>
              <a:rPr lang="en-US" sz="1700" b="1" i="1" dirty="0"/>
              <a:t> </a:t>
            </a:r>
            <a:r>
              <a:rPr lang="en-US" sz="1700" b="1" i="1" dirty="0" err="1"/>
              <a:t>đơn</a:t>
            </a:r>
            <a:r>
              <a:rPr lang="en-US" sz="1700" b="1" i="1" dirty="0"/>
              <a:t> </a:t>
            </a:r>
            <a:r>
              <a:rPr lang="en-US" sz="1700" b="1" i="1" dirty="0" err="1"/>
              <a:t>vị</a:t>
            </a:r>
            <a:r>
              <a:rPr lang="en-US" sz="1700" b="1" i="1" dirty="0"/>
              <a:t> </a:t>
            </a:r>
            <a:r>
              <a:rPr lang="en-US" sz="1700" b="1" i="1" dirty="0" err="1"/>
              <a:t>quản</a:t>
            </a:r>
            <a:r>
              <a:rPr lang="en-US" sz="1700" b="1" i="1" dirty="0"/>
              <a:t> </a:t>
            </a:r>
            <a:r>
              <a:rPr lang="en-US" sz="1700" b="1" i="1" dirty="0" err="1"/>
              <a:t>lý</a:t>
            </a:r>
            <a:r>
              <a:rPr lang="en-US" sz="1700" b="1" i="1" dirty="0"/>
              <a:t> </a:t>
            </a:r>
            <a:r>
              <a:rPr lang="en-US" sz="1700" b="1" i="1" dirty="0" err="1"/>
              <a:t>đường</a:t>
            </a:r>
            <a:r>
              <a:rPr lang="en-US" sz="1700" b="1" i="1" dirty="0"/>
              <a:t> </a:t>
            </a:r>
            <a:r>
              <a:rPr lang="en-US" sz="1700" b="1" i="1" dirty="0" err="1"/>
              <a:t>bộ</a:t>
            </a:r>
            <a:r>
              <a:rPr lang="en-US" sz="1700" b="1" i="1" dirty="0"/>
              <a:t> </a:t>
            </a:r>
            <a:endParaRPr lang="en-US" sz="1700" b="1" i="1" dirty="0">
              <a:solidFill>
                <a:srgbClr val="030405"/>
              </a:solidFill>
            </a:endParaRPr>
          </a:p>
        </p:txBody>
      </p:sp>
      <p:sp>
        <p:nvSpPr>
          <p:cNvPr id="3" name="Rectangle 2"/>
          <p:cNvSpPr/>
          <p:nvPr/>
        </p:nvSpPr>
        <p:spPr>
          <a:xfrm>
            <a:off x="342900" y="1905000"/>
            <a:ext cx="8572499" cy="4247317"/>
          </a:xfrm>
          <a:prstGeom prst="rect">
            <a:avLst/>
          </a:prstGeom>
        </p:spPr>
        <p:txBody>
          <a:bodyPr wrap="square">
            <a:spAutoFit/>
          </a:bodyPr>
          <a:lstStyle/>
          <a:p>
            <a:pPr>
              <a:spcBef>
                <a:spcPts val="0"/>
              </a:spcBef>
            </a:pPr>
            <a:r>
              <a:rPr lang="en-US" sz="1500" dirty="0">
                <a:solidFill>
                  <a:srgbClr val="030405"/>
                </a:solidFill>
              </a:rPr>
              <a:t>• Chi </a:t>
            </a:r>
            <a:r>
              <a:rPr lang="en-US" sz="1500" dirty="0" err="1">
                <a:solidFill>
                  <a:srgbClr val="030405"/>
                </a:solidFill>
              </a:rPr>
              <a:t>phí</a:t>
            </a:r>
            <a:r>
              <a:rPr lang="en-US" sz="1500" dirty="0">
                <a:solidFill>
                  <a:srgbClr val="030405"/>
                </a:solidFill>
              </a:rPr>
              <a:t> </a:t>
            </a:r>
            <a:r>
              <a:rPr lang="en-US" sz="1500" dirty="0" err="1">
                <a:solidFill>
                  <a:srgbClr val="030405"/>
                </a:solidFill>
              </a:rPr>
              <a:t>trung</a:t>
            </a:r>
            <a:r>
              <a:rPr lang="en-US" sz="1500" dirty="0">
                <a:solidFill>
                  <a:srgbClr val="030405"/>
                </a:solidFill>
              </a:rPr>
              <a:t> </a:t>
            </a:r>
            <a:r>
              <a:rPr lang="en-US" sz="1500" dirty="0" err="1">
                <a:solidFill>
                  <a:srgbClr val="030405"/>
                </a:solidFill>
              </a:rPr>
              <a:t>bình</a:t>
            </a:r>
            <a:r>
              <a:rPr lang="en-US" sz="1500" dirty="0">
                <a:solidFill>
                  <a:srgbClr val="030405"/>
                </a:solidFill>
              </a:rPr>
              <a:t> </a:t>
            </a:r>
            <a:r>
              <a:rPr lang="en-US" sz="1500" dirty="0" err="1">
                <a:solidFill>
                  <a:srgbClr val="030405"/>
                </a:solidFill>
              </a:rPr>
              <a:t>của</a:t>
            </a:r>
            <a:r>
              <a:rPr lang="en-US" sz="1500" dirty="0">
                <a:solidFill>
                  <a:srgbClr val="030405"/>
                </a:solidFill>
              </a:rPr>
              <a:t> </a:t>
            </a:r>
            <a:r>
              <a:rPr lang="en-US" sz="1500" dirty="0" err="1">
                <a:solidFill>
                  <a:srgbClr val="030405"/>
                </a:solidFill>
              </a:rPr>
              <a:t>người</a:t>
            </a:r>
            <a:r>
              <a:rPr lang="en-US" sz="1500" dirty="0">
                <a:solidFill>
                  <a:srgbClr val="030405"/>
                </a:solidFill>
              </a:rPr>
              <a:t> </a:t>
            </a:r>
            <a:r>
              <a:rPr lang="en-US" sz="1500" dirty="0" err="1">
                <a:solidFill>
                  <a:srgbClr val="030405"/>
                </a:solidFill>
              </a:rPr>
              <a:t>sử</a:t>
            </a:r>
            <a:r>
              <a:rPr lang="en-US" sz="1500" dirty="0">
                <a:solidFill>
                  <a:srgbClr val="030405"/>
                </a:solidFill>
              </a:rPr>
              <a:t> </a:t>
            </a:r>
            <a:r>
              <a:rPr lang="en-US" sz="1500" dirty="0" err="1">
                <a:solidFill>
                  <a:srgbClr val="030405"/>
                </a:solidFill>
              </a:rPr>
              <a:t>dụng</a:t>
            </a:r>
            <a:r>
              <a:rPr lang="en-US" sz="1500" dirty="0">
                <a:solidFill>
                  <a:srgbClr val="030405"/>
                </a:solidFill>
              </a:rPr>
              <a:t> </a:t>
            </a:r>
            <a:r>
              <a:rPr lang="en-US" sz="1500" dirty="0" err="1">
                <a:solidFill>
                  <a:srgbClr val="030405"/>
                </a:solidFill>
              </a:rPr>
              <a:t>đường</a:t>
            </a:r>
            <a:endParaRPr lang="en-US" sz="1500" dirty="0">
              <a:solidFill>
                <a:srgbClr val="030405"/>
              </a:solidFill>
            </a:endParaRPr>
          </a:p>
          <a:p>
            <a:pPr>
              <a:spcBef>
                <a:spcPts val="0"/>
              </a:spcBef>
            </a:pPr>
            <a:r>
              <a:rPr lang="en-US" sz="1500" dirty="0">
                <a:solidFill>
                  <a:srgbClr val="030405"/>
                </a:solidFill>
              </a:rPr>
              <a:t>•  </a:t>
            </a:r>
            <a:r>
              <a:rPr lang="en-US" sz="1500" dirty="0" err="1">
                <a:solidFill>
                  <a:srgbClr val="030405"/>
                </a:solidFill>
              </a:rPr>
              <a:t>Thời</a:t>
            </a:r>
            <a:r>
              <a:rPr lang="en-US" sz="1500" dirty="0">
                <a:solidFill>
                  <a:srgbClr val="030405"/>
                </a:solidFill>
              </a:rPr>
              <a:t> </a:t>
            </a:r>
            <a:r>
              <a:rPr lang="en-US" sz="1500" dirty="0" err="1">
                <a:solidFill>
                  <a:srgbClr val="030405"/>
                </a:solidFill>
              </a:rPr>
              <a:t>gian</a:t>
            </a:r>
            <a:r>
              <a:rPr lang="en-US" sz="1500" dirty="0">
                <a:solidFill>
                  <a:srgbClr val="030405"/>
                </a:solidFill>
              </a:rPr>
              <a:t> </a:t>
            </a:r>
            <a:r>
              <a:rPr lang="en-US" sz="1500" dirty="0" err="1">
                <a:solidFill>
                  <a:srgbClr val="030405"/>
                </a:solidFill>
              </a:rPr>
              <a:t>xe</a:t>
            </a:r>
            <a:r>
              <a:rPr lang="en-US" sz="1500" dirty="0">
                <a:solidFill>
                  <a:srgbClr val="030405"/>
                </a:solidFill>
              </a:rPr>
              <a:t> </a:t>
            </a:r>
            <a:r>
              <a:rPr lang="en-US" sz="1500" dirty="0" err="1">
                <a:solidFill>
                  <a:srgbClr val="030405"/>
                </a:solidFill>
              </a:rPr>
              <a:t>chạy</a:t>
            </a:r>
            <a:r>
              <a:rPr lang="en-US" sz="1500" dirty="0">
                <a:solidFill>
                  <a:srgbClr val="030405"/>
                </a:solidFill>
              </a:rPr>
              <a:t>, </a:t>
            </a:r>
            <a:r>
              <a:rPr lang="en-US" sz="1500" dirty="0" err="1">
                <a:solidFill>
                  <a:srgbClr val="030405"/>
                </a:solidFill>
              </a:rPr>
              <a:t>chất</a:t>
            </a:r>
            <a:r>
              <a:rPr lang="en-US" sz="1500" dirty="0">
                <a:solidFill>
                  <a:srgbClr val="030405"/>
                </a:solidFill>
              </a:rPr>
              <a:t> </a:t>
            </a:r>
            <a:r>
              <a:rPr lang="en-US" sz="1500" dirty="0" err="1">
                <a:solidFill>
                  <a:srgbClr val="030405"/>
                </a:solidFill>
              </a:rPr>
              <a:t>lượng</a:t>
            </a:r>
            <a:r>
              <a:rPr lang="en-US" sz="1500" dirty="0">
                <a:solidFill>
                  <a:srgbClr val="030405"/>
                </a:solidFill>
              </a:rPr>
              <a:t> </a:t>
            </a:r>
            <a:r>
              <a:rPr lang="en-US" sz="1500" dirty="0" err="1">
                <a:solidFill>
                  <a:srgbClr val="030405"/>
                </a:solidFill>
              </a:rPr>
              <a:t>chạy</a:t>
            </a:r>
            <a:r>
              <a:rPr lang="en-US" sz="1500" dirty="0">
                <a:solidFill>
                  <a:srgbClr val="030405"/>
                </a:solidFill>
              </a:rPr>
              <a:t> </a:t>
            </a:r>
            <a:r>
              <a:rPr lang="en-US" sz="1500" dirty="0" err="1">
                <a:solidFill>
                  <a:srgbClr val="030405"/>
                </a:solidFill>
              </a:rPr>
              <a:t>xe</a:t>
            </a:r>
            <a:r>
              <a:rPr lang="en-US" sz="1500" dirty="0">
                <a:solidFill>
                  <a:srgbClr val="030405"/>
                </a:solidFill>
              </a:rPr>
              <a:t>, </a:t>
            </a:r>
            <a:r>
              <a:rPr lang="en-US" sz="1500" dirty="0" err="1">
                <a:solidFill>
                  <a:srgbClr val="030405"/>
                </a:solidFill>
              </a:rPr>
              <a:t>độ</a:t>
            </a:r>
            <a:r>
              <a:rPr lang="en-US" sz="1500" dirty="0">
                <a:solidFill>
                  <a:srgbClr val="030405"/>
                </a:solidFill>
              </a:rPr>
              <a:t> tin </a:t>
            </a:r>
            <a:r>
              <a:rPr lang="en-US" sz="1500" dirty="0" err="1">
                <a:solidFill>
                  <a:srgbClr val="030405"/>
                </a:solidFill>
              </a:rPr>
              <a:t>cậy</a:t>
            </a:r>
            <a:r>
              <a:rPr lang="en-US" sz="1500" dirty="0">
                <a:solidFill>
                  <a:srgbClr val="030405"/>
                </a:solidFill>
              </a:rPr>
              <a:t> </a:t>
            </a:r>
            <a:r>
              <a:rPr lang="en-US" sz="1500" dirty="0" err="1">
                <a:solidFill>
                  <a:srgbClr val="030405"/>
                </a:solidFill>
              </a:rPr>
              <a:t>của</a:t>
            </a:r>
            <a:r>
              <a:rPr lang="en-US" sz="1500" dirty="0">
                <a:solidFill>
                  <a:srgbClr val="030405"/>
                </a:solidFill>
              </a:rPr>
              <a:t> </a:t>
            </a:r>
            <a:r>
              <a:rPr lang="en-US" sz="1500" dirty="0" err="1">
                <a:solidFill>
                  <a:srgbClr val="030405"/>
                </a:solidFill>
              </a:rPr>
              <a:t>các</a:t>
            </a:r>
            <a:r>
              <a:rPr lang="en-US" sz="1500" dirty="0">
                <a:solidFill>
                  <a:srgbClr val="030405"/>
                </a:solidFill>
              </a:rPr>
              <a:t> </a:t>
            </a:r>
            <a:r>
              <a:rPr lang="en-US" sz="1500" dirty="0" err="1">
                <a:solidFill>
                  <a:srgbClr val="030405"/>
                </a:solidFill>
              </a:rPr>
              <a:t>thông</a:t>
            </a:r>
            <a:r>
              <a:rPr lang="en-US" sz="1500" dirty="0">
                <a:solidFill>
                  <a:srgbClr val="030405"/>
                </a:solidFill>
              </a:rPr>
              <a:t> tin </a:t>
            </a:r>
            <a:r>
              <a:rPr lang="en-US" sz="1500" dirty="0" err="1">
                <a:solidFill>
                  <a:srgbClr val="030405"/>
                </a:solidFill>
              </a:rPr>
              <a:t>đưa</a:t>
            </a:r>
            <a:r>
              <a:rPr lang="en-US" sz="1500" dirty="0">
                <a:solidFill>
                  <a:srgbClr val="030405"/>
                </a:solidFill>
              </a:rPr>
              <a:t> </a:t>
            </a:r>
            <a:r>
              <a:rPr lang="en-US" sz="1500" dirty="0" err="1">
                <a:solidFill>
                  <a:srgbClr val="030405"/>
                </a:solidFill>
              </a:rPr>
              <a:t>tới</a:t>
            </a:r>
            <a:r>
              <a:rPr lang="en-US" sz="1500" dirty="0">
                <a:solidFill>
                  <a:srgbClr val="030405"/>
                </a:solidFill>
              </a:rPr>
              <a:t> </a:t>
            </a:r>
            <a:r>
              <a:rPr lang="en-US" sz="1500" dirty="0" err="1">
                <a:solidFill>
                  <a:srgbClr val="030405"/>
                </a:solidFill>
              </a:rPr>
              <a:t>người</a:t>
            </a:r>
            <a:r>
              <a:rPr lang="en-US" sz="1500" dirty="0">
                <a:solidFill>
                  <a:srgbClr val="030405"/>
                </a:solidFill>
              </a:rPr>
              <a:t> </a:t>
            </a:r>
            <a:r>
              <a:rPr lang="en-US" sz="1500" dirty="0" err="1">
                <a:solidFill>
                  <a:srgbClr val="030405"/>
                </a:solidFill>
              </a:rPr>
              <a:t>sử</a:t>
            </a:r>
            <a:r>
              <a:rPr lang="en-US" sz="1500" dirty="0">
                <a:solidFill>
                  <a:srgbClr val="030405"/>
                </a:solidFill>
              </a:rPr>
              <a:t> </a:t>
            </a:r>
            <a:r>
              <a:rPr lang="en-US" sz="1500" dirty="0" err="1">
                <a:solidFill>
                  <a:srgbClr val="030405"/>
                </a:solidFill>
              </a:rPr>
              <a:t>dụng</a:t>
            </a:r>
            <a:r>
              <a:rPr lang="en-US" sz="1500" dirty="0">
                <a:solidFill>
                  <a:srgbClr val="030405"/>
                </a:solidFill>
              </a:rPr>
              <a:t> </a:t>
            </a:r>
            <a:r>
              <a:rPr lang="en-US" sz="1500" dirty="0" err="1">
                <a:solidFill>
                  <a:srgbClr val="030405"/>
                </a:solidFill>
              </a:rPr>
              <a:t>đường</a:t>
            </a:r>
            <a:r>
              <a:rPr lang="en-US" sz="1500" dirty="0">
                <a:solidFill>
                  <a:srgbClr val="030405"/>
                </a:solidFill>
              </a:rPr>
              <a:t>.</a:t>
            </a:r>
          </a:p>
          <a:p>
            <a:pPr>
              <a:spcBef>
                <a:spcPts val="0"/>
              </a:spcBef>
            </a:pPr>
            <a:r>
              <a:rPr lang="en-US" sz="1500" dirty="0">
                <a:solidFill>
                  <a:srgbClr val="030405"/>
                </a:solidFill>
              </a:rPr>
              <a:t>• </a:t>
            </a:r>
            <a:r>
              <a:rPr lang="en-US" sz="1500" dirty="0" err="1">
                <a:solidFill>
                  <a:srgbClr val="030405"/>
                </a:solidFill>
              </a:rPr>
              <a:t>Rủi</a:t>
            </a:r>
            <a:r>
              <a:rPr lang="en-US" sz="1500" dirty="0">
                <a:solidFill>
                  <a:srgbClr val="030405"/>
                </a:solidFill>
              </a:rPr>
              <a:t> </a:t>
            </a:r>
            <a:r>
              <a:rPr lang="en-US" sz="1500" dirty="0" err="1">
                <a:solidFill>
                  <a:srgbClr val="030405"/>
                </a:solidFill>
              </a:rPr>
              <a:t>ro</a:t>
            </a:r>
            <a:r>
              <a:rPr lang="en-US" sz="1500" dirty="0">
                <a:solidFill>
                  <a:srgbClr val="030405"/>
                </a:solidFill>
              </a:rPr>
              <a:t> </a:t>
            </a:r>
            <a:r>
              <a:rPr lang="en-US" sz="1500" dirty="0" err="1">
                <a:solidFill>
                  <a:srgbClr val="030405"/>
                </a:solidFill>
              </a:rPr>
              <a:t>đối</a:t>
            </a:r>
            <a:r>
              <a:rPr lang="en-US" sz="1500" dirty="0">
                <a:solidFill>
                  <a:srgbClr val="030405"/>
                </a:solidFill>
              </a:rPr>
              <a:t> </a:t>
            </a:r>
            <a:r>
              <a:rPr lang="en-US" sz="1500" dirty="0" err="1">
                <a:solidFill>
                  <a:srgbClr val="030405"/>
                </a:solidFill>
              </a:rPr>
              <a:t>với</a:t>
            </a:r>
            <a:r>
              <a:rPr lang="en-US" sz="1500" dirty="0">
                <a:solidFill>
                  <a:srgbClr val="030405"/>
                </a:solidFill>
              </a:rPr>
              <a:t> </a:t>
            </a:r>
            <a:r>
              <a:rPr lang="en-US" sz="1500" dirty="0" err="1">
                <a:solidFill>
                  <a:srgbClr val="030405"/>
                </a:solidFill>
              </a:rPr>
              <a:t>người</a:t>
            </a:r>
            <a:r>
              <a:rPr lang="en-US" sz="1500" dirty="0">
                <a:solidFill>
                  <a:srgbClr val="030405"/>
                </a:solidFill>
              </a:rPr>
              <a:t> </a:t>
            </a:r>
            <a:r>
              <a:rPr lang="en-US" sz="1500" dirty="0" err="1">
                <a:solidFill>
                  <a:srgbClr val="030405"/>
                </a:solidFill>
              </a:rPr>
              <a:t>sử</a:t>
            </a:r>
            <a:r>
              <a:rPr lang="en-US" sz="1500" dirty="0">
                <a:solidFill>
                  <a:srgbClr val="030405"/>
                </a:solidFill>
              </a:rPr>
              <a:t> </a:t>
            </a:r>
            <a:r>
              <a:rPr lang="en-US" sz="1500" dirty="0" err="1">
                <a:solidFill>
                  <a:srgbClr val="030405"/>
                </a:solidFill>
              </a:rPr>
              <a:t>dụng</a:t>
            </a:r>
            <a:r>
              <a:rPr lang="en-US" sz="1500" dirty="0">
                <a:solidFill>
                  <a:srgbClr val="030405"/>
                </a:solidFill>
              </a:rPr>
              <a:t>.</a:t>
            </a:r>
          </a:p>
          <a:p>
            <a:pPr>
              <a:spcBef>
                <a:spcPts val="0"/>
              </a:spcBef>
            </a:pPr>
            <a:r>
              <a:rPr lang="en-US" sz="1500" dirty="0">
                <a:solidFill>
                  <a:srgbClr val="030405"/>
                </a:solidFill>
              </a:rPr>
              <a:t>• </a:t>
            </a:r>
            <a:r>
              <a:rPr lang="en-US" sz="1500" dirty="0" err="1">
                <a:solidFill>
                  <a:srgbClr val="030405"/>
                </a:solidFill>
              </a:rPr>
              <a:t>Các</a:t>
            </a:r>
            <a:r>
              <a:rPr lang="en-US" sz="1500" dirty="0">
                <a:solidFill>
                  <a:srgbClr val="030405"/>
                </a:solidFill>
              </a:rPr>
              <a:t> </a:t>
            </a:r>
            <a:r>
              <a:rPr lang="en-US" sz="1500" dirty="0" err="1">
                <a:solidFill>
                  <a:srgbClr val="030405"/>
                </a:solidFill>
              </a:rPr>
              <a:t>chương</a:t>
            </a:r>
            <a:r>
              <a:rPr lang="en-US" sz="1500" dirty="0">
                <a:solidFill>
                  <a:srgbClr val="030405"/>
                </a:solidFill>
              </a:rPr>
              <a:t> </a:t>
            </a:r>
            <a:r>
              <a:rPr lang="en-US" sz="1500" dirty="0" err="1">
                <a:solidFill>
                  <a:srgbClr val="030405"/>
                </a:solidFill>
              </a:rPr>
              <a:t>trình</a:t>
            </a:r>
            <a:r>
              <a:rPr lang="en-US" sz="1500" dirty="0">
                <a:solidFill>
                  <a:srgbClr val="030405"/>
                </a:solidFill>
              </a:rPr>
              <a:t>/</a:t>
            </a:r>
            <a:r>
              <a:rPr lang="en-US" sz="1500" dirty="0" err="1">
                <a:solidFill>
                  <a:srgbClr val="030405"/>
                </a:solidFill>
              </a:rPr>
              <a:t>chiếnlược</a:t>
            </a:r>
            <a:r>
              <a:rPr lang="en-US" sz="1500" dirty="0">
                <a:solidFill>
                  <a:srgbClr val="030405"/>
                </a:solidFill>
              </a:rPr>
              <a:t> </a:t>
            </a:r>
            <a:r>
              <a:rPr lang="en-US" sz="1500" dirty="0" err="1">
                <a:solidFill>
                  <a:srgbClr val="030405"/>
                </a:solidFill>
              </a:rPr>
              <a:t>giảm</a:t>
            </a:r>
            <a:r>
              <a:rPr lang="en-US" sz="1500" dirty="0">
                <a:solidFill>
                  <a:srgbClr val="030405"/>
                </a:solidFill>
              </a:rPr>
              <a:t> </a:t>
            </a:r>
            <a:r>
              <a:rPr lang="en-US" sz="1500" dirty="0" err="1">
                <a:solidFill>
                  <a:srgbClr val="030405"/>
                </a:solidFill>
              </a:rPr>
              <a:t>thiểu</a:t>
            </a:r>
            <a:r>
              <a:rPr lang="en-US" sz="1500" dirty="0">
                <a:solidFill>
                  <a:srgbClr val="030405"/>
                </a:solidFill>
              </a:rPr>
              <a:t> </a:t>
            </a:r>
            <a:r>
              <a:rPr lang="en-US" sz="1500" dirty="0" err="1">
                <a:solidFill>
                  <a:srgbClr val="030405"/>
                </a:solidFill>
              </a:rPr>
              <a:t>ảnh</a:t>
            </a:r>
            <a:r>
              <a:rPr lang="en-US" sz="1500" dirty="0">
                <a:solidFill>
                  <a:srgbClr val="030405"/>
                </a:solidFill>
              </a:rPr>
              <a:t> </a:t>
            </a:r>
            <a:r>
              <a:rPr lang="en-US" sz="1500" dirty="0" err="1">
                <a:solidFill>
                  <a:srgbClr val="030405"/>
                </a:solidFill>
              </a:rPr>
              <a:t>hưởng</a:t>
            </a:r>
            <a:r>
              <a:rPr lang="en-US" sz="1500" dirty="0">
                <a:solidFill>
                  <a:srgbClr val="030405"/>
                </a:solidFill>
              </a:rPr>
              <a:t> </a:t>
            </a:r>
            <a:r>
              <a:rPr lang="en-US" sz="1500" dirty="0" err="1">
                <a:solidFill>
                  <a:srgbClr val="030405"/>
                </a:solidFill>
              </a:rPr>
              <a:t>đến</a:t>
            </a:r>
            <a:r>
              <a:rPr lang="en-US" sz="1500" dirty="0">
                <a:solidFill>
                  <a:srgbClr val="030405"/>
                </a:solidFill>
              </a:rPr>
              <a:t> </a:t>
            </a:r>
            <a:r>
              <a:rPr lang="en-US" sz="1500" dirty="0" err="1">
                <a:solidFill>
                  <a:srgbClr val="030405"/>
                </a:solidFill>
              </a:rPr>
              <a:t>môi</a:t>
            </a:r>
            <a:r>
              <a:rPr lang="en-US" sz="1500" dirty="0">
                <a:solidFill>
                  <a:srgbClr val="030405"/>
                </a:solidFill>
              </a:rPr>
              <a:t> </a:t>
            </a:r>
            <a:r>
              <a:rPr lang="en-US" sz="1500" dirty="0" err="1">
                <a:solidFill>
                  <a:srgbClr val="030405"/>
                </a:solidFill>
              </a:rPr>
              <a:t>trường</a:t>
            </a:r>
            <a:r>
              <a:rPr lang="en-US" sz="1500" dirty="0">
                <a:solidFill>
                  <a:srgbClr val="030405"/>
                </a:solidFill>
              </a:rPr>
              <a:t> </a:t>
            </a:r>
            <a:r>
              <a:rPr lang="en-US" sz="1500" dirty="0" err="1">
                <a:solidFill>
                  <a:srgbClr val="030405"/>
                </a:solidFill>
              </a:rPr>
              <a:t>và</a:t>
            </a:r>
            <a:r>
              <a:rPr lang="en-US" sz="1500" dirty="0">
                <a:solidFill>
                  <a:srgbClr val="030405"/>
                </a:solidFill>
              </a:rPr>
              <a:t> </a:t>
            </a:r>
            <a:r>
              <a:rPr lang="en-US" sz="1500" dirty="0" err="1">
                <a:solidFill>
                  <a:srgbClr val="030405"/>
                </a:solidFill>
              </a:rPr>
              <a:t>mức</a:t>
            </a:r>
            <a:r>
              <a:rPr lang="en-US" sz="1500" dirty="0">
                <a:solidFill>
                  <a:srgbClr val="030405"/>
                </a:solidFill>
              </a:rPr>
              <a:t> </a:t>
            </a:r>
            <a:r>
              <a:rPr lang="en-US" sz="1500" dirty="0" err="1">
                <a:solidFill>
                  <a:srgbClr val="030405"/>
                </a:solidFill>
              </a:rPr>
              <a:t>độ</a:t>
            </a:r>
            <a:r>
              <a:rPr lang="en-US" sz="1500" dirty="0">
                <a:solidFill>
                  <a:srgbClr val="030405"/>
                </a:solidFill>
              </a:rPr>
              <a:t> </a:t>
            </a:r>
            <a:r>
              <a:rPr lang="en-US" sz="1500" dirty="0" err="1">
                <a:solidFill>
                  <a:srgbClr val="030405"/>
                </a:solidFill>
              </a:rPr>
              <a:t>thành</a:t>
            </a:r>
            <a:r>
              <a:rPr lang="en-US" sz="1500" dirty="0">
                <a:solidFill>
                  <a:srgbClr val="030405"/>
                </a:solidFill>
              </a:rPr>
              <a:t> </a:t>
            </a:r>
            <a:r>
              <a:rPr lang="en-US" sz="1500" dirty="0" err="1">
                <a:solidFill>
                  <a:srgbClr val="030405"/>
                </a:solidFill>
              </a:rPr>
              <a:t>công</a:t>
            </a:r>
            <a:r>
              <a:rPr lang="en-US" sz="1500" dirty="0">
                <a:solidFill>
                  <a:srgbClr val="030405"/>
                </a:solidFill>
              </a:rPr>
              <a:t> </a:t>
            </a:r>
            <a:r>
              <a:rPr lang="en-US" sz="1500" dirty="0" err="1">
                <a:solidFill>
                  <a:srgbClr val="030405"/>
                </a:solidFill>
              </a:rPr>
              <a:t>của</a:t>
            </a:r>
            <a:r>
              <a:rPr lang="en-US" sz="1500" dirty="0">
                <a:solidFill>
                  <a:srgbClr val="030405"/>
                </a:solidFill>
              </a:rPr>
              <a:t> </a:t>
            </a:r>
            <a:r>
              <a:rPr lang="en-US" sz="1500" dirty="0" err="1">
                <a:solidFill>
                  <a:srgbClr val="030405"/>
                </a:solidFill>
              </a:rPr>
              <a:t>các</a:t>
            </a:r>
            <a:r>
              <a:rPr lang="en-US" sz="1500" dirty="0">
                <a:solidFill>
                  <a:srgbClr val="030405"/>
                </a:solidFill>
              </a:rPr>
              <a:t> </a:t>
            </a:r>
            <a:r>
              <a:rPr lang="en-US" sz="1500" dirty="0" err="1">
                <a:solidFill>
                  <a:srgbClr val="030405"/>
                </a:solidFill>
              </a:rPr>
              <a:t>chương</a:t>
            </a:r>
            <a:r>
              <a:rPr lang="en-US" sz="1500" dirty="0">
                <a:solidFill>
                  <a:srgbClr val="030405"/>
                </a:solidFill>
              </a:rPr>
              <a:t> </a:t>
            </a:r>
            <a:r>
              <a:rPr lang="en-US" sz="1500" dirty="0" err="1">
                <a:solidFill>
                  <a:srgbClr val="030405"/>
                </a:solidFill>
              </a:rPr>
              <a:t>trình</a:t>
            </a:r>
            <a:r>
              <a:rPr lang="en-US" sz="1500" dirty="0">
                <a:solidFill>
                  <a:srgbClr val="030405"/>
                </a:solidFill>
              </a:rPr>
              <a:t> </a:t>
            </a:r>
            <a:r>
              <a:rPr lang="en-US" sz="1500" dirty="0" err="1">
                <a:solidFill>
                  <a:srgbClr val="030405"/>
                </a:solidFill>
              </a:rPr>
              <a:t>được</a:t>
            </a:r>
            <a:r>
              <a:rPr lang="en-US" sz="1500" dirty="0">
                <a:solidFill>
                  <a:srgbClr val="030405"/>
                </a:solidFill>
              </a:rPr>
              <a:t> </a:t>
            </a:r>
            <a:r>
              <a:rPr lang="en-US" sz="1500" dirty="0" err="1">
                <a:solidFill>
                  <a:srgbClr val="030405"/>
                </a:solidFill>
              </a:rPr>
              <a:t>thực</a:t>
            </a:r>
            <a:r>
              <a:rPr lang="en-US" sz="1500" dirty="0">
                <a:solidFill>
                  <a:srgbClr val="030405"/>
                </a:solidFill>
              </a:rPr>
              <a:t> </a:t>
            </a:r>
            <a:r>
              <a:rPr lang="en-US" sz="1500" dirty="0" err="1">
                <a:solidFill>
                  <a:srgbClr val="030405"/>
                </a:solidFill>
              </a:rPr>
              <a:t>hiện</a:t>
            </a:r>
            <a:endParaRPr lang="en-US" sz="1500" dirty="0">
              <a:solidFill>
                <a:srgbClr val="030405"/>
              </a:solidFill>
            </a:endParaRPr>
          </a:p>
          <a:p>
            <a:pPr>
              <a:spcBef>
                <a:spcPts val="0"/>
              </a:spcBef>
            </a:pPr>
            <a:r>
              <a:rPr lang="en-US" sz="1500" dirty="0">
                <a:solidFill>
                  <a:srgbClr val="030405"/>
                </a:solidFill>
              </a:rPr>
              <a:t>• </a:t>
            </a:r>
            <a:r>
              <a:rPr lang="en-US" sz="1500" dirty="0" err="1">
                <a:solidFill>
                  <a:srgbClr val="030405"/>
                </a:solidFill>
              </a:rPr>
              <a:t>Việc</a:t>
            </a:r>
            <a:r>
              <a:rPr lang="en-US" sz="1500" dirty="0">
                <a:solidFill>
                  <a:srgbClr val="030405"/>
                </a:solidFill>
              </a:rPr>
              <a:t> </a:t>
            </a:r>
            <a:r>
              <a:rPr lang="en-US" sz="1500" dirty="0" err="1">
                <a:solidFill>
                  <a:srgbClr val="030405"/>
                </a:solidFill>
              </a:rPr>
              <a:t>thực</a:t>
            </a:r>
            <a:r>
              <a:rPr lang="en-US" sz="1500" dirty="0">
                <a:solidFill>
                  <a:srgbClr val="030405"/>
                </a:solidFill>
              </a:rPr>
              <a:t> </a:t>
            </a:r>
            <a:r>
              <a:rPr lang="en-US" sz="1500" dirty="0" err="1">
                <a:solidFill>
                  <a:srgbClr val="030405"/>
                </a:solidFill>
              </a:rPr>
              <a:t>hiện</a:t>
            </a:r>
            <a:r>
              <a:rPr lang="en-US" sz="1500" dirty="0">
                <a:solidFill>
                  <a:srgbClr val="030405"/>
                </a:solidFill>
              </a:rPr>
              <a:t> </a:t>
            </a:r>
            <a:r>
              <a:rPr lang="en-US" sz="1500" dirty="0" err="1">
                <a:solidFill>
                  <a:srgbClr val="030405"/>
                </a:solidFill>
              </a:rPr>
              <a:t>các</a:t>
            </a:r>
            <a:r>
              <a:rPr lang="en-US" sz="1500" dirty="0">
                <a:solidFill>
                  <a:srgbClr val="030405"/>
                </a:solidFill>
              </a:rPr>
              <a:t> </a:t>
            </a:r>
            <a:r>
              <a:rPr lang="en-US" sz="1500" dirty="0" err="1">
                <a:solidFill>
                  <a:srgbClr val="030405"/>
                </a:solidFill>
              </a:rPr>
              <a:t>nghiên</a:t>
            </a:r>
            <a:r>
              <a:rPr lang="en-US" sz="1500" dirty="0">
                <a:solidFill>
                  <a:srgbClr val="030405"/>
                </a:solidFill>
              </a:rPr>
              <a:t> </a:t>
            </a:r>
            <a:r>
              <a:rPr lang="en-US" sz="1500" dirty="0" err="1">
                <a:solidFill>
                  <a:srgbClr val="030405"/>
                </a:solidFill>
              </a:rPr>
              <a:t>cứu</a:t>
            </a:r>
            <a:r>
              <a:rPr lang="en-US" sz="1500" dirty="0">
                <a:solidFill>
                  <a:srgbClr val="030405"/>
                </a:solidFill>
              </a:rPr>
              <a:t> </a:t>
            </a:r>
            <a:r>
              <a:rPr lang="en-US" sz="1500" dirty="0" err="1">
                <a:solidFill>
                  <a:srgbClr val="030405"/>
                </a:solidFill>
              </a:rPr>
              <a:t>thị</a:t>
            </a:r>
            <a:r>
              <a:rPr lang="en-US" sz="1500" dirty="0">
                <a:solidFill>
                  <a:srgbClr val="030405"/>
                </a:solidFill>
              </a:rPr>
              <a:t> </a:t>
            </a:r>
            <a:r>
              <a:rPr lang="en-US" sz="1500" dirty="0" err="1">
                <a:solidFill>
                  <a:srgbClr val="030405"/>
                </a:solidFill>
              </a:rPr>
              <a:t>trường</a:t>
            </a:r>
            <a:r>
              <a:rPr lang="en-US" sz="1500" dirty="0">
                <a:solidFill>
                  <a:srgbClr val="030405"/>
                </a:solidFill>
              </a:rPr>
              <a:t> </a:t>
            </a:r>
            <a:r>
              <a:rPr lang="en-US" sz="1500" dirty="0" err="1">
                <a:solidFill>
                  <a:srgbClr val="030405"/>
                </a:solidFill>
              </a:rPr>
              <a:t>và</a:t>
            </a:r>
            <a:r>
              <a:rPr lang="en-US" sz="1500" dirty="0">
                <a:solidFill>
                  <a:srgbClr val="030405"/>
                </a:solidFill>
              </a:rPr>
              <a:t> </a:t>
            </a:r>
            <a:r>
              <a:rPr lang="en-US" sz="1500" dirty="0" err="1">
                <a:solidFill>
                  <a:srgbClr val="030405"/>
                </a:solidFill>
              </a:rPr>
              <a:t>thu</a:t>
            </a:r>
            <a:r>
              <a:rPr lang="en-US" sz="1500" dirty="0">
                <a:solidFill>
                  <a:srgbClr val="030405"/>
                </a:solidFill>
              </a:rPr>
              <a:t> </a:t>
            </a:r>
            <a:r>
              <a:rPr lang="en-US" sz="1500" dirty="0" err="1">
                <a:solidFill>
                  <a:srgbClr val="030405"/>
                </a:solidFill>
              </a:rPr>
              <a:t>thập</a:t>
            </a:r>
            <a:r>
              <a:rPr lang="en-US" sz="1500" dirty="0">
                <a:solidFill>
                  <a:srgbClr val="030405"/>
                </a:solidFill>
              </a:rPr>
              <a:t> </a:t>
            </a:r>
            <a:r>
              <a:rPr lang="en-US" sz="1500" dirty="0" err="1">
                <a:solidFill>
                  <a:srgbClr val="030405"/>
                </a:solidFill>
              </a:rPr>
              <a:t>phản</a:t>
            </a:r>
            <a:r>
              <a:rPr lang="en-US" sz="1500" dirty="0">
                <a:solidFill>
                  <a:srgbClr val="030405"/>
                </a:solidFill>
              </a:rPr>
              <a:t> </a:t>
            </a:r>
            <a:r>
              <a:rPr lang="en-US" sz="1500" dirty="0" err="1">
                <a:solidFill>
                  <a:srgbClr val="030405"/>
                </a:solidFill>
              </a:rPr>
              <a:t>hồi</a:t>
            </a:r>
            <a:r>
              <a:rPr lang="en-US" sz="1500" dirty="0">
                <a:solidFill>
                  <a:srgbClr val="030405"/>
                </a:solidFill>
              </a:rPr>
              <a:t> </a:t>
            </a:r>
            <a:r>
              <a:rPr lang="en-US" sz="1500" dirty="0" err="1">
                <a:solidFill>
                  <a:srgbClr val="030405"/>
                </a:solidFill>
              </a:rPr>
              <a:t>từ</a:t>
            </a:r>
            <a:r>
              <a:rPr lang="en-US" sz="1500" dirty="0">
                <a:solidFill>
                  <a:srgbClr val="030405"/>
                </a:solidFill>
              </a:rPr>
              <a:t> </a:t>
            </a:r>
            <a:r>
              <a:rPr lang="en-US" sz="1500" dirty="0" err="1">
                <a:solidFill>
                  <a:srgbClr val="030405"/>
                </a:solidFill>
              </a:rPr>
              <a:t>người</a:t>
            </a:r>
            <a:r>
              <a:rPr lang="en-US" sz="1500" dirty="0">
                <a:solidFill>
                  <a:srgbClr val="030405"/>
                </a:solidFill>
              </a:rPr>
              <a:t> </a:t>
            </a:r>
            <a:r>
              <a:rPr lang="en-US" sz="1500" dirty="0" err="1">
                <a:solidFill>
                  <a:srgbClr val="030405"/>
                </a:solidFill>
              </a:rPr>
              <a:t>sử</a:t>
            </a:r>
            <a:r>
              <a:rPr lang="en-US" sz="1500" dirty="0">
                <a:solidFill>
                  <a:srgbClr val="030405"/>
                </a:solidFill>
              </a:rPr>
              <a:t> </a:t>
            </a:r>
            <a:r>
              <a:rPr lang="en-US" sz="1500" dirty="0" err="1">
                <a:solidFill>
                  <a:srgbClr val="030405"/>
                </a:solidFill>
              </a:rPr>
              <a:t>dụng</a:t>
            </a:r>
            <a:r>
              <a:rPr lang="en-US" sz="1500" dirty="0">
                <a:solidFill>
                  <a:srgbClr val="030405"/>
                </a:solidFill>
              </a:rPr>
              <a:t> </a:t>
            </a:r>
            <a:r>
              <a:rPr lang="en-US" sz="1500" dirty="0" err="1">
                <a:solidFill>
                  <a:srgbClr val="030405"/>
                </a:solidFill>
              </a:rPr>
              <a:t>đường</a:t>
            </a:r>
            <a:r>
              <a:rPr lang="en-US" sz="1500" dirty="0">
                <a:solidFill>
                  <a:srgbClr val="030405"/>
                </a:solidFill>
              </a:rPr>
              <a:t>, </a:t>
            </a:r>
            <a:r>
              <a:rPr lang="en-US" sz="1500" dirty="0" err="1">
                <a:solidFill>
                  <a:srgbClr val="030405"/>
                </a:solidFill>
              </a:rPr>
              <a:t>kết</a:t>
            </a:r>
            <a:r>
              <a:rPr lang="en-US" sz="1500" dirty="0">
                <a:solidFill>
                  <a:srgbClr val="030405"/>
                </a:solidFill>
              </a:rPr>
              <a:t> </a:t>
            </a:r>
            <a:r>
              <a:rPr lang="en-US" sz="1500" dirty="0" err="1">
                <a:solidFill>
                  <a:srgbClr val="030405"/>
                </a:solidFill>
              </a:rPr>
              <a:t>quả</a:t>
            </a:r>
            <a:r>
              <a:rPr lang="en-US" sz="1500" dirty="0">
                <a:solidFill>
                  <a:srgbClr val="030405"/>
                </a:solidFill>
              </a:rPr>
              <a:t> </a:t>
            </a:r>
            <a:r>
              <a:rPr lang="en-US" sz="1500" dirty="0" err="1">
                <a:solidFill>
                  <a:srgbClr val="030405"/>
                </a:solidFill>
              </a:rPr>
              <a:t>nghiên</a:t>
            </a:r>
            <a:r>
              <a:rPr lang="en-US" sz="1500" dirty="0">
                <a:solidFill>
                  <a:srgbClr val="030405"/>
                </a:solidFill>
              </a:rPr>
              <a:t> </a:t>
            </a:r>
            <a:r>
              <a:rPr lang="en-US" sz="1500" dirty="0" err="1">
                <a:solidFill>
                  <a:srgbClr val="030405"/>
                </a:solidFill>
              </a:rPr>
              <a:t>cứu</a:t>
            </a:r>
            <a:r>
              <a:rPr lang="en-US" sz="1500" dirty="0">
                <a:solidFill>
                  <a:srgbClr val="030405"/>
                </a:solidFill>
              </a:rPr>
              <a:t>.</a:t>
            </a:r>
          </a:p>
          <a:p>
            <a:pPr>
              <a:spcBef>
                <a:spcPts val="0"/>
              </a:spcBef>
            </a:pPr>
            <a:r>
              <a:rPr lang="en-US" sz="1500" dirty="0">
                <a:solidFill>
                  <a:srgbClr val="030405"/>
                </a:solidFill>
              </a:rPr>
              <a:t>•  </a:t>
            </a:r>
            <a:r>
              <a:rPr lang="en-US" sz="1500" dirty="0" err="1">
                <a:solidFill>
                  <a:srgbClr val="030405"/>
                </a:solidFill>
              </a:rPr>
              <a:t>Các</a:t>
            </a:r>
            <a:r>
              <a:rPr lang="en-US" sz="1500" dirty="0">
                <a:solidFill>
                  <a:srgbClr val="030405"/>
                </a:solidFill>
              </a:rPr>
              <a:t> </a:t>
            </a:r>
            <a:r>
              <a:rPr lang="en-US" sz="1500" dirty="0" err="1">
                <a:solidFill>
                  <a:srgbClr val="030405"/>
                </a:solidFill>
              </a:rPr>
              <a:t>chương</a:t>
            </a:r>
            <a:r>
              <a:rPr lang="en-US" sz="1500" dirty="0">
                <a:solidFill>
                  <a:srgbClr val="030405"/>
                </a:solidFill>
              </a:rPr>
              <a:t> </a:t>
            </a:r>
            <a:r>
              <a:rPr lang="en-US" sz="1500" dirty="0" err="1">
                <a:solidFill>
                  <a:srgbClr val="030405"/>
                </a:solidFill>
              </a:rPr>
              <a:t>trình</a:t>
            </a:r>
            <a:r>
              <a:rPr lang="en-US" sz="1500" dirty="0">
                <a:solidFill>
                  <a:srgbClr val="030405"/>
                </a:solidFill>
              </a:rPr>
              <a:t> </a:t>
            </a:r>
            <a:r>
              <a:rPr lang="en-US" sz="1500" dirty="0" err="1">
                <a:solidFill>
                  <a:srgbClr val="030405"/>
                </a:solidFill>
              </a:rPr>
              <a:t>chiến</a:t>
            </a:r>
            <a:r>
              <a:rPr lang="en-US" sz="1500" dirty="0">
                <a:solidFill>
                  <a:srgbClr val="030405"/>
                </a:solidFill>
              </a:rPr>
              <a:t> </a:t>
            </a:r>
            <a:r>
              <a:rPr lang="en-US" sz="1500" dirty="0" err="1">
                <a:solidFill>
                  <a:srgbClr val="030405"/>
                </a:solidFill>
              </a:rPr>
              <a:t>lược</a:t>
            </a:r>
            <a:r>
              <a:rPr lang="en-US" sz="1500" dirty="0">
                <a:solidFill>
                  <a:srgbClr val="030405"/>
                </a:solidFill>
              </a:rPr>
              <a:t> </a:t>
            </a:r>
            <a:r>
              <a:rPr lang="en-US" sz="1500" dirty="0" err="1">
                <a:solidFill>
                  <a:srgbClr val="030405"/>
                </a:solidFill>
              </a:rPr>
              <a:t>dài</a:t>
            </a:r>
            <a:r>
              <a:rPr lang="en-US" sz="1500" dirty="0">
                <a:solidFill>
                  <a:srgbClr val="030405"/>
                </a:solidFill>
              </a:rPr>
              <a:t> </a:t>
            </a:r>
            <a:r>
              <a:rPr lang="en-US" sz="1500" dirty="0" err="1">
                <a:solidFill>
                  <a:srgbClr val="030405"/>
                </a:solidFill>
              </a:rPr>
              <a:t>hạn</a:t>
            </a:r>
            <a:r>
              <a:rPr lang="en-US" sz="1500" dirty="0">
                <a:solidFill>
                  <a:srgbClr val="030405"/>
                </a:solidFill>
              </a:rPr>
              <a:t> </a:t>
            </a:r>
            <a:r>
              <a:rPr lang="en-US" sz="1500" dirty="0" err="1">
                <a:solidFill>
                  <a:srgbClr val="030405"/>
                </a:solidFill>
              </a:rPr>
              <a:t>được</a:t>
            </a:r>
            <a:r>
              <a:rPr lang="en-US" sz="1500" dirty="0">
                <a:solidFill>
                  <a:srgbClr val="030405"/>
                </a:solidFill>
              </a:rPr>
              <a:t> </a:t>
            </a:r>
            <a:r>
              <a:rPr lang="en-US" sz="1500" dirty="0" err="1">
                <a:solidFill>
                  <a:srgbClr val="030405"/>
                </a:solidFill>
              </a:rPr>
              <a:t>xây</a:t>
            </a:r>
            <a:r>
              <a:rPr lang="en-US" sz="1500" dirty="0">
                <a:solidFill>
                  <a:srgbClr val="030405"/>
                </a:solidFill>
              </a:rPr>
              <a:t> </a:t>
            </a:r>
            <a:r>
              <a:rPr lang="en-US" sz="1500" dirty="0" err="1">
                <a:solidFill>
                  <a:srgbClr val="030405"/>
                </a:solidFill>
              </a:rPr>
              <a:t>dựng</a:t>
            </a:r>
            <a:r>
              <a:rPr lang="en-US" sz="1500" dirty="0">
                <a:solidFill>
                  <a:srgbClr val="030405"/>
                </a:solidFill>
              </a:rPr>
              <a:t> </a:t>
            </a:r>
            <a:r>
              <a:rPr lang="en-US" sz="1500" dirty="0" err="1">
                <a:solidFill>
                  <a:srgbClr val="030405"/>
                </a:solidFill>
              </a:rPr>
              <a:t>và</a:t>
            </a:r>
            <a:r>
              <a:rPr lang="en-US" sz="1500" dirty="0">
                <a:solidFill>
                  <a:srgbClr val="030405"/>
                </a:solidFill>
              </a:rPr>
              <a:t> </a:t>
            </a:r>
            <a:r>
              <a:rPr lang="en-US" sz="1500" dirty="0" err="1">
                <a:solidFill>
                  <a:srgbClr val="030405"/>
                </a:solidFill>
              </a:rPr>
              <a:t>tiến</a:t>
            </a:r>
            <a:r>
              <a:rPr lang="en-US" sz="1500" dirty="0">
                <a:solidFill>
                  <a:srgbClr val="030405"/>
                </a:solidFill>
              </a:rPr>
              <a:t> </a:t>
            </a:r>
            <a:r>
              <a:rPr lang="en-US" sz="1500" dirty="0" err="1">
                <a:solidFill>
                  <a:srgbClr val="030405"/>
                </a:solidFill>
              </a:rPr>
              <a:t>trình</a:t>
            </a:r>
            <a:r>
              <a:rPr lang="en-US" sz="1500" dirty="0">
                <a:solidFill>
                  <a:srgbClr val="030405"/>
                </a:solidFill>
              </a:rPr>
              <a:t> </a:t>
            </a:r>
            <a:r>
              <a:rPr lang="en-US" sz="1500" dirty="0" err="1">
                <a:solidFill>
                  <a:srgbClr val="030405"/>
                </a:solidFill>
              </a:rPr>
              <a:t>thực</a:t>
            </a:r>
            <a:r>
              <a:rPr lang="en-US" sz="1500" dirty="0">
                <a:solidFill>
                  <a:srgbClr val="030405"/>
                </a:solidFill>
              </a:rPr>
              <a:t> </a:t>
            </a:r>
            <a:r>
              <a:rPr lang="en-US" sz="1500" dirty="0" err="1">
                <a:solidFill>
                  <a:srgbClr val="030405"/>
                </a:solidFill>
              </a:rPr>
              <a:t>hiện</a:t>
            </a:r>
            <a:r>
              <a:rPr lang="en-US" sz="1500" dirty="0">
                <a:solidFill>
                  <a:srgbClr val="030405"/>
                </a:solidFill>
              </a:rPr>
              <a:t> </a:t>
            </a:r>
            <a:r>
              <a:rPr lang="en-US" sz="1500" dirty="0" err="1">
                <a:solidFill>
                  <a:srgbClr val="030405"/>
                </a:solidFill>
              </a:rPr>
              <a:t>các</a:t>
            </a:r>
            <a:r>
              <a:rPr lang="en-US" sz="1500" dirty="0">
                <a:solidFill>
                  <a:srgbClr val="030405"/>
                </a:solidFill>
              </a:rPr>
              <a:t> </a:t>
            </a:r>
            <a:r>
              <a:rPr lang="en-US" sz="1500" dirty="0" err="1">
                <a:solidFill>
                  <a:srgbClr val="030405"/>
                </a:solidFill>
              </a:rPr>
              <a:t>chương</a:t>
            </a:r>
            <a:r>
              <a:rPr lang="en-US" sz="1500" dirty="0">
                <a:solidFill>
                  <a:srgbClr val="030405"/>
                </a:solidFill>
              </a:rPr>
              <a:t> </a:t>
            </a:r>
            <a:r>
              <a:rPr lang="en-US" sz="1500" dirty="0" err="1">
                <a:solidFill>
                  <a:srgbClr val="030405"/>
                </a:solidFill>
              </a:rPr>
              <a:t>trình</a:t>
            </a:r>
            <a:r>
              <a:rPr lang="en-US" sz="1500" dirty="0">
                <a:solidFill>
                  <a:srgbClr val="030405"/>
                </a:solidFill>
              </a:rPr>
              <a:t>, </a:t>
            </a:r>
            <a:r>
              <a:rPr lang="en-US" sz="1500" dirty="0" err="1">
                <a:solidFill>
                  <a:srgbClr val="030405"/>
                </a:solidFill>
              </a:rPr>
              <a:t>chiến</a:t>
            </a:r>
            <a:r>
              <a:rPr lang="en-US" sz="1500" dirty="0">
                <a:solidFill>
                  <a:srgbClr val="030405"/>
                </a:solidFill>
              </a:rPr>
              <a:t> </a:t>
            </a:r>
            <a:r>
              <a:rPr lang="en-US" sz="1500" dirty="0" err="1">
                <a:solidFill>
                  <a:srgbClr val="030405"/>
                </a:solidFill>
              </a:rPr>
              <a:t>lược</a:t>
            </a:r>
            <a:r>
              <a:rPr lang="en-US" sz="1500" dirty="0">
                <a:solidFill>
                  <a:srgbClr val="030405"/>
                </a:solidFill>
              </a:rPr>
              <a:t> </a:t>
            </a:r>
            <a:r>
              <a:rPr lang="en-US" sz="1500" dirty="0" err="1">
                <a:solidFill>
                  <a:srgbClr val="030405"/>
                </a:solidFill>
              </a:rPr>
              <a:t>dài</a:t>
            </a:r>
            <a:r>
              <a:rPr lang="en-US" sz="1500" dirty="0">
                <a:solidFill>
                  <a:srgbClr val="030405"/>
                </a:solidFill>
              </a:rPr>
              <a:t> </a:t>
            </a:r>
            <a:r>
              <a:rPr lang="en-US" sz="1500" dirty="0" err="1">
                <a:solidFill>
                  <a:srgbClr val="030405"/>
                </a:solidFill>
              </a:rPr>
              <a:t>hạn</a:t>
            </a:r>
            <a:r>
              <a:rPr lang="en-US" sz="1500" dirty="0">
                <a:solidFill>
                  <a:srgbClr val="030405"/>
                </a:solidFill>
              </a:rPr>
              <a:t>.</a:t>
            </a:r>
          </a:p>
          <a:p>
            <a:pPr>
              <a:spcBef>
                <a:spcPts val="0"/>
              </a:spcBef>
            </a:pPr>
            <a:r>
              <a:rPr lang="en-US" sz="1500" dirty="0">
                <a:solidFill>
                  <a:srgbClr val="030405"/>
                </a:solidFill>
              </a:rPr>
              <a:t>•  </a:t>
            </a:r>
            <a:r>
              <a:rPr lang="en-US" sz="1500" dirty="0" err="1">
                <a:solidFill>
                  <a:srgbClr val="030405"/>
                </a:solidFill>
              </a:rPr>
              <a:t>Phân</a:t>
            </a:r>
            <a:r>
              <a:rPr lang="en-US" sz="1500" dirty="0">
                <a:solidFill>
                  <a:srgbClr val="030405"/>
                </a:solidFill>
              </a:rPr>
              <a:t> </a:t>
            </a:r>
            <a:r>
              <a:rPr lang="en-US" sz="1500" dirty="0" err="1">
                <a:solidFill>
                  <a:srgbClr val="030405"/>
                </a:solidFill>
              </a:rPr>
              <a:t>bổ</a:t>
            </a:r>
            <a:r>
              <a:rPr lang="en-US" sz="1500" dirty="0">
                <a:solidFill>
                  <a:srgbClr val="030405"/>
                </a:solidFill>
              </a:rPr>
              <a:t> </a:t>
            </a:r>
            <a:r>
              <a:rPr lang="en-US" sz="1500" dirty="0" err="1">
                <a:solidFill>
                  <a:srgbClr val="030405"/>
                </a:solidFill>
              </a:rPr>
              <a:t>các</a:t>
            </a:r>
            <a:r>
              <a:rPr lang="en-US" sz="1500" dirty="0">
                <a:solidFill>
                  <a:srgbClr val="030405"/>
                </a:solidFill>
              </a:rPr>
              <a:t> </a:t>
            </a:r>
            <a:r>
              <a:rPr lang="en-US" sz="1500" dirty="0" err="1">
                <a:solidFill>
                  <a:srgbClr val="030405"/>
                </a:solidFill>
              </a:rPr>
              <a:t>nguồn</a:t>
            </a:r>
            <a:r>
              <a:rPr lang="en-US" sz="1500" dirty="0">
                <a:solidFill>
                  <a:srgbClr val="030405"/>
                </a:solidFill>
              </a:rPr>
              <a:t> </a:t>
            </a:r>
            <a:r>
              <a:rPr lang="en-US" sz="1500" dirty="0" err="1">
                <a:solidFill>
                  <a:srgbClr val="030405"/>
                </a:solidFill>
              </a:rPr>
              <a:t>lực</a:t>
            </a:r>
            <a:r>
              <a:rPr lang="en-US" sz="1500" dirty="0">
                <a:solidFill>
                  <a:srgbClr val="030405"/>
                </a:solidFill>
              </a:rPr>
              <a:t> </a:t>
            </a:r>
            <a:r>
              <a:rPr lang="en-US" sz="1500" dirty="0" err="1">
                <a:solidFill>
                  <a:srgbClr val="030405"/>
                </a:solidFill>
              </a:rPr>
              <a:t>cho</a:t>
            </a:r>
            <a:r>
              <a:rPr lang="en-US" sz="1500" dirty="0">
                <a:solidFill>
                  <a:srgbClr val="030405"/>
                </a:solidFill>
              </a:rPr>
              <a:t> </a:t>
            </a:r>
            <a:r>
              <a:rPr lang="en-US" sz="1500" dirty="0" err="1">
                <a:solidFill>
                  <a:srgbClr val="030405"/>
                </a:solidFill>
              </a:rPr>
              <a:t>hạ</a:t>
            </a:r>
            <a:r>
              <a:rPr lang="en-US" sz="1500" dirty="0">
                <a:solidFill>
                  <a:srgbClr val="030405"/>
                </a:solidFill>
              </a:rPr>
              <a:t> </a:t>
            </a:r>
            <a:r>
              <a:rPr lang="en-US" sz="1500" dirty="0" err="1">
                <a:solidFill>
                  <a:srgbClr val="030405"/>
                </a:solidFill>
              </a:rPr>
              <a:t>tầng</a:t>
            </a:r>
            <a:r>
              <a:rPr lang="en-US" sz="1500" dirty="0">
                <a:solidFill>
                  <a:srgbClr val="030405"/>
                </a:solidFill>
              </a:rPr>
              <a:t> </a:t>
            </a:r>
            <a:r>
              <a:rPr lang="en-US" sz="1500" dirty="0" err="1">
                <a:solidFill>
                  <a:srgbClr val="030405"/>
                </a:solidFill>
              </a:rPr>
              <a:t>đường</a:t>
            </a:r>
            <a:r>
              <a:rPr lang="en-US" sz="1500" dirty="0">
                <a:solidFill>
                  <a:srgbClr val="030405"/>
                </a:solidFill>
              </a:rPr>
              <a:t> </a:t>
            </a:r>
            <a:r>
              <a:rPr lang="en-US" sz="1500" dirty="0" err="1">
                <a:solidFill>
                  <a:srgbClr val="030405"/>
                </a:solidFill>
              </a:rPr>
              <a:t>bộ</a:t>
            </a:r>
            <a:r>
              <a:rPr lang="en-US" sz="1500" dirty="0">
                <a:solidFill>
                  <a:srgbClr val="030405"/>
                </a:solidFill>
              </a:rPr>
              <a:t>.</a:t>
            </a:r>
          </a:p>
          <a:p>
            <a:pPr>
              <a:spcBef>
                <a:spcPts val="0"/>
              </a:spcBef>
            </a:pPr>
            <a:r>
              <a:rPr lang="en-US" sz="1500" dirty="0">
                <a:solidFill>
                  <a:srgbClr val="030405"/>
                </a:solidFill>
              </a:rPr>
              <a:t>•  </a:t>
            </a:r>
            <a:r>
              <a:rPr lang="en-US" sz="1500" dirty="0" err="1">
                <a:solidFill>
                  <a:srgbClr val="030405"/>
                </a:solidFill>
              </a:rPr>
              <a:t>Công</a:t>
            </a:r>
            <a:r>
              <a:rPr lang="en-US" sz="1500" dirty="0">
                <a:solidFill>
                  <a:srgbClr val="030405"/>
                </a:solidFill>
              </a:rPr>
              <a:t> </a:t>
            </a:r>
            <a:r>
              <a:rPr lang="en-US" sz="1500" dirty="0" err="1">
                <a:solidFill>
                  <a:srgbClr val="030405"/>
                </a:solidFill>
              </a:rPr>
              <a:t>tác</a:t>
            </a:r>
            <a:r>
              <a:rPr lang="en-US" sz="1500" dirty="0">
                <a:solidFill>
                  <a:srgbClr val="030405"/>
                </a:solidFill>
              </a:rPr>
              <a:t> </a:t>
            </a:r>
            <a:r>
              <a:rPr lang="en-US" sz="1500" dirty="0" err="1">
                <a:solidFill>
                  <a:srgbClr val="030405"/>
                </a:solidFill>
              </a:rPr>
              <a:t>quản</a:t>
            </a:r>
            <a:r>
              <a:rPr lang="en-US" sz="1500" dirty="0">
                <a:solidFill>
                  <a:srgbClr val="030405"/>
                </a:solidFill>
              </a:rPr>
              <a:t> </a:t>
            </a:r>
            <a:r>
              <a:rPr lang="en-US" sz="1500" dirty="0" err="1">
                <a:solidFill>
                  <a:srgbClr val="030405"/>
                </a:solidFill>
              </a:rPr>
              <a:t>lý</a:t>
            </a:r>
            <a:r>
              <a:rPr lang="en-US" sz="1500" dirty="0">
                <a:solidFill>
                  <a:srgbClr val="030405"/>
                </a:solidFill>
              </a:rPr>
              <a:t> </a:t>
            </a:r>
            <a:r>
              <a:rPr lang="en-US" sz="1500" dirty="0" err="1">
                <a:solidFill>
                  <a:srgbClr val="030405"/>
                </a:solidFill>
              </a:rPr>
              <a:t>chất</a:t>
            </a:r>
            <a:r>
              <a:rPr lang="en-US" sz="1500" dirty="0">
                <a:solidFill>
                  <a:srgbClr val="030405"/>
                </a:solidFill>
              </a:rPr>
              <a:t> </a:t>
            </a:r>
            <a:r>
              <a:rPr lang="en-US" sz="1500" dirty="0" err="1">
                <a:solidFill>
                  <a:srgbClr val="030405"/>
                </a:solidFill>
              </a:rPr>
              <a:t>lượng</a:t>
            </a:r>
            <a:r>
              <a:rPr lang="en-US" sz="1500" dirty="0">
                <a:solidFill>
                  <a:srgbClr val="030405"/>
                </a:solidFill>
              </a:rPr>
              <a:t>/ </a:t>
            </a:r>
            <a:r>
              <a:rPr lang="en-US" sz="1500" dirty="0" err="1">
                <a:solidFill>
                  <a:srgbClr val="030405"/>
                </a:solidFill>
              </a:rPr>
              <a:t>các</a:t>
            </a:r>
            <a:r>
              <a:rPr lang="en-US" sz="1500" dirty="0">
                <a:solidFill>
                  <a:srgbClr val="030405"/>
                </a:solidFill>
              </a:rPr>
              <a:t> </a:t>
            </a:r>
            <a:r>
              <a:rPr lang="en-US" sz="1500" dirty="0" err="1">
                <a:solidFill>
                  <a:srgbClr val="030405"/>
                </a:solidFill>
              </a:rPr>
              <a:t>chương</a:t>
            </a:r>
            <a:r>
              <a:rPr lang="en-US" sz="1500" dirty="0">
                <a:solidFill>
                  <a:srgbClr val="030405"/>
                </a:solidFill>
              </a:rPr>
              <a:t> </a:t>
            </a:r>
            <a:r>
              <a:rPr lang="en-US" sz="1500" dirty="0" err="1">
                <a:solidFill>
                  <a:srgbClr val="030405"/>
                </a:solidFill>
              </a:rPr>
              <a:t>trình</a:t>
            </a:r>
            <a:r>
              <a:rPr lang="en-US" sz="1500" dirty="0">
                <a:solidFill>
                  <a:srgbClr val="030405"/>
                </a:solidFill>
              </a:rPr>
              <a:t> </a:t>
            </a:r>
            <a:r>
              <a:rPr lang="en-US" sz="1500" dirty="0" err="1">
                <a:solidFill>
                  <a:srgbClr val="030405"/>
                </a:solidFill>
              </a:rPr>
              <a:t>kiểm</a:t>
            </a:r>
            <a:r>
              <a:rPr lang="en-US" sz="1500" dirty="0">
                <a:solidFill>
                  <a:srgbClr val="030405"/>
                </a:solidFill>
              </a:rPr>
              <a:t> </a:t>
            </a:r>
            <a:r>
              <a:rPr lang="en-US" sz="1500" dirty="0" err="1">
                <a:solidFill>
                  <a:srgbClr val="030405"/>
                </a:solidFill>
              </a:rPr>
              <a:t>toán</a:t>
            </a:r>
            <a:r>
              <a:rPr lang="en-US" sz="1500" dirty="0">
                <a:solidFill>
                  <a:srgbClr val="030405"/>
                </a:solidFill>
              </a:rPr>
              <a:t>.</a:t>
            </a:r>
          </a:p>
          <a:p>
            <a:pPr>
              <a:spcBef>
                <a:spcPts val="0"/>
              </a:spcBef>
            </a:pPr>
            <a:r>
              <a:rPr lang="en-US" sz="1500" dirty="0">
                <a:solidFill>
                  <a:srgbClr val="030405"/>
                </a:solidFill>
              </a:rPr>
              <a:t>•  </a:t>
            </a:r>
            <a:r>
              <a:rPr lang="en-US" sz="1500" dirty="0" err="1">
                <a:solidFill>
                  <a:srgbClr val="030405"/>
                </a:solidFill>
              </a:rPr>
              <a:t>Dự</a:t>
            </a:r>
            <a:r>
              <a:rPr lang="en-US" sz="1500" dirty="0">
                <a:solidFill>
                  <a:srgbClr val="030405"/>
                </a:solidFill>
              </a:rPr>
              <a:t> </a:t>
            </a:r>
            <a:r>
              <a:rPr lang="en-US" sz="1500" dirty="0" err="1">
                <a:solidFill>
                  <a:srgbClr val="030405"/>
                </a:solidFill>
              </a:rPr>
              <a:t>báo</a:t>
            </a:r>
            <a:r>
              <a:rPr lang="en-US" sz="1500" dirty="0">
                <a:solidFill>
                  <a:srgbClr val="030405"/>
                </a:solidFill>
              </a:rPr>
              <a:t> </a:t>
            </a:r>
            <a:r>
              <a:rPr lang="en-US" sz="1500" dirty="0" err="1">
                <a:solidFill>
                  <a:srgbClr val="030405"/>
                </a:solidFill>
              </a:rPr>
              <a:t>các</a:t>
            </a:r>
            <a:r>
              <a:rPr lang="en-US" sz="1500" dirty="0">
                <a:solidFill>
                  <a:srgbClr val="030405"/>
                </a:solidFill>
              </a:rPr>
              <a:t> </a:t>
            </a:r>
            <a:r>
              <a:rPr lang="en-US" sz="1500" dirty="0" err="1">
                <a:solidFill>
                  <a:srgbClr val="030405"/>
                </a:solidFill>
              </a:rPr>
              <a:t>giá</a:t>
            </a:r>
            <a:r>
              <a:rPr lang="en-US" sz="1500" dirty="0">
                <a:solidFill>
                  <a:srgbClr val="030405"/>
                </a:solidFill>
              </a:rPr>
              <a:t> </a:t>
            </a:r>
            <a:r>
              <a:rPr lang="en-US" sz="1500" dirty="0" err="1">
                <a:solidFill>
                  <a:srgbClr val="030405"/>
                </a:solidFill>
              </a:rPr>
              <a:t>trị</a:t>
            </a:r>
            <a:r>
              <a:rPr lang="en-US" sz="1500" dirty="0">
                <a:solidFill>
                  <a:srgbClr val="030405"/>
                </a:solidFill>
              </a:rPr>
              <a:t> chi </a:t>
            </a:r>
            <a:r>
              <a:rPr lang="en-US" sz="1500" dirty="0" err="1">
                <a:solidFill>
                  <a:srgbClr val="030405"/>
                </a:solidFill>
              </a:rPr>
              <a:t>phí</a:t>
            </a:r>
            <a:r>
              <a:rPr lang="en-US" sz="1500" dirty="0">
                <a:solidFill>
                  <a:srgbClr val="030405"/>
                </a:solidFill>
              </a:rPr>
              <a:t> </a:t>
            </a:r>
            <a:r>
              <a:rPr lang="en-US" sz="1500" dirty="0" err="1">
                <a:solidFill>
                  <a:srgbClr val="030405"/>
                </a:solidFill>
              </a:rPr>
              <a:t>đường</a:t>
            </a:r>
            <a:r>
              <a:rPr lang="en-US" sz="1500" dirty="0">
                <a:solidFill>
                  <a:srgbClr val="030405"/>
                </a:solidFill>
              </a:rPr>
              <a:t> </a:t>
            </a:r>
            <a:r>
              <a:rPr lang="en-US" sz="1500" dirty="0" err="1">
                <a:solidFill>
                  <a:srgbClr val="030405"/>
                </a:solidFill>
              </a:rPr>
              <a:t>bộ</a:t>
            </a:r>
            <a:r>
              <a:rPr lang="en-US" sz="1500" dirty="0">
                <a:solidFill>
                  <a:srgbClr val="030405"/>
                </a:solidFill>
              </a:rPr>
              <a:t> </a:t>
            </a:r>
            <a:r>
              <a:rPr lang="en-US" sz="1500" dirty="0" err="1">
                <a:solidFill>
                  <a:srgbClr val="030405"/>
                </a:solidFill>
              </a:rPr>
              <a:t>và</a:t>
            </a:r>
            <a:r>
              <a:rPr lang="en-US" sz="1500" dirty="0">
                <a:solidFill>
                  <a:srgbClr val="030405"/>
                </a:solidFill>
              </a:rPr>
              <a:t> </a:t>
            </a:r>
            <a:r>
              <a:rPr lang="en-US" sz="1500" dirty="0" err="1">
                <a:solidFill>
                  <a:srgbClr val="030405"/>
                </a:solidFill>
              </a:rPr>
              <a:t>các</a:t>
            </a:r>
            <a:r>
              <a:rPr lang="en-US" sz="1500" dirty="0">
                <a:solidFill>
                  <a:srgbClr val="030405"/>
                </a:solidFill>
              </a:rPr>
              <a:t> chi </a:t>
            </a:r>
            <a:r>
              <a:rPr lang="en-US" sz="1500" dirty="0" err="1">
                <a:solidFill>
                  <a:srgbClr val="030405"/>
                </a:solidFill>
              </a:rPr>
              <a:t>phí</a:t>
            </a:r>
            <a:r>
              <a:rPr lang="en-US" sz="1500" dirty="0">
                <a:solidFill>
                  <a:srgbClr val="030405"/>
                </a:solidFill>
              </a:rPr>
              <a:t> </a:t>
            </a:r>
            <a:r>
              <a:rPr lang="en-US" sz="1500" dirty="0" err="1">
                <a:solidFill>
                  <a:srgbClr val="030405"/>
                </a:solidFill>
              </a:rPr>
              <a:t>thực</a:t>
            </a:r>
            <a:r>
              <a:rPr lang="en-US" sz="1500" dirty="0">
                <a:solidFill>
                  <a:srgbClr val="030405"/>
                </a:solidFill>
              </a:rPr>
              <a:t> </a:t>
            </a:r>
            <a:r>
              <a:rPr lang="en-US" sz="1500" dirty="0" err="1">
                <a:solidFill>
                  <a:srgbClr val="030405"/>
                </a:solidFill>
              </a:rPr>
              <a:t>tế</a:t>
            </a:r>
            <a:r>
              <a:rPr lang="en-US" sz="1500" dirty="0">
                <a:solidFill>
                  <a:srgbClr val="030405"/>
                </a:solidFill>
              </a:rPr>
              <a:t>.</a:t>
            </a:r>
          </a:p>
          <a:p>
            <a:pPr>
              <a:spcBef>
                <a:spcPts val="0"/>
              </a:spcBef>
            </a:pPr>
            <a:r>
              <a:rPr lang="en-US" sz="1500" dirty="0">
                <a:solidFill>
                  <a:srgbClr val="030405"/>
                </a:solidFill>
              </a:rPr>
              <a:t>•  Chi </a:t>
            </a:r>
            <a:r>
              <a:rPr lang="en-US" sz="1500" dirty="0" err="1">
                <a:solidFill>
                  <a:srgbClr val="030405"/>
                </a:solidFill>
              </a:rPr>
              <a:t>phí</a:t>
            </a:r>
            <a:r>
              <a:rPr lang="en-US" sz="1500" dirty="0">
                <a:solidFill>
                  <a:srgbClr val="030405"/>
                </a:solidFill>
              </a:rPr>
              <a:t> (</a:t>
            </a:r>
            <a:r>
              <a:rPr lang="en-US" sz="1500" dirty="0" err="1">
                <a:solidFill>
                  <a:srgbClr val="030405"/>
                </a:solidFill>
              </a:rPr>
              <a:t>tỉ</a:t>
            </a:r>
            <a:r>
              <a:rPr lang="en-US" sz="1500" dirty="0">
                <a:solidFill>
                  <a:srgbClr val="030405"/>
                </a:solidFill>
              </a:rPr>
              <a:t> </a:t>
            </a:r>
            <a:r>
              <a:rPr lang="en-US" sz="1500" dirty="0" err="1">
                <a:solidFill>
                  <a:srgbClr val="030405"/>
                </a:solidFill>
              </a:rPr>
              <a:t>lệ</a:t>
            </a:r>
            <a:r>
              <a:rPr lang="en-US" sz="1500" dirty="0">
                <a:solidFill>
                  <a:srgbClr val="030405"/>
                </a:solidFill>
              </a:rPr>
              <a:t> chi </a:t>
            </a:r>
            <a:r>
              <a:rPr lang="en-US" sz="1500" dirty="0" err="1">
                <a:solidFill>
                  <a:srgbClr val="030405"/>
                </a:solidFill>
              </a:rPr>
              <a:t>phí</a:t>
            </a:r>
            <a:r>
              <a:rPr lang="en-US" sz="1500" dirty="0">
                <a:solidFill>
                  <a:srgbClr val="030405"/>
                </a:solidFill>
              </a:rPr>
              <a:t>) </a:t>
            </a:r>
            <a:r>
              <a:rPr lang="en-US" sz="1500" dirty="0" err="1">
                <a:solidFill>
                  <a:srgbClr val="030405"/>
                </a:solidFill>
              </a:rPr>
              <a:t>quản</a:t>
            </a:r>
            <a:r>
              <a:rPr lang="en-US" sz="1500" dirty="0">
                <a:solidFill>
                  <a:srgbClr val="030405"/>
                </a:solidFill>
              </a:rPr>
              <a:t> </a:t>
            </a:r>
            <a:r>
              <a:rPr lang="en-US" sz="1500" dirty="0" err="1">
                <a:solidFill>
                  <a:srgbClr val="030405"/>
                </a:solidFill>
              </a:rPr>
              <a:t>lý</a:t>
            </a:r>
            <a:r>
              <a:rPr lang="en-US" sz="1500" dirty="0">
                <a:solidFill>
                  <a:srgbClr val="030405"/>
                </a:solidFill>
              </a:rPr>
              <a:t>.</a:t>
            </a:r>
          </a:p>
          <a:p>
            <a:pPr>
              <a:spcBef>
                <a:spcPts val="0"/>
              </a:spcBef>
            </a:pPr>
            <a:r>
              <a:rPr lang="en-US" sz="1500" dirty="0">
                <a:solidFill>
                  <a:srgbClr val="030405"/>
                </a:solidFill>
              </a:rPr>
              <a:t>•  </a:t>
            </a:r>
            <a:r>
              <a:rPr lang="en-US" sz="1500" dirty="0" err="1">
                <a:solidFill>
                  <a:srgbClr val="030405"/>
                </a:solidFill>
              </a:rPr>
              <a:t>Giá</a:t>
            </a:r>
            <a:r>
              <a:rPr lang="en-US" sz="1500" dirty="0">
                <a:solidFill>
                  <a:srgbClr val="030405"/>
                </a:solidFill>
              </a:rPr>
              <a:t> </a:t>
            </a:r>
            <a:r>
              <a:rPr lang="en-US" sz="1500" dirty="0" err="1">
                <a:solidFill>
                  <a:srgbClr val="030405"/>
                </a:solidFill>
              </a:rPr>
              <a:t>trị</a:t>
            </a:r>
            <a:r>
              <a:rPr lang="en-US" sz="1500" dirty="0">
                <a:solidFill>
                  <a:srgbClr val="030405"/>
                </a:solidFill>
              </a:rPr>
              <a:t> </a:t>
            </a:r>
            <a:r>
              <a:rPr lang="en-US" sz="1500" dirty="0" err="1">
                <a:solidFill>
                  <a:srgbClr val="030405"/>
                </a:solidFill>
              </a:rPr>
              <a:t>tài</a:t>
            </a:r>
            <a:r>
              <a:rPr lang="en-US" sz="1500" dirty="0">
                <a:solidFill>
                  <a:srgbClr val="030405"/>
                </a:solidFill>
              </a:rPr>
              <a:t> </a:t>
            </a:r>
            <a:r>
              <a:rPr lang="en-US" sz="1500" dirty="0" err="1">
                <a:solidFill>
                  <a:srgbClr val="030405"/>
                </a:solidFill>
              </a:rPr>
              <a:t>sản</a:t>
            </a:r>
            <a:r>
              <a:rPr lang="en-US" sz="1500" dirty="0">
                <a:solidFill>
                  <a:srgbClr val="030405"/>
                </a:solidFill>
              </a:rPr>
              <a:t> </a:t>
            </a:r>
            <a:r>
              <a:rPr lang="en-US" sz="1500" dirty="0" err="1">
                <a:solidFill>
                  <a:srgbClr val="030405"/>
                </a:solidFill>
              </a:rPr>
              <a:t>đường</a:t>
            </a:r>
            <a:r>
              <a:rPr lang="en-US" sz="1500" dirty="0">
                <a:solidFill>
                  <a:srgbClr val="030405"/>
                </a:solidFill>
              </a:rPr>
              <a:t> </a:t>
            </a:r>
            <a:r>
              <a:rPr lang="en-US" sz="1500" dirty="0" err="1">
                <a:solidFill>
                  <a:srgbClr val="030405"/>
                </a:solidFill>
              </a:rPr>
              <a:t>bộ</a:t>
            </a:r>
            <a:endParaRPr lang="en-US" sz="1500" dirty="0">
              <a:solidFill>
                <a:srgbClr val="030405"/>
              </a:solidFill>
            </a:endParaRPr>
          </a:p>
          <a:p>
            <a:pPr>
              <a:spcBef>
                <a:spcPts val="0"/>
              </a:spcBef>
            </a:pPr>
            <a:r>
              <a:rPr lang="en-US" sz="1500" dirty="0">
                <a:solidFill>
                  <a:srgbClr val="030405"/>
                </a:solidFill>
              </a:rPr>
              <a:t>•  </a:t>
            </a:r>
            <a:r>
              <a:rPr lang="en-US" sz="1500" dirty="0" err="1">
                <a:solidFill>
                  <a:srgbClr val="030405"/>
                </a:solidFill>
              </a:rPr>
              <a:t>Độ</a:t>
            </a:r>
            <a:r>
              <a:rPr lang="en-US" sz="1500" dirty="0">
                <a:solidFill>
                  <a:srgbClr val="030405"/>
                </a:solidFill>
              </a:rPr>
              <a:t> </a:t>
            </a:r>
            <a:r>
              <a:rPr lang="en-US" sz="1500" dirty="0" err="1">
                <a:solidFill>
                  <a:srgbClr val="030405"/>
                </a:solidFill>
              </a:rPr>
              <a:t>gồ</a:t>
            </a:r>
            <a:r>
              <a:rPr lang="en-US" sz="1500" dirty="0">
                <a:solidFill>
                  <a:srgbClr val="030405"/>
                </a:solidFill>
              </a:rPr>
              <a:t> </a:t>
            </a:r>
            <a:r>
              <a:rPr lang="en-US" sz="1500" dirty="0" err="1">
                <a:solidFill>
                  <a:srgbClr val="030405"/>
                </a:solidFill>
              </a:rPr>
              <a:t>ghề</a:t>
            </a:r>
            <a:endParaRPr lang="en-US" sz="1500" dirty="0">
              <a:solidFill>
                <a:srgbClr val="030405"/>
              </a:solidFill>
            </a:endParaRPr>
          </a:p>
          <a:p>
            <a:pPr>
              <a:spcBef>
                <a:spcPts val="0"/>
              </a:spcBef>
            </a:pPr>
            <a:r>
              <a:rPr lang="en-US" sz="1500" dirty="0">
                <a:solidFill>
                  <a:srgbClr val="030405"/>
                </a:solidFill>
              </a:rPr>
              <a:t>•  </a:t>
            </a:r>
            <a:r>
              <a:rPr lang="en-US" sz="1500" dirty="0" err="1">
                <a:solidFill>
                  <a:srgbClr val="030405"/>
                </a:solidFill>
              </a:rPr>
              <a:t>Tình</a:t>
            </a:r>
            <a:r>
              <a:rPr lang="en-US" sz="1500" dirty="0">
                <a:solidFill>
                  <a:srgbClr val="030405"/>
                </a:solidFill>
              </a:rPr>
              <a:t> </a:t>
            </a:r>
            <a:r>
              <a:rPr lang="en-US" sz="1500" dirty="0" err="1">
                <a:solidFill>
                  <a:srgbClr val="030405"/>
                </a:solidFill>
              </a:rPr>
              <a:t>trạng</a:t>
            </a:r>
            <a:r>
              <a:rPr lang="en-US" sz="1500" dirty="0">
                <a:solidFill>
                  <a:srgbClr val="030405"/>
                </a:solidFill>
              </a:rPr>
              <a:t> </a:t>
            </a:r>
            <a:r>
              <a:rPr lang="en-US" sz="1500" dirty="0" err="1">
                <a:solidFill>
                  <a:srgbClr val="030405"/>
                </a:solidFill>
              </a:rPr>
              <a:t>đường</a:t>
            </a:r>
            <a:r>
              <a:rPr lang="en-US" sz="1500" dirty="0">
                <a:solidFill>
                  <a:srgbClr val="030405"/>
                </a:solidFill>
              </a:rPr>
              <a:t> </a:t>
            </a:r>
            <a:r>
              <a:rPr lang="en-US" sz="1500" dirty="0" err="1">
                <a:solidFill>
                  <a:srgbClr val="030405"/>
                </a:solidFill>
              </a:rPr>
              <a:t>và</a:t>
            </a:r>
            <a:r>
              <a:rPr lang="en-US" sz="1500" dirty="0">
                <a:solidFill>
                  <a:srgbClr val="030405"/>
                </a:solidFill>
              </a:rPr>
              <a:t> </a:t>
            </a:r>
            <a:r>
              <a:rPr lang="en-US" sz="1500" dirty="0" err="1">
                <a:solidFill>
                  <a:srgbClr val="030405"/>
                </a:solidFill>
              </a:rPr>
              <a:t>các</a:t>
            </a:r>
            <a:r>
              <a:rPr lang="en-US" sz="1500" dirty="0">
                <a:solidFill>
                  <a:srgbClr val="030405"/>
                </a:solidFill>
              </a:rPr>
              <a:t> </a:t>
            </a:r>
            <a:r>
              <a:rPr lang="en-US" sz="1500" dirty="0" err="1">
                <a:solidFill>
                  <a:srgbClr val="030405"/>
                </a:solidFill>
              </a:rPr>
              <a:t>công</a:t>
            </a:r>
            <a:r>
              <a:rPr lang="en-US" sz="1500" dirty="0">
                <a:solidFill>
                  <a:srgbClr val="030405"/>
                </a:solidFill>
              </a:rPr>
              <a:t> </a:t>
            </a:r>
            <a:r>
              <a:rPr lang="en-US" sz="1500" dirty="0" err="1">
                <a:solidFill>
                  <a:srgbClr val="030405"/>
                </a:solidFill>
              </a:rPr>
              <a:t>trình</a:t>
            </a:r>
            <a:r>
              <a:rPr lang="en-US" sz="1500" dirty="0">
                <a:solidFill>
                  <a:srgbClr val="030405"/>
                </a:solidFill>
              </a:rPr>
              <a:t> </a:t>
            </a:r>
            <a:r>
              <a:rPr lang="en-US" sz="1500" dirty="0" err="1">
                <a:solidFill>
                  <a:srgbClr val="030405"/>
                </a:solidFill>
              </a:rPr>
              <a:t>kết</a:t>
            </a:r>
            <a:r>
              <a:rPr lang="en-US" sz="1500" dirty="0">
                <a:solidFill>
                  <a:srgbClr val="030405"/>
                </a:solidFill>
              </a:rPr>
              <a:t> </a:t>
            </a:r>
            <a:r>
              <a:rPr lang="en-US" sz="1500" dirty="0" err="1">
                <a:solidFill>
                  <a:srgbClr val="030405"/>
                </a:solidFill>
              </a:rPr>
              <a:t>cấu</a:t>
            </a:r>
            <a:r>
              <a:rPr lang="en-US" sz="1500" dirty="0">
                <a:solidFill>
                  <a:srgbClr val="030405"/>
                </a:solidFill>
              </a:rPr>
              <a:t> </a:t>
            </a:r>
            <a:r>
              <a:rPr lang="en-US" sz="1500" dirty="0" err="1">
                <a:solidFill>
                  <a:srgbClr val="030405"/>
                </a:solidFill>
              </a:rPr>
              <a:t>trên</a:t>
            </a:r>
            <a:r>
              <a:rPr lang="en-US" sz="1500" dirty="0">
                <a:solidFill>
                  <a:srgbClr val="030405"/>
                </a:solidFill>
              </a:rPr>
              <a:t> </a:t>
            </a:r>
            <a:r>
              <a:rPr lang="en-US" sz="1500" dirty="0" err="1">
                <a:solidFill>
                  <a:srgbClr val="030405"/>
                </a:solidFill>
              </a:rPr>
              <a:t>đường</a:t>
            </a:r>
            <a:r>
              <a:rPr lang="en-US" sz="1500" dirty="0">
                <a:solidFill>
                  <a:srgbClr val="030405"/>
                </a:solidFill>
              </a:rPr>
              <a:t>.</a:t>
            </a:r>
          </a:p>
          <a:p>
            <a:pPr>
              <a:spcBef>
                <a:spcPts val="0"/>
              </a:spcBef>
            </a:pPr>
            <a:r>
              <a:rPr lang="en-US" sz="1500" dirty="0">
                <a:solidFill>
                  <a:srgbClr val="030405"/>
                </a:solidFill>
              </a:rPr>
              <a:t>•  </a:t>
            </a:r>
            <a:r>
              <a:rPr lang="en-US" sz="1500" dirty="0" err="1">
                <a:solidFill>
                  <a:srgbClr val="030405"/>
                </a:solidFill>
              </a:rPr>
              <a:t>Sự</a:t>
            </a:r>
            <a:r>
              <a:rPr lang="en-US" sz="1500" dirty="0">
                <a:solidFill>
                  <a:srgbClr val="030405"/>
                </a:solidFill>
              </a:rPr>
              <a:t> </a:t>
            </a:r>
            <a:r>
              <a:rPr lang="en-US" sz="1500" dirty="0" err="1">
                <a:solidFill>
                  <a:srgbClr val="030405"/>
                </a:solidFill>
              </a:rPr>
              <a:t>hài</a:t>
            </a:r>
            <a:r>
              <a:rPr lang="en-US" sz="1500" dirty="0">
                <a:solidFill>
                  <a:srgbClr val="030405"/>
                </a:solidFill>
              </a:rPr>
              <a:t> </a:t>
            </a:r>
            <a:r>
              <a:rPr lang="en-US" sz="1500" dirty="0" err="1">
                <a:solidFill>
                  <a:srgbClr val="030405"/>
                </a:solidFill>
              </a:rPr>
              <a:t>lòng</a:t>
            </a:r>
            <a:r>
              <a:rPr lang="en-US" sz="1500" dirty="0">
                <a:solidFill>
                  <a:srgbClr val="030405"/>
                </a:solidFill>
              </a:rPr>
              <a:t> </a:t>
            </a:r>
            <a:r>
              <a:rPr lang="en-US" sz="1500" dirty="0" err="1">
                <a:solidFill>
                  <a:srgbClr val="030405"/>
                </a:solidFill>
              </a:rPr>
              <a:t>của</a:t>
            </a:r>
            <a:r>
              <a:rPr lang="en-US" sz="1500" dirty="0">
                <a:solidFill>
                  <a:srgbClr val="030405"/>
                </a:solidFill>
              </a:rPr>
              <a:t> </a:t>
            </a:r>
            <a:r>
              <a:rPr lang="en-US" sz="1500" dirty="0" err="1">
                <a:solidFill>
                  <a:srgbClr val="030405"/>
                </a:solidFill>
              </a:rPr>
              <a:t>người</a:t>
            </a:r>
            <a:r>
              <a:rPr lang="en-US" sz="1500" dirty="0">
                <a:solidFill>
                  <a:srgbClr val="030405"/>
                </a:solidFill>
              </a:rPr>
              <a:t> </a:t>
            </a:r>
            <a:r>
              <a:rPr lang="en-US" sz="1500" dirty="0" err="1">
                <a:solidFill>
                  <a:srgbClr val="030405"/>
                </a:solidFill>
              </a:rPr>
              <a:t>sử</a:t>
            </a:r>
            <a:r>
              <a:rPr lang="en-US" sz="1500" dirty="0">
                <a:solidFill>
                  <a:srgbClr val="030405"/>
                </a:solidFill>
              </a:rPr>
              <a:t> </a:t>
            </a:r>
            <a:r>
              <a:rPr lang="en-US" sz="1500" dirty="0" err="1">
                <a:solidFill>
                  <a:srgbClr val="030405"/>
                </a:solidFill>
              </a:rPr>
              <a:t>dụng</a:t>
            </a:r>
            <a:r>
              <a:rPr lang="en-US" sz="1500" dirty="0">
                <a:solidFill>
                  <a:srgbClr val="030405"/>
                </a:solidFill>
              </a:rPr>
              <a:t> </a:t>
            </a:r>
            <a:r>
              <a:rPr lang="en-US" sz="1500" dirty="0" err="1">
                <a:solidFill>
                  <a:srgbClr val="030405"/>
                </a:solidFill>
              </a:rPr>
              <a:t>đường</a:t>
            </a:r>
            <a:r>
              <a:rPr lang="en-US" sz="1500" dirty="0">
                <a:solidFill>
                  <a:srgbClr val="030405"/>
                </a:solidFill>
              </a:rPr>
              <a:t> </a:t>
            </a:r>
            <a:r>
              <a:rPr lang="en-US" sz="1500" dirty="0" err="1">
                <a:solidFill>
                  <a:srgbClr val="030405"/>
                </a:solidFill>
              </a:rPr>
              <a:t>với</a:t>
            </a:r>
            <a:r>
              <a:rPr lang="en-US" sz="1500" dirty="0">
                <a:solidFill>
                  <a:srgbClr val="030405"/>
                </a:solidFill>
              </a:rPr>
              <a:t> </a:t>
            </a:r>
            <a:r>
              <a:rPr lang="en-US" sz="1500" dirty="0" err="1">
                <a:solidFill>
                  <a:srgbClr val="030405"/>
                </a:solidFill>
              </a:rPr>
              <a:t>hệ</a:t>
            </a:r>
            <a:r>
              <a:rPr lang="en-US" sz="1500" dirty="0">
                <a:solidFill>
                  <a:srgbClr val="030405"/>
                </a:solidFill>
              </a:rPr>
              <a:t> </a:t>
            </a:r>
            <a:r>
              <a:rPr lang="en-US" sz="1500" dirty="0" err="1">
                <a:solidFill>
                  <a:srgbClr val="030405"/>
                </a:solidFill>
              </a:rPr>
              <a:t>thống</a:t>
            </a:r>
            <a:r>
              <a:rPr lang="en-US" sz="1500" dirty="0">
                <a:solidFill>
                  <a:srgbClr val="030405"/>
                </a:solidFill>
              </a:rPr>
              <a:t> </a:t>
            </a:r>
            <a:r>
              <a:rPr lang="en-US" sz="1500" dirty="0" err="1">
                <a:solidFill>
                  <a:srgbClr val="030405"/>
                </a:solidFill>
              </a:rPr>
              <a:t>đường</a:t>
            </a:r>
            <a:r>
              <a:rPr lang="en-US" sz="1500" dirty="0">
                <a:solidFill>
                  <a:srgbClr val="030405"/>
                </a:solidFill>
              </a:rPr>
              <a:t> </a:t>
            </a:r>
            <a:r>
              <a:rPr lang="en-US" sz="1500" dirty="0" err="1">
                <a:solidFill>
                  <a:srgbClr val="030405"/>
                </a:solidFill>
              </a:rPr>
              <a:t>bộ</a:t>
            </a:r>
            <a:r>
              <a:rPr lang="en-US" sz="1500" dirty="0">
                <a:solidFill>
                  <a:srgbClr val="030405"/>
                </a:solidFill>
              </a:rPr>
              <a:t>.</a:t>
            </a:r>
          </a:p>
        </p:txBody>
      </p:sp>
      <p:sp>
        <p:nvSpPr>
          <p:cNvPr id="5" name="Rectangle 4"/>
          <p:cNvSpPr>
            <a:spLocks noChangeArrowheads="1"/>
          </p:cNvSpPr>
          <p:nvPr/>
        </p:nvSpPr>
        <p:spPr bwMode="auto">
          <a:xfrm>
            <a:off x="342900" y="328861"/>
            <a:ext cx="612795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spcBef>
                <a:spcPct val="50000"/>
              </a:spcBef>
            </a:pPr>
            <a:r>
              <a:rPr lang="en-US" sz="2000" b="1" dirty="0" err="1">
                <a:solidFill>
                  <a:srgbClr val="FF0000"/>
                </a:solidFill>
              </a:rPr>
              <a:t>Quản</a:t>
            </a:r>
            <a:r>
              <a:rPr lang="en-US" sz="2000" b="1" dirty="0">
                <a:solidFill>
                  <a:srgbClr val="FF0000"/>
                </a:solidFill>
              </a:rPr>
              <a:t> </a:t>
            </a:r>
            <a:r>
              <a:rPr lang="en-US" sz="2000" b="1" dirty="0" err="1">
                <a:solidFill>
                  <a:srgbClr val="FF0000"/>
                </a:solidFill>
              </a:rPr>
              <a:t>lý</a:t>
            </a:r>
            <a:r>
              <a:rPr lang="en-US" sz="2000" b="1" dirty="0">
                <a:solidFill>
                  <a:srgbClr val="FF0000"/>
                </a:solidFill>
              </a:rPr>
              <a:t> </a:t>
            </a:r>
            <a:r>
              <a:rPr lang="en-US" sz="2000" b="1" dirty="0" err="1">
                <a:solidFill>
                  <a:srgbClr val="FF0000"/>
                </a:solidFill>
              </a:rPr>
              <a:t>Tài</a:t>
            </a:r>
            <a:r>
              <a:rPr lang="en-US" sz="2000" b="1" dirty="0">
                <a:solidFill>
                  <a:srgbClr val="FF0000"/>
                </a:solidFill>
              </a:rPr>
              <a:t> </a:t>
            </a:r>
            <a:r>
              <a:rPr lang="en-US" sz="2000" b="1" dirty="0" err="1">
                <a:solidFill>
                  <a:srgbClr val="FF0000"/>
                </a:solidFill>
              </a:rPr>
              <a:t>sản</a:t>
            </a:r>
            <a:r>
              <a:rPr lang="en-US" sz="2000" b="1" dirty="0">
                <a:solidFill>
                  <a:srgbClr val="FF0000"/>
                </a:solidFill>
              </a:rPr>
              <a:t> </a:t>
            </a:r>
            <a:r>
              <a:rPr lang="en-US" sz="2000" b="1" dirty="0" err="1">
                <a:solidFill>
                  <a:srgbClr val="FF0000"/>
                </a:solidFill>
              </a:rPr>
              <a:t>Hạ</a:t>
            </a:r>
            <a:r>
              <a:rPr lang="en-US" sz="2000" b="1" dirty="0">
                <a:solidFill>
                  <a:srgbClr val="FF0000"/>
                </a:solidFill>
              </a:rPr>
              <a:t> </a:t>
            </a:r>
            <a:r>
              <a:rPr lang="en-US" sz="2000" b="1" dirty="0" err="1">
                <a:solidFill>
                  <a:srgbClr val="FF0000"/>
                </a:solidFill>
              </a:rPr>
              <a:t>tầng</a:t>
            </a:r>
            <a:r>
              <a:rPr lang="en-US" sz="2000" b="1" dirty="0">
                <a:solidFill>
                  <a:srgbClr val="FF0000"/>
                </a:solidFill>
              </a:rPr>
              <a:t> </a:t>
            </a:r>
            <a:r>
              <a:rPr lang="en-US" sz="2000" b="1" dirty="0" err="1">
                <a:solidFill>
                  <a:srgbClr val="FF0000"/>
                </a:solidFill>
              </a:rPr>
              <a:t>Đường</a:t>
            </a:r>
            <a:r>
              <a:rPr lang="en-US" sz="2000" b="1" dirty="0">
                <a:solidFill>
                  <a:srgbClr val="FF0000"/>
                </a:solidFill>
              </a:rPr>
              <a:t> </a:t>
            </a:r>
            <a:r>
              <a:rPr lang="en-US" sz="2000" b="1" dirty="0" err="1">
                <a:solidFill>
                  <a:srgbClr val="FF0000"/>
                </a:solidFill>
              </a:rPr>
              <a:t>bộ</a:t>
            </a:r>
            <a:endParaRPr lang="en-US" sz="2000" b="1" dirty="0">
              <a:solidFill>
                <a:srgbClr val="FF0000"/>
              </a:solidFill>
            </a:endParaRPr>
          </a:p>
        </p:txBody>
      </p:sp>
    </p:spTree>
    <p:extLst>
      <p:ext uri="{BB962C8B-B14F-4D97-AF65-F5344CB8AC3E}">
        <p14:creationId xmlns:p14="http://schemas.microsoft.com/office/powerpoint/2010/main" val="663292208"/>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6787</TotalTime>
  <Words>7669</Words>
  <Application>Microsoft Office PowerPoint</Application>
  <PresentationFormat>On-screen Show (4:3)</PresentationFormat>
  <Paragraphs>1245</Paragraphs>
  <Slides>70</Slides>
  <Notes>43</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70</vt:i4>
      </vt:variant>
    </vt:vector>
  </HeadingPairs>
  <TitlesOfParts>
    <vt:vector size="80" baseType="lpstr">
      <vt:lpstr>ＭＳ Ｐゴシック</vt:lpstr>
      <vt:lpstr>.VnTime</vt:lpstr>
      <vt:lpstr>Arial</vt:lpstr>
      <vt:lpstr>Calibri</vt:lpstr>
      <vt:lpstr>Cambria Math</vt:lpstr>
      <vt:lpstr>Symbol</vt:lpstr>
      <vt:lpstr>Times New Roman</vt:lpstr>
      <vt:lpstr>Wingdings</vt:lpstr>
      <vt:lpstr>Default Design</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Chỉ tiêu chỉ số mức độ phục vụ của mặt đường –  Thử nghiệm mặt đường AASHO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Chỉ tiêu tình trạng mặt đường – tiêu chuẩn hiện hành của Trung Quốc</vt:lpstr>
      <vt:lpstr>Tiêu chuẩn hiện hành của Trung Quốc – số điểm khấu trừ</vt:lpstr>
      <vt:lpstr>Tiêu chuẩn hiện hành của Trung Quốc – đánh giá hư hỏng</vt:lpstr>
      <vt:lpstr>Tiêu chuẩn hiện hành của Trung Quốc – lựa chọn hình thức bảo dưỡng</vt:lpstr>
      <vt:lpstr>Chỉ số tình trạng bề mặt và chỉ số tình trạng kết cấu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So 19 Tran Duy Hung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Bach Phuong Computer</dc:creator>
  <cp:lastModifiedBy>Phúc Hưng Đinh</cp:lastModifiedBy>
  <cp:revision>219</cp:revision>
  <dcterms:created xsi:type="dcterms:W3CDTF">2012-10-06T09:38:51Z</dcterms:created>
  <dcterms:modified xsi:type="dcterms:W3CDTF">2026-03-16T13:32:45Z</dcterms:modified>
</cp:coreProperties>
</file>